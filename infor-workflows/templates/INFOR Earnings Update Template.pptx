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customXml/itemProps28.xml" ContentType="application/vnd.openxmlformats-officedocument.customXmlProperties+xml"/>
  <Override PartName="/customXml/itemProps29.xml" ContentType="application/vnd.openxmlformats-officedocument.customXmlProperties+xml"/>
  <Override PartName="/customXml/itemProps30.xml" ContentType="application/vnd.openxmlformats-officedocument.customXmlProperties+xml"/>
  <Override PartName="/customXml/itemProps31.xml" ContentType="application/vnd.openxmlformats-officedocument.customXmlProperties+xml"/>
  <Override PartName="/customXml/itemProps32.xml" ContentType="application/vnd.openxmlformats-officedocument.customXmlProperties+xml"/>
  <Override PartName="/customXml/itemProps33.xml" ContentType="application/vnd.openxmlformats-officedocument.customXmlProperties+xml"/>
  <Override PartName="/customXml/itemProps34.xml" ContentType="application/vnd.openxmlformats-officedocument.customXmlProperties+xml"/>
  <Override PartName="/customXml/itemProps35.xml" ContentType="application/vnd.openxmlformats-officedocument.customXmlProperties+xml"/>
  <Override PartName="/customXml/itemProps36.xml" ContentType="application/vnd.openxmlformats-officedocument.customXmlProperties+xml"/>
  <Override PartName="/customXml/itemProps37.xml" ContentType="application/vnd.openxmlformats-officedocument.customXmlProperties+xml"/>
  <Override PartName="/customXml/itemProps38.xml" ContentType="application/vnd.openxmlformats-officedocument.customXmlProperties+xml"/>
  <Override PartName="/customXml/itemProps39.xml" ContentType="application/vnd.openxmlformats-officedocument.customXmlProperties+xml"/>
  <Override PartName="/customXml/itemProps40.xml" ContentType="application/vnd.openxmlformats-officedocument.customXmlProperties+xml"/>
  <Override PartName="/customXml/itemProps41.xml" ContentType="application/vnd.openxmlformats-officedocument.customXmlProperties+xml"/>
  <Override PartName="/customXml/itemProps42.xml" ContentType="application/vnd.openxmlformats-officedocument.customXmlProperties+xml"/>
  <Override PartName="/customXml/itemProps43.xml" ContentType="application/vnd.openxmlformats-officedocument.customXmlProperties+xml"/>
  <Override PartName="/customXml/itemProps44.xml" ContentType="application/vnd.openxmlformats-officedocument.customXmlProperties+xml"/>
  <Override PartName="/customXml/itemProps45.xml" ContentType="application/vnd.openxmlformats-officedocument.customXmlProperties+xml"/>
  <Override PartName="/customXml/itemProps46.xml" ContentType="application/vnd.openxmlformats-officedocument.customXmlProperties+xml"/>
  <Override PartName="/customXml/itemProps47.xml" ContentType="application/vnd.openxmlformats-officedocument.customXmlProperties+xml"/>
  <Override PartName="/customXml/itemProps48.xml" ContentType="application/vnd.openxmlformats-officedocument.customXmlProperties+xml"/>
  <Override PartName="/customXml/itemProps49.xml" ContentType="application/vnd.openxmlformats-officedocument.customXmlProperties+xml"/>
  <Override PartName="/customXml/itemProps50.xml" ContentType="application/vnd.openxmlformats-officedocument.customXmlProperties+xml"/>
  <Override PartName="/customXml/itemProps51.xml" ContentType="application/vnd.openxmlformats-officedocument.customXmlProperties+xml"/>
  <Override PartName="/customXml/itemProps52.xml" ContentType="application/vnd.openxmlformats-officedocument.customXmlProperties+xml"/>
  <Override PartName="/customXml/itemProps53.xml" ContentType="application/vnd.openxmlformats-officedocument.customXmlProperties+xml"/>
  <Override PartName="/customXml/itemProps54.xml" ContentType="application/vnd.openxmlformats-officedocument.customXmlProperties+xml"/>
  <Override PartName="/customXml/itemProps55.xml" ContentType="application/vnd.openxmlformats-officedocument.customXmlProperties+xml"/>
  <Override PartName="/customXml/itemProps56.xml" ContentType="application/vnd.openxmlformats-officedocument.customXmlProperties+xml"/>
  <Override PartName="/customXml/itemProps57.xml" ContentType="application/vnd.openxmlformats-officedocument.customXmlProperties+xml"/>
  <Override PartName="/customXml/itemProps58.xml" ContentType="application/vnd.openxmlformats-officedocument.customXmlProperties+xml"/>
  <Override PartName="/customXml/itemProps59.xml" ContentType="application/vnd.openxmlformats-officedocument.customXmlProperties+xml"/>
  <Override PartName="/customXml/itemProps60.xml" ContentType="application/vnd.openxmlformats-officedocument.customXmlProperties+xml"/>
  <Override PartName="/customXml/itemProps61.xml" ContentType="application/vnd.openxmlformats-officedocument.customXmlProperties+xml"/>
  <Override PartName="/customXml/itemProps62.xml" ContentType="application/vnd.openxmlformats-officedocument.customXmlProperties+xml"/>
  <Override PartName="/customXml/itemProps63.xml" ContentType="application/vnd.openxmlformats-officedocument.customXmlProperties+xml"/>
  <Override PartName="/customXml/itemProps64.xml" ContentType="application/vnd.openxmlformats-officedocument.customXmlProperties+xml"/>
  <Override PartName="/customXml/itemProps65.xml" ContentType="application/vnd.openxmlformats-officedocument.customXmlProperties+xml"/>
  <Override PartName="/customXml/itemProps66.xml" ContentType="application/vnd.openxmlformats-officedocument.customXmlProperties+xml"/>
  <Override PartName="/customXml/itemProps67.xml" ContentType="application/vnd.openxmlformats-officedocument.customXmlProperties+xml"/>
  <Override PartName="/customXml/itemProps68.xml" ContentType="application/vnd.openxmlformats-officedocument.customXmlProperties+xml"/>
  <Override PartName="/customXml/itemProps69.xml" ContentType="application/vnd.openxmlformats-officedocument.customXmlProperties+xml"/>
  <Override PartName="/customXml/itemProps70.xml" ContentType="application/vnd.openxmlformats-officedocument.customXmlProperties+xml"/>
  <Override PartName="/customXml/itemProps71.xml" ContentType="application/vnd.openxmlformats-officedocument.customXmlProperties+xml"/>
  <Override PartName="/customXml/itemProps72.xml" ContentType="application/vnd.openxmlformats-officedocument.customXmlProperties+xml"/>
  <Override PartName="/customXml/itemProps73.xml" ContentType="application/vnd.openxmlformats-officedocument.customXmlProperties+xml"/>
  <Override PartName="/customXml/itemProps74.xml" ContentType="application/vnd.openxmlformats-officedocument.customXmlProperties+xml"/>
  <Override PartName="/customXml/itemProps75.xml" ContentType="application/vnd.openxmlformats-officedocument.customXmlProperties+xml"/>
  <Override PartName="/customXml/itemProps76.xml" ContentType="application/vnd.openxmlformats-officedocument.customXmlProperties+xml"/>
  <Override PartName="/customXml/itemProps77.xml" ContentType="application/vnd.openxmlformats-officedocument.customXmlProperties+xml"/>
  <Override PartName="/customXml/itemProps78.xml" ContentType="application/vnd.openxmlformats-officedocument.customXmlProperties+xml"/>
  <Override PartName="/customXml/itemProps79.xml" ContentType="application/vnd.openxmlformats-officedocument.customXmlProperties+xml"/>
  <Override PartName="/customXml/itemProps80.xml" ContentType="application/vnd.openxmlformats-officedocument.customXmlProperties+xml"/>
  <Override PartName="/customXml/itemProps81.xml" ContentType="application/vnd.openxmlformats-officedocument.customXmlProperties+xml"/>
  <Override PartName="/customXml/itemProps82.xml" ContentType="application/vnd.openxmlformats-officedocument.customXmlProperties+xml"/>
  <Override PartName="/customXml/itemProps83.xml" ContentType="application/vnd.openxmlformats-officedocument.customXmlProperties+xml"/>
  <Override PartName="/customXml/itemProps84.xml" ContentType="application/vnd.openxmlformats-officedocument.customXmlProperties+xml"/>
  <Override PartName="/customXml/itemProps85.xml" ContentType="application/vnd.openxmlformats-officedocument.customXmlProperties+xml"/>
  <Override PartName="/customXml/itemProps86.xml" ContentType="application/vnd.openxmlformats-officedocument.customXmlProperties+xml"/>
  <Override PartName="/customXml/itemProps87.xml" ContentType="application/vnd.openxmlformats-officedocument.customXmlProperties+xml"/>
  <Override PartName="/customXml/itemProps88.xml" ContentType="application/vnd.openxmlformats-officedocument.customXmlProperties+xml"/>
  <Override PartName="/customXml/itemProps89.xml" ContentType="application/vnd.openxmlformats-officedocument.customXmlProperties+xml"/>
  <Override PartName="/customXml/itemProps90.xml" ContentType="application/vnd.openxmlformats-officedocument.customXmlProperties+xml"/>
  <Override PartName="/customXml/itemProps91.xml" ContentType="application/vnd.openxmlformats-officedocument.customXmlProperties+xml"/>
  <Override PartName="/customXml/itemProps92.xml" ContentType="application/vnd.openxmlformats-officedocument.customXmlProperties+xml"/>
  <Override PartName="/customXml/itemProps93.xml" ContentType="application/vnd.openxmlformats-officedocument.customXmlProperties+xml"/>
  <Override PartName="/customXml/itemProps94.xml" ContentType="application/vnd.openxmlformats-officedocument.customXmlProperties+xml"/>
  <Override PartName="/customXml/itemProps95.xml" ContentType="application/vnd.openxmlformats-officedocument.customXmlProperties+xml"/>
  <Override PartName="/customXml/itemProps96.xml" ContentType="application/vnd.openxmlformats-officedocument.customXmlProperties+xml"/>
  <Override PartName="/customXml/itemProps97.xml" ContentType="application/vnd.openxmlformats-officedocument.customXmlProperties+xml"/>
  <Override PartName="/customXml/itemProps98.xml" ContentType="application/vnd.openxmlformats-officedocument.customXmlProperties+xml"/>
  <Override PartName="/customXml/itemProps99.xml" ContentType="application/vnd.openxmlformats-officedocument.customXmlProperties+xml"/>
  <Override PartName="/customXml/itemProps100.xml" ContentType="application/vnd.openxmlformats-officedocument.customXmlProperties+xml"/>
  <Override PartName="/customXml/itemProps101.xml" ContentType="application/vnd.openxmlformats-officedocument.customXmlProperties+xml"/>
  <Override PartName="/customXml/itemProps102.xml" ContentType="application/vnd.openxmlformats-officedocument.customXmlProperties+xml"/>
  <Override PartName="/customXml/itemProps103.xml" ContentType="application/vnd.openxmlformats-officedocument.customXmlProperties+xml"/>
  <Override PartName="/customXml/itemProps104.xml" ContentType="application/vnd.openxmlformats-officedocument.customXmlProperties+xml"/>
  <Override PartName="/customXml/itemProps105.xml" ContentType="application/vnd.openxmlformats-officedocument.customXmlProperties+xml"/>
  <Override PartName="/customXml/itemProps106.xml" ContentType="application/vnd.openxmlformats-officedocument.customXmlProperties+xml"/>
  <Override PartName="/customXml/itemProps107.xml" ContentType="application/vnd.openxmlformats-officedocument.customXmlProperties+xml"/>
  <Override PartName="/customXml/itemProps108.xml" ContentType="application/vnd.openxmlformats-officedocument.customXmlProperties+xml"/>
  <Override PartName="/customXml/itemProps109.xml" ContentType="application/vnd.openxmlformats-officedocument.customXmlProperties+xml"/>
  <Override PartName="/customXml/itemProps110.xml" ContentType="application/vnd.openxmlformats-officedocument.customXmlProperties+xml"/>
  <Override PartName="/customXml/itemProps111.xml" ContentType="application/vnd.openxmlformats-officedocument.customXmlProperties+xml"/>
  <Override PartName="/customXml/itemProps112.xml" ContentType="application/vnd.openxmlformats-officedocument.customXmlProperties+xml"/>
  <Override PartName="/customXml/itemProps113.xml" ContentType="application/vnd.openxmlformats-officedocument.customXmlProperties+xml"/>
  <Override PartName="/customXml/itemProps114.xml" ContentType="application/vnd.openxmlformats-officedocument.customXmlProperties+xml"/>
  <Override PartName="/customXml/itemProps115.xml" ContentType="application/vnd.openxmlformats-officedocument.customXmlProperties+xml"/>
  <Override PartName="/customXml/itemProps116.xml" ContentType="application/vnd.openxmlformats-officedocument.customXmlProperties+xml"/>
  <Override PartName="/customXml/itemProps117.xml" ContentType="application/vnd.openxmlformats-officedocument.customXmlProperties+xml"/>
  <Override PartName="/customXml/itemProps118.xml" ContentType="application/vnd.openxmlformats-officedocument.customXmlProperties+xml"/>
  <Override PartName="/customXml/itemProps119.xml" ContentType="application/vnd.openxmlformats-officedocument.customXmlProperties+xml"/>
  <Override PartName="/customXml/itemProps120.xml" ContentType="application/vnd.openxmlformats-officedocument.customXmlProperties+xml"/>
  <Override PartName="/customXml/itemProps121.xml" ContentType="application/vnd.openxmlformats-officedocument.customXmlProperties+xml"/>
  <Override PartName="/customXml/itemProps122.xml" ContentType="application/vnd.openxmlformats-officedocument.customXmlProperties+xml"/>
  <Override PartName="/customXml/itemProps123.xml" ContentType="application/vnd.openxmlformats-officedocument.customXmlProperties+xml"/>
  <Override PartName="/customXml/itemProps124.xml" ContentType="application/vnd.openxmlformats-officedocument.customXmlProperties+xml"/>
  <Override PartName="/customXml/itemProps125.xml" ContentType="application/vnd.openxmlformats-officedocument.customXmlProperties+xml"/>
  <Override PartName="/customXml/itemProps126.xml" ContentType="application/vnd.openxmlformats-officedocument.customXmlProperties+xml"/>
  <Override PartName="/customXml/itemProps127.xml" ContentType="application/vnd.openxmlformats-officedocument.customXmlProperties+xml"/>
  <Override PartName="/customXml/itemProps128.xml" ContentType="application/vnd.openxmlformats-officedocument.customXmlProperties+xml"/>
  <Override PartName="/customXml/itemProps129.xml" ContentType="application/vnd.openxmlformats-officedocument.customXmlProperties+xml"/>
  <Override PartName="/customXml/itemProps130.xml" ContentType="application/vnd.openxmlformats-officedocument.customXmlProperties+xml"/>
  <Override PartName="/customXml/itemProps131.xml" ContentType="application/vnd.openxmlformats-officedocument.customXmlProperties+xml"/>
  <Override PartName="/customXml/itemProps132.xml" ContentType="application/vnd.openxmlformats-officedocument.customXmlProperties+xml"/>
  <Override PartName="/customXml/itemProps13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ags/tag2.xml" ContentType="application/vnd.openxmlformats-officedocument.presentationml.tags+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bookmarkIdSeed="2">
  <p:sldMasterIdLst>
    <p:sldMasterId id="2147483718" r:id="rId134"/>
    <p:sldMasterId id="2147483709" r:id="rId135"/>
    <p:sldMasterId id="2147483722" r:id="rId136"/>
  </p:sldMasterIdLst>
  <p:notesMasterIdLst>
    <p:notesMasterId r:id="rId142"/>
  </p:notesMasterIdLst>
  <p:handoutMasterIdLst>
    <p:handoutMasterId r:id="rId143"/>
  </p:handoutMasterIdLst>
  <p:sldIdLst>
    <p:sldId id="256" r:id="rId137"/>
    <p:sldId id="3813" r:id="rId138"/>
    <p:sldId id="3814" r:id="rId139"/>
    <p:sldId id="468" r:id="rId140"/>
    <p:sldId id="451" r:id="rId141"/>
  </p:sldIdLst>
  <p:sldSz cx="9144000" cy="6858000" type="screen4x3"/>
  <p:notesSz cx="7010400" cy="9296400"/>
  <p:custDataLst>
    <p:tags r:id="rId14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2952" userDrawn="1">
          <p15:clr>
            <a:srgbClr val="A4A3A4"/>
          </p15:clr>
        </p15:guide>
        <p15:guide id="3" pos="816" userDrawn="1">
          <p15:clr>
            <a:srgbClr val="A4A3A4"/>
          </p15:clr>
        </p15:guide>
        <p15:guide id="4" pos="216" userDrawn="1">
          <p15:clr>
            <a:srgbClr val="A4A3A4"/>
          </p15:clr>
        </p15:guide>
        <p15:guide id="6" pos="5544" userDrawn="1">
          <p15:clr>
            <a:srgbClr val="A4A3A4"/>
          </p15:clr>
        </p15:guide>
        <p15:guide id="7" pos="5424" userDrawn="1">
          <p15:clr>
            <a:srgbClr val="A4A3A4"/>
          </p15:clr>
        </p15:guide>
        <p15:guide id="8" pos="363" userDrawn="1">
          <p15:clr>
            <a:srgbClr val="A4A3A4"/>
          </p15:clr>
        </p15:guide>
        <p15:guide id="10" orient="horz" pos="3317" userDrawn="1">
          <p15:clr>
            <a:srgbClr val="A4A3A4"/>
          </p15:clr>
        </p15:guide>
        <p15:guide id="11" orient="horz" pos="1797" userDrawn="1">
          <p15:clr>
            <a:srgbClr val="A4A3A4"/>
          </p15:clr>
        </p15:guide>
        <p15:guide id="13" orient="horz" pos="3906"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1C98373-D9E9-2B97-F3CE-B69455EB7174}" name="Alex Larwill" initials="AL" userId="S::alarwill@inforfg.com::d21739e6-5a42-44bc-97bc-78d645622053" providerId="AD"/>
  <p188:author id="{E832ACB8-9CBA-807C-00DF-16A0CF234D84}" name="Garrett Moore" initials="GM" userId="S::gMoore@inforfg.com::6c6a82ee-8cef-4511-ac55-ec06f608f6d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ebastian McKinlay" initials="SM" lastIdx="1" clrIdx="0"/>
  <p:cmAuthor id="2" name="Greg Lewis" initials="GL" lastIdx="1" clrIdx="1"/>
  <p:cmAuthor id="3" name="Nick Matta" initials="NM" lastIdx="2" clrIdx="2">
    <p:extLst>
      <p:ext uri="{19B8F6BF-5375-455C-9EA6-DF929625EA0E}">
        <p15:presenceInfo xmlns:p15="http://schemas.microsoft.com/office/powerpoint/2012/main" userId="S::nmatta@inforfg.com::9700b57c-2069-47c2-812e-fa76cd19aacb" providerId="AD"/>
      </p:ext>
    </p:extLst>
  </p:cmAuthor>
  <p:cmAuthor id="4" name="Sukhmun Dosanjh" initials="SD" lastIdx="1" clrIdx="3">
    <p:extLst>
      <p:ext uri="{19B8F6BF-5375-455C-9EA6-DF929625EA0E}">
        <p15:presenceInfo xmlns:p15="http://schemas.microsoft.com/office/powerpoint/2012/main" userId="S::Sdosanjh@inforfg.com::38ac0071-4363-43cd-b57b-c27ed8897e3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FEF"/>
    <a:srgbClr val="FFE5E5"/>
    <a:srgbClr val="FFAFAF"/>
    <a:srgbClr val="F2F2F2"/>
    <a:srgbClr val="FFFFFF"/>
    <a:srgbClr val="ADB9CA"/>
    <a:srgbClr val="D9D9D9"/>
    <a:srgbClr val="A4844B"/>
    <a:srgbClr val="46566E"/>
    <a:srgbClr val="0E213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86444E0-48F7-4ABB-BF65-A57DD2231EA6}" v="9" dt="2026-04-23T15:31:10.32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660"/>
  </p:normalViewPr>
  <p:slideViewPr>
    <p:cSldViewPr snapToGrid="0">
      <p:cViewPr varScale="1">
        <p:scale>
          <a:sx n="111" d="100"/>
          <a:sy n="111" d="100"/>
        </p:scale>
        <p:origin x="894" y="96"/>
      </p:cViewPr>
      <p:guideLst>
        <p:guide pos="2952"/>
        <p:guide pos="816"/>
        <p:guide pos="216"/>
        <p:guide pos="5544"/>
        <p:guide pos="5424"/>
        <p:guide pos="363"/>
        <p:guide orient="horz" pos="3317"/>
        <p:guide orient="horz" pos="1797"/>
        <p:guide orient="horz" pos="390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customXml" Target="../customXml/item117.xml"/><Relationship Id="rId21" Type="http://schemas.openxmlformats.org/officeDocument/2006/relationships/customXml" Target="../customXml/item21.xml"/><Relationship Id="rId42" Type="http://schemas.openxmlformats.org/officeDocument/2006/relationships/customXml" Target="../customXml/item42.xml"/><Relationship Id="rId63" Type="http://schemas.openxmlformats.org/officeDocument/2006/relationships/customXml" Target="../customXml/item63.xml"/><Relationship Id="rId84" Type="http://schemas.openxmlformats.org/officeDocument/2006/relationships/customXml" Target="../customXml/item84.xml"/><Relationship Id="rId138" Type="http://schemas.openxmlformats.org/officeDocument/2006/relationships/slide" Target="slides/slide2.xml"/><Relationship Id="rId107" Type="http://schemas.openxmlformats.org/officeDocument/2006/relationships/customXml" Target="../customXml/item107.xml"/><Relationship Id="rId11" Type="http://schemas.openxmlformats.org/officeDocument/2006/relationships/customXml" Target="../customXml/item11.xml"/><Relationship Id="rId32" Type="http://schemas.openxmlformats.org/officeDocument/2006/relationships/customXml" Target="../customXml/item32.xml"/><Relationship Id="rId53" Type="http://schemas.openxmlformats.org/officeDocument/2006/relationships/customXml" Target="../customXml/item53.xml"/><Relationship Id="rId74" Type="http://schemas.openxmlformats.org/officeDocument/2006/relationships/customXml" Target="../customXml/item74.xml"/><Relationship Id="rId128" Type="http://schemas.openxmlformats.org/officeDocument/2006/relationships/customXml" Target="../customXml/item128.xml"/><Relationship Id="rId149" Type="http://schemas.openxmlformats.org/officeDocument/2006/relationships/tableStyles" Target="tableStyles.xml"/><Relationship Id="rId5" Type="http://schemas.openxmlformats.org/officeDocument/2006/relationships/customXml" Target="../customXml/item5.xml"/><Relationship Id="rId95" Type="http://schemas.openxmlformats.org/officeDocument/2006/relationships/customXml" Target="../customXml/item95.xml"/><Relationship Id="rId22" Type="http://schemas.openxmlformats.org/officeDocument/2006/relationships/customXml" Target="../customXml/item22.xml"/><Relationship Id="rId27" Type="http://schemas.openxmlformats.org/officeDocument/2006/relationships/customXml" Target="../customXml/item27.xml"/><Relationship Id="rId43" Type="http://schemas.openxmlformats.org/officeDocument/2006/relationships/customXml" Target="../customXml/item43.xml"/><Relationship Id="rId48" Type="http://schemas.openxmlformats.org/officeDocument/2006/relationships/customXml" Target="../customXml/item48.xml"/><Relationship Id="rId64" Type="http://schemas.openxmlformats.org/officeDocument/2006/relationships/customXml" Target="../customXml/item64.xml"/><Relationship Id="rId69" Type="http://schemas.openxmlformats.org/officeDocument/2006/relationships/customXml" Target="../customXml/item69.xml"/><Relationship Id="rId113" Type="http://schemas.openxmlformats.org/officeDocument/2006/relationships/customXml" Target="../customXml/item113.xml"/><Relationship Id="rId118" Type="http://schemas.openxmlformats.org/officeDocument/2006/relationships/customXml" Target="../customXml/item118.xml"/><Relationship Id="rId134" Type="http://schemas.openxmlformats.org/officeDocument/2006/relationships/slideMaster" Target="slideMasters/slideMaster1.xml"/><Relationship Id="rId139" Type="http://schemas.openxmlformats.org/officeDocument/2006/relationships/slide" Target="slides/slide3.xml"/><Relationship Id="rId80" Type="http://schemas.openxmlformats.org/officeDocument/2006/relationships/customXml" Target="../customXml/item80.xml"/><Relationship Id="rId85" Type="http://schemas.openxmlformats.org/officeDocument/2006/relationships/customXml" Target="../customXml/item85.xml"/><Relationship Id="rId150" Type="http://schemas.microsoft.com/office/2016/11/relationships/changesInfo" Target="changesInfos/changesInfo1.xml"/><Relationship Id="rId12" Type="http://schemas.openxmlformats.org/officeDocument/2006/relationships/customXml" Target="../customXml/item12.xml"/><Relationship Id="rId17" Type="http://schemas.openxmlformats.org/officeDocument/2006/relationships/customXml" Target="../customXml/item17.xml"/><Relationship Id="rId33" Type="http://schemas.openxmlformats.org/officeDocument/2006/relationships/customXml" Target="../customXml/item33.xml"/><Relationship Id="rId38" Type="http://schemas.openxmlformats.org/officeDocument/2006/relationships/customXml" Target="../customXml/item38.xml"/><Relationship Id="rId59" Type="http://schemas.openxmlformats.org/officeDocument/2006/relationships/customXml" Target="../customXml/item59.xml"/><Relationship Id="rId103" Type="http://schemas.openxmlformats.org/officeDocument/2006/relationships/customXml" Target="../customXml/item103.xml"/><Relationship Id="rId108" Type="http://schemas.openxmlformats.org/officeDocument/2006/relationships/customXml" Target="../customXml/item108.xml"/><Relationship Id="rId124" Type="http://schemas.openxmlformats.org/officeDocument/2006/relationships/customXml" Target="../customXml/item124.xml"/><Relationship Id="rId129" Type="http://schemas.openxmlformats.org/officeDocument/2006/relationships/customXml" Target="../customXml/item129.xml"/><Relationship Id="rId54" Type="http://schemas.openxmlformats.org/officeDocument/2006/relationships/customXml" Target="../customXml/item54.xml"/><Relationship Id="rId70" Type="http://schemas.openxmlformats.org/officeDocument/2006/relationships/customXml" Target="../customXml/item70.xml"/><Relationship Id="rId75" Type="http://schemas.openxmlformats.org/officeDocument/2006/relationships/customXml" Target="../customXml/item75.xml"/><Relationship Id="rId91" Type="http://schemas.openxmlformats.org/officeDocument/2006/relationships/customXml" Target="../customXml/item91.xml"/><Relationship Id="rId96" Type="http://schemas.openxmlformats.org/officeDocument/2006/relationships/customXml" Target="../customXml/item96.xml"/><Relationship Id="rId140" Type="http://schemas.openxmlformats.org/officeDocument/2006/relationships/slide" Target="slides/slide4.xml"/><Relationship Id="rId145" Type="http://schemas.openxmlformats.org/officeDocument/2006/relationships/commentAuthors" Target="commentAuthors.xml"/><Relationship Id="rId1" Type="http://schemas.openxmlformats.org/officeDocument/2006/relationships/customXml" Target="../customXml/item1.xml"/><Relationship Id="rId6" Type="http://schemas.openxmlformats.org/officeDocument/2006/relationships/customXml" Target="../customXml/item6.xml"/><Relationship Id="rId23" Type="http://schemas.openxmlformats.org/officeDocument/2006/relationships/customXml" Target="../customXml/item23.xml"/><Relationship Id="rId28" Type="http://schemas.openxmlformats.org/officeDocument/2006/relationships/customXml" Target="../customXml/item28.xml"/><Relationship Id="rId49" Type="http://schemas.openxmlformats.org/officeDocument/2006/relationships/customXml" Target="../customXml/item49.xml"/><Relationship Id="rId114" Type="http://schemas.openxmlformats.org/officeDocument/2006/relationships/customXml" Target="../customXml/item114.xml"/><Relationship Id="rId119" Type="http://schemas.openxmlformats.org/officeDocument/2006/relationships/customXml" Target="../customXml/item119.xml"/><Relationship Id="rId44" Type="http://schemas.openxmlformats.org/officeDocument/2006/relationships/customXml" Target="../customXml/item44.xml"/><Relationship Id="rId60" Type="http://schemas.openxmlformats.org/officeDocument/2006/relationships/customXml" Target="../customXml/item60.xml"/><Relationship Id="rId65" Type="http://schemas.openxmlformats.org/officeDocument/2006/relationships/customXml" Target="../customXml/item65.xml"/><Relationship Id="rId81" Type="http://schemas.openxmlformats.org/officeDocument/2006/relationships/customXml" Target="../customXml/item81.xml"/><Relationship Id="rId86" Type="http://schemas.openxmlformats.org/officeDocument/2006/relationships/customXml" Target="../customXml/item86.xml"/><Relationship Id="rId130" Type="http://schemas.openxmlformats.org/officeDocument/2006/relationships/customXml" Target="../customXml/item130.xml"/><Relationship Id="rId135" Type="http://schemas.openxmlformats.org/officeDocument/2006/relationships/slideMaster" Target="slideMasters/slideMaster2.xml"/><Relationship Id="rId151" Type="http://schemas.microsoft.com/office/2015/10/relationships/revisionInfo" Target="revisionInfo.xml"/><Relationship Id="rId13" Type="http://schemas.openxmlformats.org/officeDocument/2006/relationships/customXml" Target="../customXml/item13.xml"/><Relationship Id="rId18" Type="http://schemas.openxmlformats.org/officeDocument/2006/relationships/customXml" Target="../customXml/item18.xml"/><Relationship Id="rId39" Type="http://schemas.openxmlformats.org/officeDocument/2006/relationships/customXml" Target="../customXml/item39.xml"/><Relationship Id="rId109" Type="http://schemas.openxmlformats.org/officeDocument/2006/relationships/customXml" Target="../customXml/item109.xml"/><Relationship Id="rId34" Type="http://schemas.openxmlformats.org/officeDocument/2006/relationships/customXml" Target="../customXml/item34.xml"/><Relationship Id="rId50" Type="http://schemas.openxmlformats.org/officeDocument/2006/relationships/customXml" Target="../customXml/item50.xml"/><Relationship Id="rId55" Type="http://schemas.openxmlformats.org/officeDocument/2006/relationships/customXml" Target="../customXml/item55.xml"/><Relationship Id="rId76" Type="http://schemas.openxmlformats.org/officeDocument/2006/relationships/customXml" Target="../customXml/item76.xml"/><Relationship Id="rId97" Type="http://schemas.openxmlformats.org/officeDocument/2006/relationships/customXml" Target="../customXml/item97.xml"/><Relationship Id="rId104" Type="http://schemas.openxmlformats.org/officeDocument/2006/relationships/customXml" Target="../customXml/item104.xml"/><Relationship Id="rId120" Type="http://schemas.openxmlformats.org/officeDocument/2006/relationships/customXml" Target="../customXml/item120.xml"/><Relationship Id="rId125" Type="http://schemas.openxmlformats.org/officeDocument/2006/relationships/customXml" Target="../customXml/item125.xml"/><Relationship Id="rId141" Type="http://schemas.openxmlformats.org/officeDocument/2006/relationships/slide" Target="slides/slide5.xml"/><Relationship Id="rId146" Type="http://schemas.openxmlformats.org/officeDocument/2006/relationships/presProps" Target="presProps.xml"/><Relationship Id="rId7" Type="http://schemas.openxmlformats.org/officeDocument/2006/relationships/customXml" Target="../customXml/item7.xml"/><Relationship Id="rId71" Type="http://schemas.openxmlformats.org/officeDocument/2006/relationships/customXml" Target="../customXml/item71.xml"/><Relationship Id="rId92" Type="http://schemas.openxmlformats.org/officeDocument/2006/relationships/customXml" Target="../customXml/item92.xml"/><Relationship Id="rId2" Type="http://schemas.openxmlformats.org/officeDocument/2006/relationships/customXml" Target="../customXml/item2.xml"/><Relationship Id="rId29" Type="http://schemas.openxmlformats.org/officeDocument/2006/relationships/customXml" Target="../customXml/item29.xml"/><Relationship Id="rId24" Type="http://schemas.openxmlformats.org/officeDocument/2006/relationships/customXml" Target="../customXml/item24.xml"/><Relationship Id="rId40" Type="http://schemas.openxmlformats.org/officeDocument/2006/relationships/customXml" Target="../customXml/item40.xml"/><Relationship Id="rId45" Type="http://schemas.openxmlformats.org/officeDocument/2006/relationships/customXml" Target="../customXml/item45.xml"/><Relationship Id="rId66" Type="http://schemas.openxmlformats.org/officeDocument/2006/relationships/customXml" Target="../customXml/item66.xml"/><Relationship Id="rId87" Type="http://schemas.openxmlformats.org/officeDocument/2006/relationships/customXml" Target="../customXml/item87.xml"/><Relationship Id="rId110" Type="http://schemas.openxmlformats.org/officeDocument/2006/relationships/customXml" Target="../customXml/item110.xml"/><Relationship Id="rId115" Type="http://schemas.openxmlformats.org/officeDocument/2006/relationships/customXml" Target="../customXml/item115.xml"/><Relationship Id="rId131" Type="http://schemas.openxmlformats.org/officeDocument/2006/relationships/customXml" Target="../customXml/item131.xml"/><Relationship Id="rId136" Type="http://schemas.openxmlformats.org/officeDocument/2006/relationships/slideMaster" Target="slideMasters/slideMaster3.xml"/><Relationship Id="rId61" Type="http://schemas.openxmlformats.org/officeDocument/2006/relationships/customXml" Target="../customXml/item61.xml"/><Relationship Id="rId82" Type="http://schemas.openxmlformats.org/officeDocument/2006/relationships/customXml" Target="../customXml/item82.xml"/><Relationship Id="rId152" Type="http://schemas.microsoft.com/office/2018/10/relationships/authors" Target="authors.xml"/><Relationship Id="rId19" Type="http://schemas.openxmlformats.org/officeDocument/2006/relationships/customXml" Target="../customXml/item19.xml"/><Relationship Id="rId14" Type="http://schemas.openxmlformats.org/officeDocument/2006/relationships/customXml" Target="../customXml/item14.xml"/><Relationship Id="rId30" Type="http://schemas.openxmlformats.org/officeDocument/2006/relationships/customXml" Target="../customXml/item30.xml"/><Relationship Id="rId35" Type="http://schemas.openxmlformats.org/officeDocument/2006/relationships/customXml" Target="../customXml/item35.xml"/><Relationship Id="rId56" Type="http://schemas.openxmlformats.org/officeDocument/2006/relationships/customXml" Target="../customXml/item56.xml"/><Relationship Id="rId77" Type="http://schemas.openxmlformats.org/officeDocument/2006/relationships/customXml" Target="../customXml/item77.xml"/><Relationship Id="rId100" Type="http://schemas.openxmlformats.org/officeDocument/2006/relationships/customXml" Target="../customXml/item100.xml"/><Relationship Id="rId105" Type="http://schemas.openxmlformats.org/officeDocument/2006/relationships/customXml" Target="../customXml/item105.xml"/><Relationship Id="rId126" Type="http://schemas.openxmlformats.org/officeDocument/2006/relationships/customXml" Target="../customXml/item126.xml"/><Relationship Id="rId147" Type="http://schemas.openxmlformats.org/officeDocument/2006/relationships/viewProps" Target="viewProps.xml"/><Relationship Id="rId8" Type="http://schemas.openxmlformats.org/officeDocument/2006/relationships/customXml" Target="../customXml/item8.xml"/><Relationship Id="rId51" Type="http://schemas.openxmlformats.org/officeDocument/2006/relationships/customXml" Target="../customXml/item51.xml"/><Relationship Id="rId72" Type="http://schemas.openxmlformats.org/officeDocument/2006/relationships/customXml" Target="../customXml/item72.xml"/><Relationship Id="rId93" Type="http://schemas.openxmlformats.org/officeDocument/2006/relationships/customXml" Target="../customXml/item93.xml"/><Relationship Id="rId98" Type="http://schemas.openxmlformats.org/officeDocument/2006/relationships/customXml" Target="../customXml/item98.xml"/><Relationship Id="rId121" Type="http://schemas.openxmlformats.org/officeDocument/2006/relationships/customXml" Target="../customXml/item121.xml"/><Relationship Id="rId142" Type="http://schemas.openxmlformats.org/officeDocument/2006/relationships/notesMaster" Target="notesMasters/notesMaster1.xml"/><Relationship Id="rId3" Type="http://schemas.openxmlformats.org/officeDocument/2006/relationships/customXml" Target="../customXml/item3.xml"/><Relationship Id="rId25" Type="http://schemas.openxmlformats.org/officeDocument/2006/relationships/customXml" Target="../customXml/item25.xml"/><Relationship Id="rId46" Type="http://schemas.openxmlformats.org/officeDocument/2006/relationships/customXml" Target="../customXml/item46.xml"/><Relationship Id="rId67" Type="http://schemas.openxmlformats.org/officeDocument/2006/relationships/customXml" Target="../customXml/item67.xml"/><Relationship Id="rId116" Type="http://schemas.openxmlformats.org/officeDocument/2006/relationships/customXml" Target="../customXml/item116.xml"/><Relationship Id="rId137" Type="http://schemas.openxmlformats.org/officeDocument/2006/relationships/slide" Target="slides/slide1.xml"/><Relationship Id="rId20" Type="http://schemas.openxmlformats.org/officeDocument/2006/relationships/customXml" Target="../customXml/item20.xml"/><Relationship Id="rId41" Type="http://schemas.openxmlformats.org/officeDocument/2006/relationships/customXml" Target="../customXml/item41.xml"/><Relationship Id="rId62" Type="http://schemas.openxmlformats.org/officeDocument/2006/relationships/customXml" Target="../customXml/item62.xml"/><Relationship Id="rId83" Type="http://schemas.openxmlformats.org/officeDocument/2006/relationships/customXml" Target="../customXml/item83.xml"/><Relationship Id="rId88" Type="http://schemas.openxmlformats.org/officeDocument/2006/relationships/customXml" Target="../customXml/item88.xml"/><Relationship Id="rId111" Type="http://schemas.openxmlformats.org/officeDocument/2006/relationships/customXml" Target="../customXml/item111.xml"/><Relationship Id="rId132" Type="http://schemas.openxmlformats.org/officeDocument/2006/relationships/customXml" Target="../customXml/item132.xml"/><Relationship Id="rId15" Type="http://schemas.openxmlformats.org/officeDocument/2006/relationships/customXml" Target="../customXml/item15.xml"/><Relationship Id="rId36" Type="http://schemas.openxmlformats.org/officeDocument/2006/relationships/customXml" Target="../customXml/item36.xml"/><Relationship Id="rId57" Type="http://schemas.openxmlformats.org/officeDocument/2006/relationships/customXml" Target="../customXml/item57.xml"/><Relationship Id="rId106" Type="http://schemas.openxmlformats.org/officeDocument/2006/relationships/customXml" Target="../customXml/item106.xml"/><Relationship Id="rId127" Type="http://schemas.openxmlformats.org/officeDocument/2006/relationships/customXml" Target="../customXml/item127.xml"/><Relationship Id="rId10" Type="http://schemas.openxmlformats.org/officeDocument/2006/relationships/customXml" Target="../customXml/item10.xml"/><Relationship Id="rId31" Type="http://schemas.openxmlformats.org/officeDocument/2006/relationships/customXml" Target="../customXml/item31.xml"/><Relationship Id="rId52" Type="http://schemas.openxmlformats.org/officeDocument/2006/relationships/customXml" Target="../customXml/item52.xml"/><Relationship Id="rId73" Type="http://schemas.openxmlformats.org/officeDocument/2006/relationships/customXml" Target="../customXml/item73.xml"/><Relationship Id="rId78" Type="http://schemas.openxmlformats.org/officeDocument/2006/relationships/customXml" Target="../customXml/item78.xml"/><Relationship Id="rId94" Type="http://schemas.openxmlformats.org/officeDocument/2006/relationships/customXml" Target="../customXml/item94.xml"/><Relationship Id="rId99" Type="http://schemas.openxmlformats.org/officeDocument/2006/relationships/customXml" Target="../customXml/item99.xml"/><Relationship Id="rId101" Type="http://schemas.openxmlformats.org/officeDocument/2006/relationships/customXml" Target="../customXml/item101.xml"/><Relationship Id="rId122" Type="http://schemas.openxmlformats.org/officeDocument/2006/relationships/customXml" Target="../customXml/item122.xml"/><Relationship Id="rId143" Type="http://schemas.openxmlformats.org/officeDocument/2006/relationships/handoutMaster" Target="handoutMasters/handoutMaster1.xml"/><Relationship Id="rId148"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customXml" Target="../customXml/item9.xml"/><Relationship Id="rId26" Type="http://schemas.openxmlformats.org/officeDocument/2006/relationships/customXml" Target="../customXml/item26.xml"/><Relationship Id="rId47" Type="http://schemas.openxmlformats.org/officeDocument/2006/relationships/customXml" Target="../customXml/item47.xml"/><Relationship Id="rId68" Type="http://schemas.openxmlformats.org/officeDocument/2006/relationships/customXml" Target="../customXml/item68.xml"/><Relationship Id="rId89" Type="http://schemas.openxmlformats.org/officeDocument/2006/relationships/customXml" Target="../customXml/item89.xml"/><Relationship Id="rId112" Type="http://schemas.openxmlformats.org/officeDocument/2006/relationships/customXml" Target="../customXml/item112.xml"/><Relationship Id="rId133" Type="http://schemas.openxmlformats.org/officeDocument/2006/relationships/customXml" Target="../customXml/item133.xml"/><Relationship Id="rId16" Type="http://schemas.openxmlformats.org/officeDocument/2006/relationships/customXml" Target="../customXml/item16.xml"/><Relationship Id="rId37" Type="http://schemas.openxmlformats.org/officeDocument/2006/relationships/customXml" Target="../customXml/item37.xml"/><Relationship Id="rId58" Type="http://schemas.openxmlformats.org/officeDocument/2006/relationships/customXml" Target="../customXml/item58.xml"/><Relationship Id="rId79" Type="http://schemas.openxmlformats.org/officeDocument/2006/relationships/customXml" Target="../customXml/item79.xml"/><Relationship Id="rId102" Type="http://schemas.openxmlformats.org/officeDocument/2006/relationships/customXml" Target="../customXml/item102.xml"/><Relationship Id="rId123" Type="http://schemas.openxmlformats.org/officeDocument/2006/relationships/customXml" Target="../customXml/item123.xml"/><Relationship Id="rId144" Type="http://schemas.openxmlformats.org/officeDocument/2006/relationships/tags" Target="tags/tag1.xml"/><Relationship Id="rId90" Type="http://schemas.openxmlformats.org/officeDocument/2006/relationships/customXml" Target="../customXml/item9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te Wilson" userId="dd715062-ed57-4058-a014-95cd6b7000da" providerId="ADAL" clId="{ECC2427A-958D-48F4-91B3-1A337BB0DFE3}"/>
    <pc:docChg chg="undo custSel modSld">
      <pc:chgData name="Tate Wilson" userId="dd715062-ed57-4058-a014-95cd6b7000da" providerId="ADAL" clId="{ECC2427A-958D-48F4-91B3-1A337BB0DFE3}" dt="2026-04-23T15:32:00.917" v="411" actId="478"/>
      <pc:docMkLst>
        <pc:docMk/>
      </pc:docMkLst>
      <pc:sldChg chg="modSp mod">
        <pc:chgData name="Tate Wilson" userId="dd715062-ed57-4058-a014-95cd6b7000da" providerId="ADAL" clId="{ECC2427A-958D-48F4-91B3-1A337BB0DFE3}" dt="2026-04-23T15:21:12.715" v="112" actId="20577"/>
        <pc:sldMkLst>
          <pc:docMk/>
          <pc:sldMk cId="2278611605" sldId="256"/>
        </pc:sldMkLst>
        <pc:spChg chg="mod">
          <ac:chgData name="Tate Wilson" userId="dd715062-ed57-4058-a014-95cd6b7000da" providerId="ADAL" clId="{ECC2427A-958D-48F4-91B3-1A337BB0DFE3}" dt="2026-04-23T15:21:12.715" v="112" actId="20577"/>
          <ac:spMkLst>
            <pc:docMk/>
            <pc:sldMk cId="2278611605" sldId="256"/>
            <ac:spMk id="8" creationId="{30CE0C27-4170-380B-2351-28796CC043A3}"/>
          </ac:spMkLst>
        </pc:spChg>
      </pc:sldChg>
      <pc:sldChg chg="modSp mod">
        <pc:chgData name="Tate Wilson" userId="dd715062-ed57-4058-a014-95cd6b7000da" providerId="ADAL" clId="{ECC2427A-958D-48F4-91B3-1A337BB0DFE3}" dt="2026-04-23T15:31:10.321" v="403"/>
        <pc:sldMkLst>
          <pc:docMk/>
          <pc:sldMk cId="2129834995" sldId="451"/>
        </pc:sldMkLst>
        <pc:graphicFrameChg chg="mod">
          <ac:chgData name="Tate Wilson" userId="dd715062-ed57-4058-a014-95cd6b7000da" providerId="ADAL" clId="{ECC2427A-958D-48F4-91B3-1A337BB0DFE3}" dt="2026-04-23T15:31:10.321" v="403"/>
          <ac:graphicFrameMkLst>
            <pc:docMk/>
            <pc:sldMk cId="2129834995" sldId="451"/>
            <ac:graphicFrameMk id="6" creationId="{180866D5-A2B9-8E14-54E3-819109C821AD}"/>
          </ac:graphicFrameMkLst>
        </pc:graphicFrameChg>
        <pc:graphicFrameChg chg="mod">
          <ac:chgData name="Tate Wilson" userId="dd715062-ed57-4058-a014-95cd6b7000da" providerId="ADAL" clId="{ECC2427A-958D-48F4-91B3-1A337BB0DFE3}" dt="2026-04-23T15:31:08.386" v="402"/>
          <ac:graphicFrameMkLst>
            <pc:docMk/>
            <pc:sldMk cId="2129834995" sldId="451"/>
            <ac:graphicFrameMk id="9" creationId="{7805F148-3EFD-8510-E0E0-B306EA836108}"/>
          </ac:graphicFrameMkLst>
        </pc:graphicFrameChg>
        <pc:graphicFrameChg chg="modGraphic">
          <ac:chgData name="Tate Wilson" userId="dd715062-ed57-4058-a014-95cd6b7000da" providerId="ADAL" clId="{ECC2427A-958D-48F4-91B3-1A337BB0DFE3}" dt="2026-04-23T15:31:05.587" v="401" actId="20577"/>
          <ac:graphicFrameMkLst>
            <pc:docMk/>
            <pc:sldMk cId="2129834995" sldId="451"/>
            <ac:graphicFrameMk id="10" creationId="{41FBB528-7B5E-60C6-727B-E340D6229264}"/>
          </ac:graphicFrameMkLst>
        </pc:graphicFrameChg>
      </pc:sldChg>
      <pc:sldChg chg="addSp delSp modSp mod">
        <pc:chgData name="Tate Wilson" userId="dd715062-ed57-4058-a014-95cd6b7000da" providerId="ADAL" clId="{ECC2427A-958D-48F4-91B3-1A337BB0DFE3}" dt="2026-04-23T15:25:31.500" v="225" actId="13926"/>
        <pc:sldMkLst>
          <pc:docMk/>
          <pc:sldMk cId="124960976" sldId="3813"/>
        </pc:sldMkLst>
        <pc:spChg chg="mod">
          <ac:chgData name="Tate Wilson" userId="dd715062-ed57-4058-a014-95cd6b7000da" providerId="ADAL" clId="{ECC2427A-958D-48F4-91B3-1A337BB0DFE3}" dt="2026-04-23T15:25:31.500" v="225" actId="13926"/>
          <ac:spMkLst>
            <pc:docMk/>
            <pc:sldMk cId="124960976" sldId="3813"/>
            <ac:spMk id="2" creationId="{5072C0DC-318E-A4B5-E052-2D7EDF0B3C73}"/>
          </ac:spMkLst>
        </pc:spChg>
        <pc:spChg chg="del">
          <ac:chgData name="Tate Wilson" userId="dd715062-ed57-4058-a014-95cd6b7000da" providerId="ADAL" clId="{ECC2427A-958D-48F4-91B3-1A337BB0DFE3}" dt="2026-04-23T15:18:15.999" v="0" actId="478"/>
          <ac:spMkLst>
            <pc:docMk/>
            <pc:sldMk cId="124960976" sldId="3813"/>
            <ac:spMk id="3" creationId="{8B703E84-0DA7-3611-CDC7-DC3DADE26E6D}"/>
          </ac:spMkLst>
        </pc:spChg>
        <pc:spChg chg="add mod">
          <ac:chgData name="Tate Wilson" userId="dd715062-ed57-4058-a014-95cd6b7000da" providerId="ADAL" clId="{ECC2427A-958D-48F4-91B3-1A337BB0DFE3}" dt="2026-04-23T15:18:37.812" v="24" actId="20577"/>
          <ac:spMkLst>
            <pc:docMk/>
            <pc:sldMk cId="124960976" sldId="3813"/>
            <ac:spMk id="5" creationId="{786E7264-3CDF-87F4-2103-057CC2AA9F75}"/>
          </ac:spMkLst>
        </pc:spChg>
        <pc:spChg chg="mod">
          <ac:chgData name="Tate Wilson" userId="dd715062-ed57-4058-a014-95cd6b7000da" providerId="ADAL" clId="{ECC2427A-958D-48F4-91B3-1A337BB0DFE3}" dt="2026-04-23T15:21:02.738" v="95" actId="13926"/>
          <ac:spMkLst>
            <pc:docMk/>
            <pc:sldMk cId="124960976" sldId="3813"/>
            <ac:spMk id="17" creationId="{A9F355A5-E8FE-474D-E48A-CEBD4F272169}"/>
          </ac:spMkLst>
        </pc:spChg>
        <pc:spChg chg="mod">
          <ac:chgData name="Tate Wilson" userId="dd715062-ed57-4058-a014-95cd6b7000da" providerId="ADAL" clId="{ECC2427A-958D-48F4-91B3-1A337BB0DFE3}" dt="2026-04-23T15:21:00.658" v="94" actId="13926"/>
          <ac:spMkLst>
            <pc:docMk/>
            <pc:sldMk cId="124960976" sldId="3813"/>
            <ac:spMk id="51" creationId="{9E586587-BF17-B3B6-AD84-A319B8117E64}"/>
          </ac:spMkLst>
        </pc:spChg>
        <pc:picChg chg="del">
          <ac:chgData name="Tate Wilson" userId="dd715062-ed57-4058-a014-95cd6b7000da" providerId="ADAL" clId="{ECC2427A-958D-48F4-91B3-1A337BB0DFE3}" dt="2026-04-23T15:18:15.999" v="0" actId="478"/>
          <ac:picMkLst>
            <pc:docMk/>
            <pc:sldMk cId="124960976" sldId="3813"/>
            <ac:picMk id="11" creationId="{5CC2B8BF-01EE-225F-4F17-B861D7418287}"/>
          </ac:picMkLst>
        </pc:picChg>
      </pc:sldChg>
      <pc:sldChg chg="addSp delSp modSp mod">
        <pc:chgData name="Tate Wilson" userId="dd715062-ed57-4058-a014-95cd6b7000da" providerId="ADAL" clId="{ECC2427A-958D-48F4-91B3-1A337BB0DFE3}" dt="2026-04-23T15:32:00.917" v="411" actId="478"/>
        <pc:sldMkLst>
          <pc:docMk/>
          <pc:sldMk cId="4127311149" sldId="3814"/>
        </pc:sldMkLst>
        <pc:spChg chg="mod">
          <ac:chgData name="Tate Wilson" userId="dd715062-ed57-4058-a014-95cd6b7000da" providerId="ADAL" clId="{ECC2427A-958D-48F4-91B3-1A337BB0DFE3}" dt="2026-04-23T15:25:36.071" v="228" actId="20577"/>
          <ac:spMkLst>
            <pc:docMk/>
            <pc:sldMk cId="4127311149" sldId="3814"/>
            <ac:spMk id="2" creationId="{005C7CFC-DF4F-2409-4550-D9ABBA35C4B0}"/>
          </ac:spMkLst>
        </pc:spChg>
        <pc:spChg chg="mod">
          <ac:chgData name="Tate Wilson" userId="dd715062-ed57-4058-a014-95cd6b7000da" providerId="ADAL" clId="{ECC2427A-958D-48F4-91B3-1A337BB0DFE3}" dt="2026-04-23T15:22:27.845" v="150" actId="20577"/>
          <ac:spMkLst>
            <pc:docMk/>
            <pc:sldMk cId="4127311149" sldId="3814"/>
            <ac:spMk id="8" creationId="{7FF5F561-DBF4-ACF4-D59E-6B19C548CDEB}"/>
          </ac:spMkLst>
        </pc:spChg>
        <pc:spChg chg="mod">
          <ac:chgData name="Tate Wilson" userId="dd715062-ed57-4058-a014-95cd6b7000da" providerId="ADAL" clId="{ECC2427A-958D-48F4-91B3-1A337BB0DFE3}" dt="2026-04-23T15:20:57.139" v="93" actId="13926"/>
          <ac:spMkLst>
            <pc:docMk/>
            <pc:sldMk cId="4127311149" sldId="3814"/>
            <ac:spMk id="51" creationId="{7DA048D1-81D5-3239-5BDD-00646345C204}"/>
          </ac:spMkLst>
        </pc:spChg>
        <pc:spChg chg="mod">
          <ac:chgData name="Tate Wilson" userId="dd715062-ed57-4058-a014-95cd6b7000da" providerId="ADAL" clId="{ECC2427A-958D-48F4-91B3-1A337BB0DFE3}" dt="2026-04-23T15:23:16.836" v="175" actId="20577"/>
          <ac:spMkLst>
            <pc:docMk/>
            <pc:sldMk cId="4127311149" sldId="3814"/>
            <ac:spMk id="1033" creationId="{3271E267-EBEE-C600-0E90-E55CA1A0BA3E}"/>
          </ac:spMkLst>
        </pc:spChg>
        <pc:spChg chg="mod">
          <ac:chgData name="Tate Wilson" userId="dd715062-ed57-4058-a014-95cd6b7000da" providerId="ADAL" clId="{ECC2427A-958D-48F4-91B3-1A337BB0DFE3}" dt="2026-04-23T15:23:22.342" v="177" actId="20577"/>
          <ac:spMkLst>
            <pc:docMk/>
            <pc:sldMk cId="4127311149" sldId="3814"/>
            <ac:spMk id="1035" creationId="{F8C35546-9C64-2C8B-1182-DE2B2F37CEAF}"/>
          </ac:spMkLst>
        </pc:spChg>
        <pc:spChg chg="mod">
          <ac:chgData name="Tate Wilson" userId="dd715062-ed57-4058-a014-95cd6b7000da" providerId="ADAL" clId="{ECC2427A-958D-48F4-91B3-1A337BB0DFE3}" dt="2026-04-23T15:23:32.451" v="182" actId="20577"/>
          <ac:spMkLst>
            <pc:docMk/>
            <pc:sldMk cId="4127311149" sldId="3814"/>
            <ac:spMk id="1036" creationId="{092CE947-C040-0DBD-63A2-4F8FEFAE157C}"/>
          </ac:spMkLst>
        </pc:spChg>
        <pc:spChg chg="mod">
          <ac:chgData name="Tate Wilson" userId="dd715062-ed57-4058-a014-95cd6b7000da" providerId="ADAL" clId="{ECC2427A-958D-48F4-91B3-1A337BB0DFE3}" dt="2026-04-23T15:23:44.468" v="186" actId="20577"/>
          <ac:spMkLst>
            <pc:docMk/>
            <pc:sldMk cId="4127311149" sldId="3814"/>
            <ac:spMk id="1037" creationId="{DED029C2-D4EE-B37A-5FA7-E601EAE36B00}"/>
          </ac:spMkLst>
        </pc:spChg>
        <pc:spChg chg="mod">
          <ac:chgData name="Tate Wilson" userId="dd715062-ed57-4058-a014-95cd6b7000da" providerId="ADAL" clId="{ECC2427A-958D-48F4-91B3-1A337BB0DFE3}" dt="2026-04-23T15:23:26.078" v="180" actId="20577"/>
          <ac:spMkLst>
            <pc:docMk/>
            <pc:sldMk cId="4127311149" sldId="3814"/>
            <ac:spMk id="1038" creationId="{058CDC41-2C7C-DFA1-C891-3F4FF3BEC767}"/>
          </ac:spMkLst>
        </pc:spChg>
        <pc:spChg chg="mod">
          <ac:chgData name="Tate Wilson" userId="dd715062-ed57-4058-a014-95cd6b7000da" providerId="ADAL" clId="{ECC2427A-958D-48F4-91B3-1A337BB0DFE3}" dt="2026-04-23T15:23:00.763" v="165" actId="20577"/>
          <ac:spMkLst>
            <pc:docMk/>
            <pc:sldMk cId="4127311149" sldId="3814"/>
            <ac:spMk id="1042" creationId="{DF747CFB-62CB-3697-072D-86F8DBFA26C1}"/>
          </ac:spMkLst>
        </pc:spChg>
        <pc:spChg chg="mod">
          <ac:chgData name="Tate Wilson" userId="dd715062-ed57-4058-a014-95cd6b7000da" providerId="ADAL" clId="{ECC2427A-958D-48F4-91B3-1A337BB0DFE3}" dt="2026-04-23T15:24:09.306" v="194" actId="20577"/>
          <ac:spMkLst>
            <pc:docMk/>
            <pc:sldMk cId="4127311149" sldId="3814"/>
            <ac:spMk id="1043" creationId="{608014EB-520D-C9B0-D63B-B8C01AA39342}"/>
          </ac:spMkLst>
        </pc:spChg>
        <pc:spChg chg="mod">
          <ac:chgData name="Tate Wilson" userId="dd715062-ed57-4058-a014-95cd6b7000da" providerId="ADAL" clId="{ECC2427A-958D-48F4-91B3-1A337BB0DFE3}" dt="2026-04-23T15:23:13.734" v="173" actId="20577"/>
          <ac:spMkLst>
            <pc:docMk/>
            <pc:sldMk cId="4127311149" sldId="3814"/>
            <ac:spMk id="1044" creationId="{983FB226-B6F4-5AB4-8552-0AF68244051F}"/>
          </ac:spMkLst>
        </pc:spChg>
        <pc:spChg chg="mod">
          <ac:chgData name="Tate Wilson" userId="dd715062-ed57-4058-a014-95cd6b7000da" providerId="ADAL" clId="{ECC2427A-958D-48F4-91B3-1A337BB0DFE3}" dt="2026-04-23T15:30:44.442" v="386" actId="20577"/>
          <ac:spMkLst>
            <pc:docMk/>
            <pc:sldMk cId="4127311149" sldId="3814"/>
            <ac:spMk id="1058" creationId="{0184E092-F4B8-0DE1-7AF0-15E041377EB9}"/>
          </ac:spMkLst>
        </pc:spChg>
        <pc:spChg chg="mod">
          <ac:chgData name="Tate Wilson" userId="dd715062-ed57-4058-a014-95cd6b7000da" providerId="ADAL" clId="{ECC2427A-958D-48F4-91B3-1A337BB0DFE3}" dt="2026-04-23T15:30:52.432" v="392" actId="20577"/>
          <ac:spMkLst>
            <pc:docMk/>
            <pc:sldMk cId="4127311149" sldId="3814"/>
            <ac:spMk id="1059" creationId="{C614A5DF-7BF8-15F2-2D8B-D797F4019930}"/>
          </ac:spMkLst>
        </pc:spChg>
        <pc:spChg chg="mod">
          <ac:chgData name="Tate Wilson" userId="dd715062-ed57-4058-a014-95cd6b7000da" providerId="ADAL" clId="{ECC2427A-958D-48F4-91B3-1A337BB0DFE3}" dt="2026-04-23T15:23:49.933" v="189" actId="20577"/>
          <ac:spMkLst>
            <pc:docMk/>
            <pc:sldMk cId="4127311149" sldId="3814"/>
            <ac:spMk id="1062" creationId="{C4756C2A-CCA3-3FE4-64A7-7FD92895440D}"/>
          </ac:spMkLst>
        </pc:spChg>
        <pc:spChg chg="mod">
          <ac:chgData name="Tate Wilson" userId="dd715062-ed57-4058-a014-95cd6b7000da" providerId="ADAL" clId="{ECC2427A-958D-48F4-91B3-1A337BB0DFE3}" dt="2026-04-23T15:23:53.704" v="192" actId="20577"/>
          <ac:spMkLst>
            <pc:docMk/>
            <pc:sldMk cId="4127311149" sldId="3814"/>
            <ac:spMk id="1065" creationId="{017AD4F8-FE8A-7617-5AE2-09F17ADE445C}"/>
          </ac:spMkLst>
        </pc:spChg>
        <pc:spChg chg="mod">
          <ac:chgData name="Tate Wilson" userId="dd715062-ed57-4058-a014-95cd6b7000da" providerId="ADAL" clId="{ECC2427A-958D-48F4-91B3-1A337BB0DFE3}" dt="2026-04-23T15:21:44.371" v="119" actId="20577"/>
          <ac:spMkLst>
            <pc:docMk/>
            <pc:sldMk cId="4127311149" sldId="3814"/>
            <ac:spMk id="1068" creationId="{AC7A0058-B55B-2D27-128A-A11A0649B059}"/>
          </ac:spMkLst>
        </pc:spChg>
        <pc:spChg chg="mod">
          <ac:chgData name="Tate Wilson" userId="dd715062-ed57-4058-a014-95cd6b7000da" providerId="ADAL" clId="{ECC2427A-958D-48F4-91B3-1A337BB0DFE3}" dt="2026-04-23T15:24:31.369" v="211" actId="20577"/>
          <ac:spMkLst>
            <pc:docMk/>
            <pc:sldMk cId="4127311149" sldId="3814"/>
            <ac:spMk id="1073" creationId="{7DE337D3-2D2C-D032-7AD5-9C7AC5815146}"/>
          </ac:spMkLst>
        </pc:spChg>
        <pc:spChg chg="mod">
          <ac:chgData name="Tate Wilson" userId="dd715062-ed57-4058-a014-95cd6b7000da" providerId="ADAL" clId="{ECC2427A-958D-48F4-91B3-1A337BB0DFE3}" dt="2026-04-23T15:24:25.530" v="206" actId="20577"/>
          <ac:spMkLst>
            <pc:docMk/>
            <pc:sldMk cId="4127311149" sldId="3814"/>
            <ac:spMk id="1074" creationId="{BAF59BD9-CEF3-DD89-09ED-5F94076E1259}"/>
          </ac:spMkLst>
        </pc:spChg>
        <pc:spChg chg="mod">
          <ac:chgData name="Tate Wilson" userId="dd715062-ed57-4058-a014-95cd6b7000da" providerId="ADAL" clId="{ECC2427A-958D-48F4-91B3-1A337BB0DFE3}" dt="2026-04-23T15:24:37.193" v="213"/>
          <ac:spMkLst>
            <pc:docMk/>
            <pc:sldMk cId="4127311149" sldId="3814"/>
            <ac:spMk id="1088" creationId="{15D904C5-E698-2DB8-5633-69E3BF69082A}"/>
          </ac:spMkLst>
        </pc:spChg>
        <pc:spChg chg="mod">
          <ac:chgData name="Tate Wilson" userId="dd715062-ed57-4058-a014-95cd6b7000da" providerId="ADAL" clId="{ECC2427A-958D-48F4-91B3-1A337BB0DFE3}" dt="2026-04-23T15:24:37.193" v="213"/>
          <ac:spMkLst>
            <pc:docMk/>
            <pc:sldMk cId="4127311149" sldId="3814"/>
            <ac:spMk id="1089" creationId="{5E1CEA0A-73D5-DB5B-D64B-AA54AC232116}"/>
          </ac:spMkLst>
        </pc:spChg>
        <pc:spChg chg="mod">
          <ac:chgData name="Tate Wilson" userId="dd715062-ed57-4058-a014-95cd6b7000da" providerId="ADAL" clId="{ECC2427A-958D-48F4-91B3-1A337BB0DFE3}" dt="2026-04-23T15:24:37.193" v="213"/>
          <ac:spMkLst>
            <pc:docMk/>
            <pc:sldMk cId="4127311149" sldId="3814"/>
            <ac:spMk id="1090" creationId="{ECC69798-7E1E-627A-CB7B-1ED86EEC6132}"/>
          </ac:spMkLst>
        </pc:spChg>
        <pc:spChg chg="mod">
          <ac:chgData name="Tate Wilson" userId="dd715062-ed57-4058-a014-95cd6b7000da" providerId="ADAL" clId="{ECC2427A-958D-48F4-91B3-1A337BB0DFE3}" dt="2026-04-23T15:29:34.989" v="328" actId="1035"/>
          <ac:spMkLst>
            <pc:docMk/>
            <pc:sldMk cId="4127311149" sldId="3814"/>
            <ac:spMk id="1112" creationId="{1A4517D6-DBB5-A9F5-D1FE-FC647C20410D}"/>
          </ac:spMkLst>
        </pc:spChg>
        <pc:grpChg chg="mod">
          <ac:chgData name="Tate Wilson" userId="dd715062-ed57-4058-a014-95cd6b7000da" providerId="ADAL" clId="{ECC2427A-958D-48F4-91B3-1A337BB0DFE3}" dt="2026-04-23T15:24:37.193" v="213"/>
          <ac:grpSpMkLst>
            <pc:docMk/>
            <pc:sldMk cId="4127311149" sldId="3814"/>
            <ac:grpSpMk id="1087" creationId="{877CAD62-1E81-DC1F-ED73-334CE8C7F381}"/>
          </ac:grpSpMkLst>
        </pc:grpChg>
        <pc:graphicFrameChg chg="add mod ord modGraphic">
          <ac:chgData name="Tate Wilson" userId="dd715062-ed57-4058-a014-95cd6b7000da" providerId="ADAL" clId="{ECC2427A-958D-48F4-91B3-1A337BB0DFE3}" dt="2026-04-23T15:31:54.251" v="410" actId="2164"/>
          <ac:graphicFrameMkLst>
            <pc:docMk/>
            <pc:sldMk cId="4127311149" sldId="3814"/>
            <ac:graphicFrameMk id="5" creationId="{BE8BECDF-68B2-1AA4-637A-65701752E1F2}"/>
          </ac:graphicFrameMkLst>
        </pc:graphicFrameChg>
        <pc:picChg chg="add del mod">
          <ac:chgData name="Tate Wilson" userId="dd715062-ed57-4058-a014-95cd6b7000da" providerId="ADAL" clId="{ECC2427A-958D-48F4-91B3-1A337BB0DFE3}" dt="2026-04-23T15:32:00.917" v="411" actId="478"/>
          <ac:picMkLst>
            <pc:docMk/>
            <pc:sldMk cId="4127311149" sldId="3814"/>
            <ac:picMk id="3" creationId="{695D1595-F56A-AAF1-1BAA-605EC95890C2}"/>
          </ac:picMkLst>
        </pc:picChg>
        <pc:picChg chg="del mod">
          <ac:chgData name="Tate Wilson" userId="dd715062-ed57-4058-a014-95cd6b7000da" providerId="ADAL" clId="{ECC2427A-958D-48F4-91B3-1A337BB0DFE3}" dt="2026-04-23T15:27:04.848" v="240" actId="478"/>
          <ac:picMkLst>
            <pc:docMk/>
            <pc:sldMk cId="4127311149" sldId="3814"/>
            <ac:picMk id="10" creationId="{619331B2-8158-0FBA-B99E-044141EDF62C}"/>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8" y="4"/>
            <a:ext cx="3037455" cy="465940"/>
          </a:xfrm>
          <a:prstGeom prst="rect">
            <a:avLst/>
          </a:prstGeom>
        </p:spPr>
        <p:txBody>
          <a:bodyPr vert="horz" lIns="91332" tIns="45668" rIns="91332" bIns="45668" rtlCol="0"/>
          <a:lstStyle>
            <a:lvl1pPr algn="l">
              <a:defRPr sz="1200"/>
            </a:lvl1pPr>
          </a:lstStyle>
          <a:p>
            <a:endParaRPr lang="en-CA" dirty="0"/>
          </a:p>
        </p:txBody>
      </p:sp>
      <p:sp>
        <p:nvSpPr>
          <p:cNvPr id="3" name="Date Placeholder 2"/>
          <p:cNvSpPr>
            <a:spLocks noGrp="1"/>
          </p:cNvSpPr>
          <p:nvPr>
            <p:ph type="dt" sz="quarter" idx="1"/>
          </p:nvPr>
        </p:nvSpPr>
        <p:spPr>
          <a:xfrm>
            <a:off x="3971296" y="4"/>
            <a:ext cx="3037454" cy="465940"/>
          </a:xfrm>
          <a:prstGeom prst="rect">
            <a:avLst/>
          </a:prstGeom>
        </p:spPr>
        <p:txBody>
          <a:bodyPr vert="horz" lIns="91332" tIns="45668" rIns="91332" bIns="45668" rtlCol="0"/>
          <a:lstStyle>
            <a:lvl1pPr algn="r">
              <a:defRPr sz="1200"/>
            </a:lvl1pPr>
          </a:lstStyle>
          <a:p>
            <a:fld id="{9C8B1C08-F1AA-4564-9AA0-B0428DFEBCC3}" type="datetimeFigureOut">
              <a:rPr lang="en-CA" smtClean="0"/>
              <a:t>2026-04-23</a:t>
            </a:fld>
            <a:endParaRPr lang="en-CA" dirty="0"/>
          </a:p>
        </p:txBody>
      </p:sp>
      <p:sp>
        <p:nvSpPr>
          <p:cNvPr id="4" name="Footer Placeholder 3"/>
          <p:cNvSpPr>
            <a:spLocks noGrp="1"/>
          </p:cNvSpPr>
          <p:nvPr>
            <p:ph type="ftr" sz="quarter" idx="2"/>
          </p:nvPr>
        </p:nvSpPr>
        <p:spPr>
          <a:xfrm>
            <a:off x="8" y="8830462"/>
            <a:ext cx="3037455" cy="465940"/>
          </a:xfrm>
          <a:prstGeom prst="rect">
            <a:avLst/>
          </a:prstGeom>
        </p:spPr>
        <p:txBody>
          <a:bodyPr vert="horz" lIns="91332" tIns="45668" rIns="91332" bIns="45668" rtlCol="0" anchor="b"/>
          <a:lstStyle>
            <a:lvl1pPr algn="l">
              <a:defRPr sz="1200"/>
            </a:lvl1pPr>
          </a:lstStyle>
          <a:p>
            <a:endParaRPr lang="en-CA" dirty="0"/>
          </a:p>
        </p:txBody>
      </p:sp>
      <p:sp>
        <p:nvSpPr>
          <p:cNvPr id="5" name="Slide Number Placeholder 4"/>
          <p:cNvSpPr>
            <a:spLocks noGrp="1"/>
          </p:cNvSpPr>
          <p:nvPr>
            <p:ph type="sldNum" sz="quarter" idx="3"/>
          </p:nvPr>
        </p:nvSpPr>
        <p:spPr>
          <a:xfrm>
            <a:off x="3971296" y="8830462"/>
            <a:ext cx="3037454" cy="465940"/>
          </a:xfrm>
          <a:prstGeom prst="rect">
            <a:avLst/>
          </a:prstGeom>
        </p:spPr>
        <p:txBody>
          <a:bodyPr vert="horz" lIns="91332" tIns="45668" rIns="91332" bIns="45668" rtlCol="0" anchor="b"/>
          <a:lstStyle>
            <a:lvl1pPr algn="r">
              <a:defRPr sz="1200"/>
            </a:lvl1pPr>
          </a:lstStyle>
          <a:p>
            <a:fld id="{845DC737-5FD1-46B5-83FD-B0B914E42D7E}" type="slidenum">
              <a:rPr lang="en-CA" smtClean="0"/>
              <a:t>‹#›</a:t>
            </a:fld>
            <a:endParaRPr lang="en-CA" dirty="0"/>
          </a:p>
        </p:txBody>
      </p:sp>
    </p:spTree>
    <p:extLst>
      <p:ext uri="{BB962C8B-B14F-4D97-AF65-F5344CB8AC3E}">
        <p14:creationId xmlns:p14="http://schemas.microsoft.com/office/powerpoint/2010/main" val="37471621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8"/>
            <a:ext cx="3037840" cy="466435"/>
          </a:xfrm>
          <a:prstGeom prst="rect">
            <a:avLst/>
          </a:prstGeom>
        </p:spPr>
        <p:txBody>
          <a:bodyPr vert="horz" lIns="91332" tIns="45668" rIns="91332" bIns="45668" rtlCol="0"/>
          <a:lstStyle>
            <a:lvl1pPr algn="l">
              <a:defRPr sz="1200"/>
            </a:lvl1pPr>
          </a:lstStyle>
          <a:p>
            <a:endParaRPr lang="en-GB" dirty="0"/>
          </a:p>
        </p:txBody>
      </p:sp>
      <p:sp>
        <p:nvSpPr>
          <p:cNvPr id="3" name="Date Placeholder 2"/>
          <p:cNvSpPr>
            <a:spLocks noGrp="1"/>
          </p:cNvSpPr>
          <p:nvPr>
            <p:ph type="dt" idx="1"/>
          </p:nvPr>
        </p:nvSpPr>
        <p:spPr>
          <a:xfrm>
            <a:off x="3970940" y="8"/>
            <a:ext cx="3037840" cy="466435"/>
          </a:xfrm>
          <a:prstGeom prst="rect">
            <a:avLst/>
          </a:prstGeom>
        </p:spPr>
        <p:txBody>
          <a:bodyPr vert="horz" lIns="91332" tIns="45668" rIns="91332" bIns="45668" rtlCol="0"/>
          <a:lstStyle>
            <a:lvl1pPr algn="r">
              <a:defRPr sz="1200"/>
            </a:lvl1pPr>
          </a:lstStyle>
          <a:p>
            <a:fld id="{FFADE769-198B-4FAE-A652-4630BFFFA7EA}" type="datetimeFigureOut">
              <a:rPr lang="en-GB" smtClean="0"/>
              <a:t>23/04/2026</a:t>
            </a:fld>
            <a:endParaRPr lang="en-GB" dirty="0"/>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332" tIns="45668" rIns="91332" bIns="45668" rtlCol="0" anchor="ctr"/>
          <a:lstStyle/>
          <a:p>
            <a:endParaRPr lang="en-GB" dirty="0"/>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1332" tIns="45668" rIns="91332" bIns="45668"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829967"/>
            <a:ext cx="3037840" cy="466434"/>
          </a:xfrm>
          <a:prstGeom prst="rect">
            <a:avLst/>
          </a:prstGeom>
        </p:spPr>
        <p:txBody>
          <a:bodyPr vert="horz" lIns="91332" tIns="45668" rIns="91332" bIns="45668" rtlCol="0" anchor="b"/>
          <a:lstStyle>
            <a:lvl1pPr algn="l">
              <a:defRPr sz="1200"/>
            </a:lvl1pPr>
          </a:lstStyle>
          <a:p>
            <a:endParaRPr lang="en-GB" dirty="0"/>
          </a:p>
        </p:txBody>
      </p:sp>
      <p:sp>
        <p:nvSpPr>
          <p:cNvPr id="7" name="Slide Number Placeholder 6"/>
          <p:cNvSpPr>
            <a:spLocks noGrp="1"/>
          </p:cNvSpPr>
          <p:nvPr>
            <p:ph type="sldNum" sz="quarter" idx="5"/>
          </p:nvPr>
        </p:nvSpPr>
        <p:spPr>
          <a:xfrm>
            <a:off x="3970940" y="8829967"/>
            <a:ext cx="3037840" cy="466434"/>
          </a:xfrm>
          <a:prstGeom prst="rect">
            <a:avLst/>
          </a:prstGeom>
        </p:spPr>
        <p:txBody>
          <a:bodyPr vert="horz" lIns="91332" tIns="45668" rIns="91332" bIns="45668" rtlCol="0" anchor="b"/>
          <a:lstStyle>
            <a:lvl1pPr algn="r">
              <a:defRPr sz="1200"/>
            </a:lvl1pPr>
          </a:lstStyle>
          <a:p>
            <a:fld id="{5BE1016A-D413-403C-A974-2E06FD2162DF}" type="slidenum">
              <a:rPr lang="en-GB" smtClean="0"/>
              <a:t>‹#›</a:t>
            </a:fld>
            <a:endParaRPr lang="en-GB" dirty="0"/>
          </a:p>
        </p:txBody>
      </p:sp>
    </p:spTree>
    <p:extLst>
      <p:ext uri="{BB962C8B-B14F-4D97-AF65-F5344CB8AC3E}">
        <p14:creationId xmlns:p14="http://schemas.microsoft.com/office/powerpoint/2010/main" val="21326791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A3D96-D9AD-B927-53E4-C8C882802D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39FB26-ECFF-0C41-FD77-C27B24D66DA6}"/>
              </a:ext>
            </a:extLst>
          </p:cNvPr>
          <p:cNvSpPr>
            <a:spLocks noGrp="1" noRot="1" noChangeAspect="1"/>
          </p:cNvSpPr>
          <p:nvPr>
            <p:ph type="sldImg"/>
          </p:nvPr>
        </p:nvSpPr>
        <p:spPr/>
        <p:txBody>
          <a:bodyPr/>
          <a:lstStyle/>
          <a:p>
            <a:endParaRPr lang="en-CA" dirty="0"/>
          </a:p>
        </p:txBody>
      </p:sp>
      <p:sp>
        <p:nvSpPr>
          <p:cNvPr id="3" name="Notes Placeholder 2">
            <a:extLst>
              <a:ext uri="{FF2B5EF4-FFF2-40B4-BE49-F238E27FC236}">
                <a16:creationId xmlns:a16="http://schemas.microsoft.com/office/drawing/2014/main" id="{0A86BEA8-6C6C-1D6C-ECDE-8AA1CFA4CA8D}"/>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1D59C163-F626-8223-A24C-2028EED9C275}"/>
              </a:ext>
            </a:extLst>
          </p:cNvPr>
          <p:cNvSpPr>
            <a:spLocks noGrp="1"/>
          </p:cNvSpPr>
          <p:nvPr>
            <p:ph type="sldNum" sz="quarter" idx="5"/>
          </p:nvPr>
        </p:nvSpPr>
        <p:spPr/>
        <p:txBody>
          <a:bodyPr/>
          <a:lstStyle/>
          <a:p>
            <a:fld id="{5BE1016A-D413-403C-A974-2E06FD2162DF}" type="slidenum">
              <a:rPr lang="en-GB" smtClean="0"/>
              <a:t>1</a:t>
            </a:fld>
            <a:endParaRPr lang="en-GB" dirty="0"/>
          </a:p>
        </p:txBody>
      </p:sp>
    </p:spTree>
    <p:extLst>
      <p:ext uri="{BB962C8B-B14F-4D97-AF65-F5344CB8AC3E}">
        <p14:creationId xmlns:p14="http://schemas.microsoft.com/office/powerpoint/2010/main" val="19099519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01A817-5322-47DA-EDEB-8AC82340D8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EBBA69E-3F7C-5290-EA1F-6BD3BB6CDAF8}"/>
              </a:ext>
            </a:extLst>
          </p:cNvPr>
          <p:cNvSpPr>
            <a:spLocks noGrp="1" noRot="1" noChangeAspect="1"/>
          </p:cNvSpPr>
          <p:nvPr>
            <p:ph type="sldImg"/>
          </p:nvPr>
        </p:nvSpPr>
        <p:spPr/>
        <p:txBody>
          <a:bodyPr/>
          <a:lstStyle/>
          <a:p>
            <a:endParaRPr lang="en-CA" dirty="0"/>
          </a:p>
        </p:txBody>
      </p:sp>
      <p:sp>
        <p:nvSpPr>
          <p:cNvPr id="3" name="Notes Placeholder 2">
            <a:extLst>
              <a:ext uri="{FF2B5EF4-FFF2-40B4-BE49-F238E27FC236}">
                <a16:creationId xmlns:a16="http://schemas.microsoft.com/office/drawing/2014/main" id="{1E137C5E-BA08-3B2A-FFFA-8F087BCC20D8}"/>
              </a:ext>
            </a:extLst>
          </p:cNvPr>
          <p:cNvSpPr>
            <a:spLocks noGrp="1"/>
          </p:cNvSpPr>
          <p:nvPr>
            <p:ph type="body" idx="1"/>
          </p:nvPr>
        </p:nvSpPr>
        <p:spPr/>
        <p:txBody>
          <a:bodyPr/>
          <a:lstStyle/>
          <a:p>
            <a:endParaRPr lang="en-CA"/>
          </a:p>
        </p:txBody>
      </p:sp>
      <p:sp>
        <p:nvSpPr>
          <p:cNvPr id="4" name="Slide Number Placeholder 3">
            <a:extLst>
              <a:ext uri="{FF2B5EF4-FFF2-40B4-BE49-F238E27FC236}">
                <a16:creationId xmlns:a16="http://schemas.microsoft.com/office/drawing/2014/main" id="{ED9EABF1-ED24-F5DC-91F5-2844DFE1FAA8}"/>
              </a:ext>
            </a:extLst>
          </p:cNvPr>
          <p:cNvSpPr>
            <a:spLocks noGrp="1"/>
          </p:cNvSpPr>
          <p:nvPr>
            <p:ph type="sldNum" sz="quarter" idx="5"/>
          </p:nvPr>
        </p:nvSpPr>
        <p:spPr/>
        <p:txBody>
          <a:bodyPr/>
          <a:lstStyle/>
          <a:p>
            <a:fld id="{5BE1016A-D413-403C-A974-2E06FD2162DF}" type="slidenum">
              <a:rPr lang="en-GB" smtClean="0"/>
              <a:t>2</a:t>
            </a:fld>
            <a:endParaRPr lang="en-GB" dirty="0"/>
          </a:p>
        </p:txBody>
      </p:sp>
    </p:spTree>
    <p:extLst>
      <p:ext uri="{BB962C8B-B14F-4D97-AF65-F5344CB8AC3E}">
        <p14:creationId xmlns:p14="http://schemas.microsoft.com/office/powerpoint/2010/main" val="21573148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14463" y="1162050"/>
            <a:ext cx="4181475" cy="3136900"/>
          </a:xfrm>
        </p:spPr>
        <p:txBody>
          <a:bodyPr/>
          <a:lstStyle/>
          <a:p>
            <a:endParaRPr lang="en-CA" dirty="0"/>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BE1016A-D413-403C-A974-2E06FD2162DF}" type="slidenum">
              <a:rPr lang="en-GB" smtClean="0"/>
              <a:t>4</a:t>
            </a:fld>
            <a:endParaRPr lang="en-GB" dirty="0"/>
          </a:p>
        </p:txBody>
      </p:sp>
    </p:spTree>
    <p:extLst>
      <p:ext uri="{BB962C8B-B14F-4D97-AF65-F5344CB8AC3E}">
        <p14:creationId xmlns:p14="http://schemas.microsoft.com/office/powerpoint/2010/main" val="15485261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7.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Master" Target="../slideMasters/slideMaster2.xml"/><Relationship Id="rId1" Type="http://schemas.openxmlformats.org/officeDocument/2006/relationships/tags" Target="../tags/tag8.xml"/></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9.xml"/></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0.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1.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2.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3.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3F53A69D-F6AE-4E2B-BE32-1F80AC2C1B92}"/>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 name="Title 1"/>
          <p:cNvSpPr>
            <a:spLocks noGrp="1"/>
          </p:cNvSpPr>
          <p:nvPr>
            <p:ph type="ctrTitle"/>
          </p:nvPr>
        </p:nvSpPr>
        <p:spPr>
          <a:xfrm>
            <a:off x="685800" y="1122363"/>
            <a:ext cx="7772400" cy="2387600"/>
          </a:xfrm>
          <a:prstGeom prst="rect">
            <a:avLst/>
          </a:prstGeom>
        </p:spPr>
        <p:txBody>
          <a:bodyPr anchor="b"/>
          <a:lstStyle>
            <a:lvl1pPr algn="ctr">
              <a:defRPr sz="6000">
                <a:latin typeface="Corbel" panose="020B0503020204020204" pitchFamily="34" charset="0"/>
              </a:defRPr>
            </a:lvl1pPr>
          </a:lstStyle>
          <a:p>
            <a:r>
              <a:rPr lang="en-US"/>
              <a:t>Click to edit Master title style</a:t>
            </a:r>
          </a:p>
        </p:txBody>
      </p:sp>
      <p:sp>
        <p:nvSpPr>
          <p:cNvPr id="3" name="Subtitle 2"/>
          <p:cNvSpPr>
            <a:spLocks noGrp="1"/>
          </p:cNvSpPr>
          <p:nvPr>
            <p:ph type="subTitle" idx="1"/>
          </p:nvPr>
        </p:nvSpPr>
        <p:spPr>
          <a:xfrm>
            <a:off x="1143000" y="3602038"/>
            <a:ext cx="6858000" cy="1655762"/>
          </a:xfrm>
          <a:prstGeom prst="rect">
            <a:avLst/>
          </a:prstGeom>
        </p:spPr>
        <p:txBody>
          <a:bodyPr/>
          <a:lstStyle>
            <a:lvl1pPr marL="0" indent="0" algn="ctr">
              <a:buNone/>
              <a:defRPr sz="2400">
                <a:latin typeface="Aharoni" panose="02010803020104030203" pitchFamily="2" charset="-79"/>
                <a:cs typeface="Aharoni" panose="02010803020104030203" pitchFamily="2" charset="-79"/>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4396603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in">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FDA4344F-2F0B-AFBA-7AB4-FA69EA87954E}"/>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 name="Title 1"/>
          <p:cNvSpPr>
            <a:spLocks noGrp="1"/>
          </p:cNvSpPr>
          <p:nvPr>
            <p:ph type="title"/>
          </p:nvPr>
        </p:nvSpPr>
        <p:spPr/>
        <p:txBody>
          <a:bodyPr>
            <a:normAutofit/>
          </a:bodyPr>
          <a:lstStyle>
            <a:lvl1pPr>
              <a:defRPr sz="2200"/>
            </a:lvl1pPr>
          </a:lstStyle>
          <a:p>
            <a:r>
              <a:rPr lang="en-US"/>
              <a:t>Click to edit Master title style</a:t>
            </a:r>
            <a:endParaRPr lang="en-CA"/>
          </a:p>
        </p:txBody>
      </p:sp>
      <p:sp>
        <p:nvSpPr>
          <p:cNvPr id="6"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dirty="0"/>
          </a:p>
        </p:txBody>
      </p:sp>
      <p:sp>
        <p:nvSpPr>
          <p:cNvPr id="12" name="Text Placeholder 11"/>
          <p:cNvSpPr>
            <a:spLocks noGrp="1"/>
          </p:cNvSpPr>
          <p:nvPr>
            <p:ph type="body" sz="quarter" idx="13" hasCustomPrompt="1"/>
          </p:nvPr>
        </p:nvSpPr>
        <p:spPr>
          <a:xfrm>
            <a:off x="1570011" y="6426533"/>
            <a:ext cx="6366293" cy="409085"/>
          </a:xfrm>
          <a:prstGeom prst="rect">
            <a:avLst/>
          </a:prstGeom>
        </p:spPr>
        <p:txBody>
          <a:bodyPr anchor="ctr">
            <a:noAutofit/>
          </a:bodyPr>
          <a:lstStyle>
            <a:lvl1pPr algn="l" defTabSz="914400" rtl="0" eaLnBrk="1" latinLnBrk="0" hangingPunct="1">
              <a:lnSpc>
                <a:spcPct val="85000"/>
              </a:lnSpc>
              <a:spcBef>
                <a:spcPct val="0"/>
              </a:spcBef>
              <a:buNone/>
              <a:defRPr lang="en-US" sz="700" b="0" kern="1200" baseline="0" smtClean="0">
                <a:solidFill>
                  <a:schemeClr val="tx1"/>
                </a:solidFill>
                <a:latin typeface="Palatino Linotype" panose="02040502050505030304" pitchFamily="18" charset="0"/>
                <a:ea typeface="+mj-ea"/>
                <a:cs typeface="+mj-cs"/>
              </a:defRPr>
            </a:lvl1pPr>
            <a:lvl2pPr marL="1314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2pPr>
            <a:lvl3pPr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3pPr>
            <a:lvl4pPr marL="13716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4pPr>
            <a:lvl5pPr marL="1828800" indent="0" algn="l" defTabSz="914400" rtl="0" eaLnBrk="1" latinLnBrk="0" hangingPunct="1">
              <a:lnSpc>
                <a:spcPct val="90000"/>
              </a:lnSpc>
              <a:spcBef>
                <a:spcPct val="0"/>
              </a:spcBef>
              <a:buNone/>
              <a:defRPr lang="en-CA" sz="1100" b="1" kern="1200" baseline="0">
                <a:solidFill>
                  <a:srgbClr val="1B2759"/>
                </a:solidFill>
                <a:latin typeface="Palatino Linotype" panose="02040502050505030304" pitchFamily="18" charset="0"/>
                <a:ea typeface="+mj-ea"/>
                <a:cs typeface="+mj-cs"/>
              </a:defRPr>
            </a:lvl5pPr>
          </a:lstStyle>
          <a:p>
            <a:pPr lvl="0"/>
            <a:r>
              <a:rPr lang="en-CA" b="0"/>
              <a:t>Footer</a:t>
            </a:r>
            <a:endParaRPr lang="en-CA"/>
          </a:p>
        </p:txBody>
      </p:sp>
      <p:cxnSp>
        <p:nvCxnSpPr>
          <p:cNvPr id="14" name="Straight Connector 13"/>
          <p:cNvCxnSpPr/>
          <p:nvPr/>
        </p:nvCxnSpPr>
        <p:spPr>
          <a:xfrm>
            <a:off x="1565128" y="6450260"/>
            <a:ext cx="0" cy="347186"/>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4615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ith Tagline">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50D6ABD3-AD13-AB91-8184-F90FA17210BA}"/>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p:cNvSpPr>
            <a:spLocks noGrp="1"/>
          </p:cNvSpPr>
          <p:nvPr>
            <p:ph type="title"/>
          </p:nvPr>
        </p:nvSpPr>
        <p:spPr>
          <a:xfrm>
            <a:off x="239832" y="116475"/>
            <a:ext cx="8577386" cy="878890"/>
          </a:xfrm>
        </p:spPr>
        <p:txBody>
          <a:bodyPr>
            <a:normAutofit/>
          </a:bodyPr>
          <a:lstStyle>
            <a:lvl1pPr algn="l" defTabSz="914400" rtl="0" eaLnBrk="1" latinLnBrk="0" hangingPunct="1">
              <a:lnSpc>
                <a:spcPct val="90000"/>
              </a:lnSpc>
              <a:spcBef>
                <a:spcPct val="0"/>
              </a:spcBef>
              <a:buNone/>
              <a:defRPr lang="en-CA" sz="2200" b="1" kern="1200" baseline="0" dirty="0">
                <a:solidFill>
                  <a:schemeClr val="tx1"/>
                </a:solidFill>
                <a:latin typeface="Palatino Linotype" panose="02040502050505030304" pitchFamily="18" charset="0"/>
                <a:ea typeface="+mj-ea"/>
                <a:cs typeface="+mj-cs"/>
              </a:defRPr>
            </a:lvl1pPr>
          </a:lstStyle>
          <a:p>
            <a:r>
              <a:rPr lang="en-US"/>
              <a:t>Click to edit Master title style</a:t>
            </a:r>
            <a:endParaRPr lang="en-CA"/>
          </a:p>
        </p:txBody>
      </p:sp>
      <p:sp>
        <p:nvSpPr>
          <p:cNvPr id="9"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dirty="0"/>
          </a:p>
        </p:txBody>
      </p:sp>
      <p:sp>
        <p:nvSpPr>
          <p:cNvPr id="10" name="Text Placeholder 11"/>
          <p:cNvSpPr>
            <a:spLocks noGrp="1"/>
          </p:cNvSpPr>
          <p:nvPr>
            <p:ph type="body" sz="quarter" idx="13" hasCustomPrompt="1"/>
          </p:nvPr>
        </p:nvSpPr>
        <p:spPr>
          <a:xfrm>
            <a:off x="1570011" y="6426533"/>
            <a:ext cx="6366293" cy="409085"/>
          </a:xfrm>
          <a:prstGeom prst="rect">
            <a:avLst/>
          </a:prstGeom>
        </p:spPr>
        <p:txBody>
          <a:bodyPr anchor="ctr">
            <a:noAutofit/>
          </a:bodyPr>
          <a:lstStyle>
            <a:lvl1pPr algn="l" defTabSz="914400" rtl="0" eaLnBrk="1" latinLnBrk="0" hangingPunct="1">
              <a:lnSpc>
                <a:spcPct val="85000"/>
              </a:lnSpc>
              <a:spcBef>
                <a:spcPct val="0"/>
              </a:spcBef>
              <a:buNone/>
              <a:defRPr lang="en-US" sz="700" b="0" kern="1200" baseline="0" smtClean="0">
                <a:solidFill>
                  <a:schemeClr val="tx1"/>
                </a:solidFill>
                <a:latin typeface="Palatino Linotype" panose="02040502050505030304" pitchFamily="18" charset="0"/>
                <a:ea typeface="+mj-ea"/>
                <a:cs typeface="+mj-cs"/>
              </a:defRPr>
            </a:lvl1pPr>
            <a:lvl2pPr marL="1314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2pPr>
            <a:lvl3pPr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3pPr>
            <a:lvl4pPr marL="13716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4pPr>
            <a:lvl5pPr marL="1828800" indent="0" algn="l" defTabSz="914400" rtl="0" eaLnBrk="1" latinLnBrk="0" hangingPunct="1">
              <a:lnSpc>
                <a:spcPct val="90000"/>
              </a:lnSpc>
              <a:spcBef>
                <a:spcPct val="0"/>
              </a:spcBef>
              <a:buNone/>
              <a:defRPr lang="en-CA" sz="1100" b="1" kern="1200" baseline="0">
                <a:solidFill>
                  <a:srgbClr val="1B2759"/>
                </a:solidFill>
                <a:latin typeface="Palatino Linotype" panose="02040502050505030304" pitchFamily="18" charset="0"/>
                <a:ea typeface="+mj-ea"/>
                <a:cs typeface="+mj-cs"/>
              </a:defRPr>
            </a:lvl5pPr>
          </a:lstStyle>
          <a:p>
            <a:pPr lvl="0"/>
            <a:r>
              <a:rPr lang="en-CA" b="0"/>
              <a:t>Footer</a:t>
            </a:r>
            <a:endParaRPr lang="en-CA"/>
          </a:p>
        </p:txBody>
      </p:sp>
      <p:cxnSp>
        <p:nvCxnSpPr>
          <p:cNvPr id="11" name="Straight Connector 10"/>
          <p:cNvCxnSpPr/>
          <p:nvPr/>
        </p:nvCxnSpPr>
        <p:spPr>
          <a:xfrm>
            <a:off x="1565128" y="6450260"/>
            <a:ext cx="0" cy="347186"/>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
        <p:nvSpPr>
          <p:cNvPr id="13" name="Text Placeholder 7"/>
          <p:cNvSpPr>
            <a:spLocks noGrp="1"/>
          </p:cNvSpPr>
          <p:nvPr>
            <p:ph type="body" sz="quarter" idx="15" hasCustomPrompt="1"/>
          </p:nvPr>
        </p:nvSpPr>
        <p:spPr>
          <a:xfrm>
            <a:off x="367506" y="5855606"/>
            <a:ext cx="8408988" cy="492150"/>
          </a:xfrm>
          <a:prstGeom prst="rect">
            <a:avLst/>
          </a:prstGeom>
        </p:spPr>
        <p:txBody>
          <a:bodyPr vert="horz" lIns="91440" tIns="45720" rIns="91440" bIns="45720" rtlCol="0" anchor="ctr">
            <a:noAutofit/>
          </a:bodyPr>
          <a:lstStyle>
            <a:lvl1pPr algn="ctr">
              <a:lnSpc>
                <a:spcPct val="110000"/>
              </a:lnSpc>
              <a:spcBef>
                <a:spcPts val="600"/>
              </a:spcBef>
              <a:defRPr lang="en-US" sz="1300" b="1" smtClean="0">
                <a:solidFill>
                  <a:schemeClr val="tx1"/>
                </a:solidFill>
              </a:defRPr>
            </a:lvl1pPr>
            <a:lvl2pPr>
              <a:defRPr lang="en-US" smtClean="0">
                <a:solidFill>
                  <a:schemeClr val="tx1"/>
                </a:solidFill>
              </a:defRPr>
            </a:lvl2pPr>
            <a:lvl3pPr>
              <a:defRPr lang="en-US" smtClean="0"/>
            </a:lvl3pPr>
            <a:lvl4pPr>
              <a:defRPr lang="en-US" smtClean="0"/>
            </a:lvl4pPr>
            <a:lvl5pPr>
              <a:defRPr lang="en-CA"/>
            </a:lvl5pPr>
          </a:lstStyle>
          <a:p>
            <a:pPr lvl="0" algn="ctr"/>
            <a:r>
              <a:rPr lang="en-CA"/>
              <a:t>[ Insert Tagline ]</a:t>
            </a:r>
          </a:p>
        </p:txBody>
      </p:sp>
      <p:cxnSp>
        <p:nvCxnSpPr>
          <p:cNvPr id="14" name="Straight Connector 13"/>
          <p:cNvCxnSpPr/>
          <p:nvPr/>
        </p:nvCxnSpPr>
        <p:spPr>
          <a:xfrm>
            <a:off x="324000" y="5814460"/>
            <a:ext cx="8496000" cy="0"/>
          </a:xfrm>
          <a:prstGeom prst="line">
            <a:avLst/>
          </a:prstGeom>
          <a:ln w="44450" cmpd="dbl">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51360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1EADC7AB-77D8-54E1-B15F-C36374F8ABB0}"/>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p:cNvSpPr>
            <a:spLocks noGrp="1"/>
          </p:cNvSpPr>
          <p:nvPr>
            <p:ph type="sldNum" sz="quarter" idx="10"/>
          </p:nvPr>
        </p:nvSpPr>
        <p:spPr/>
        <p:txBody>
          <a:bodyPr/>
          <a:lstStyle/>
          <a:p>
            <a:fld id="{B0BBF262-6B1A-47DC-B7A7-A92B0DCA2A1B}" type="slidenum">
              <a:rPr lang="en-CA" smtClean="0"/>
              <a:pPr/>
              <a:t>‹#›</a:t>
            </a:fld>
            <a:endParaRPr lang="en-CA" dirty="0"/>
          </a:p>
        </p:txBody>
      </p:sp>
    </p:spTree>
    <p:extLst>
      <p:ext uri="{BB962C8B-B14F-4D97-AF65-F5344CB8AC3E}">
        <p14:creationId xmlns:p14="http://schemas.microsoft.com/office/powerpoint/2010/main" val="27271400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sc/Contacts">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885ABD94-85B2-F12F-3386-B80DD6D0C8B2}"/>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itle 1"/>
          <p:cNvSpPr>
            <a:spLocks noGrp="1"/>
          </p:cNvSpPr>
          <p:nvPr>
            <p:ph type="title"/>
          </p:nvPr>
        </p:nvSpPr>
        <p:spPr>
          <a:xfrm>
            <a:off x="239832" y="116475"/>
            <a:ext cx="8577386" cy="878890"/>
          </a:xfrm>
        </p:spPr>
        <p:txBody>
          <a:bodyPr/>
          <a:lstStyle/>
          <a:p>
            <a:r>
              <a:rPr lang="en-US"/>
              <a:t>Click to edit Master title style</a:t>
            </a:r>
            <a:endParaRPr lang="en-CA"/>
          </a:p>
        </p:txBody>
      </p:sp>
      <p:sp>
        <p:nvSpPr>
          <p:cNvPr id="15" name="Slide Number Placeholder 1"/>
          <p:cNvSpPr>
            <a:spLocks noGrp="1"/>
          </p:cNvSpPr>
          <p:nvPr>
            <p:ph type="sldNum" sz="quarter" idx="10"/>
          </p:nvPr>
        </p:nvSpPr>
        <p:spPr>
          <a:xfrm>
            <a:off x="6829184" y="6453241"/>
            <a:ext cx="2057400" cy="365125"/>
          </a:xfrm>
        </p:spPr>
        <p:txBody>
          <a:bodyPr/>
          <a:lstStyle/>
          <a:p>
            <a:fld id="{B0BBF262-6B1A-47DC-B7A7-A92B0DCA2A1B}" type="slidenum">
              <a:rPr lang="en-CA" smtClean="0"/>
              <a:pPr/>
              <a:t>‹#›</a:t>
            </a:fld>
            <a:endParaRPr lang="en-CA" dirty="0"/>
          </a:p>
        </p:txBody>
      </p:sp>
      <p:pic>
        <p:nvPicPr>
          <p:cNvPr id="3" name="Picture 2" descr="Martinrea International Inc.">
            <a:extLst>
              <a:ext uri="{FF2B5EF4-FFF2-40B4-BE49-F238E27FC236}">
                <a16:creationId xmlns:a16="http://schemas.microsoft.com/office/drawing/2014/main" id="{154F958A-152B-1210-659D-8B085DF23682}"/>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126082" y="132996"/>
            <a:ext cx="691136" cy="691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77092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Disc/Contacts">
    <p:spTree>
      <p:nvGrpSpPr>
        <p:cNvPr id="1" name=""/>
        <p:cNvGrpSpPr/>
        <p:nvPr/>
      </p:nvGrpSpPr>
      <p:grpSpPr>
        <a:xfrm>
          <a:off x="0" y="0"/>
          <a:ext cx="0" cy="0"/>
          <a:chOff x="0" y="0"/>
          <a:chExt cx="0" cy="0"/>
        </a:xfrm>
      </p:grpSpPr>
      <p:sp>
        <p:nvSpPr>
          <p:cNvPr id="3" name="Do not remove" hidden="1">
            <a:extLst>
              <a:ext uri="{FF2B5EF4-FFF2-40B4-BE49-F238E27FC236}">
                <a16:creationId xmlns:a16="http://schemas.microsoft.com/office/drawing/2014/main" id="{089F8A44-91BB-3491-2109-3A9EF9677D2D}"/>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itle 1"/>
          <p:cNvSpPr>
            <a:spLocks noGrp="1"/>
          </p:cNvSpPr>
          <p:nvPr>
            <p:ph type="title"/>
          </p:nvPr>
        </p:nvSpPr>
        <p:spPr>
          <a:xfrm>
            <a:off x="239832" y="116475"/>
            <a:ext cx="8577386" cy="878890"/>
          </a:xfrm>
        </p:spPr>
        <p:txBody>
          <a:bodyPr/>
          <a:lstStyle/>
          <a:p>
            <a:r>
              <a:rPr lang="en-US"/>
              <a:t>Click to edit Master title style</a:t>
            </a:r>
            <a:endParaRPr lang="en-CA"/>
          </a:p>
        </p:txBody>
      </p:sp>
      <p:sp>
        <p:nvSpPr>
          <p:cNvPr id="15" name="Slide Number Placeholder 1"/>
          <p:cNvSpPr>
            <a:spLocks noGrp="1"/>
          </p:cNvSpPr>
          <p:nvPr>
            <p:ph type="sldNum" sz="quarter" idx="10"/>
          </p:nvPr>
        </p:nvSpPr>
        <p:spPr>
          <a:xfrm>
            <a:off x="6829184" y="6453241"/>
            <a:ext cx="2057400" cy="365125"/>
          </a:xfrm>
        </p:spPr>
        <p:txBody>
          <a:bodyPr/>
          <a:lstStyle/>
          <a:p>
            <a:fld id="{B0BBF262-6B1A-47DC-B7A7-A92B0DCA2A1B}" type="slidenum">
              <a:rPr lang="en-CA" smtClean="0"/>
              <a:pPr/>
              <a:t>‹#›</a:t>
            </a:fld>
            <a:endParaRPr lang="en-CA" dirty="0"/>
          </a:p>
        </p:txBody>
      </p:sp>
    </p:spTree>
    <p:extLst>
      <p:ext uri="{BB962C8B-B14F-4D97-AF65-F5344CB8AC3E}">
        <p14:creationId xmlns:p14="http://schemas.microsoft.com/office/powerpoint/2010/main" val="28465419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1_Main">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33C8AD70-3CAA-DA53-A96A-17643289D50B}"/>
              </a:ext>
            </a:extLst>
          </p:cNvPr>
          <p:cNvSpPr/>
          <p:nvPr>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 name="Title 1"/>
          <p:cNvSpPr>
            <a:spLocks noGrp="1"/>
          </p:cNvSpPr>
          <p:nvPr>
            <p:ph type="title"/>
          </p:nvPr>
        </p:nvSpPr>
        <p:spPr/>
        <p:txBody>
          <a:bodyPr/>
          <a:lstStyle/>
          <a:p>
            <a:r>
              <a:rPr lang="en-US"/>
              <a:t>Click to edit Master title style</a:t>
            </a:r>
            <a:endParaRPr lang="en-CA"/>
          </a:p>
        </p:txBody>
      </p:sp>
      <p:sp>
        <p:nvSpPr>
          <p:cNvPr id="6"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dirty="0"/>
          </a:p>
        </p:txBody>
      </p:sp>
      <p:sp>
        <p:nvSpPr>
          <p:cNvPr id="8" name="Text Placeholder 7"/>
          <p:cNvSpPr>
            <a:spLocks noGrp="1"/>
          </p:cNvSpPr>
          <p:nvPr>
            <p:ph type="body" sz="quarter" idx="15" hasCustomPrompt="1"/>
          </p:nvPr>
        </p:nvSpPr>
        <p:spPr>
          <a:xfrm>
            <a:off x="367506" y="5897696"/>
            <a:ext cx="8408988" cy="432642"/>
          </a:xfrm>
        </p:spPr>
        <p:txBody>
          <a:bodyPr vert="horz" lIns="91440" tIns="45720" rIns="91440" bIns="45720" rtlCol="0" anchor="ctr">
            <a:noAutofit/>
          </a:bodyPr>
          <a:lstStyle>
            <a:lvl1pPr algn="ctr">
              <a:defRPr lang="en-US" sz="1300" b="1" smtClean="0">
                <a:solidFill>
                  <a:schemeClr val="tx1"/>
                </a:solidFill>
              </a:defRPr>
            </a:lvl1pPr>
            <a:lvl2pPr>
              <a:defRPr lang="en-US" smtClean="0">
                <a:solidFill>
                  <a:schemeClr val="tx1"/>
                </a:solidFill>
              </a:defRPr>
            </a:lvl2pPr>
            <a:lvl3pPr>
              <a:defRPr lang="en-US" smtClean="0"/>
            </a:lvl3pPr>
            <a:lvl4pPr>
              <a:defRPr lang="en-US" smtClean="0"/>
            </a:lvl4pPr>
            <a:lvl5pPr>
              <a:defRPr lang="en-CA"/>
            </a:lvl5pPr>
          </a:lstStyle>
          <a:p>
            <a:pPr lvl="0" algn="ctr"/>
            <a:r>
              <a:rPr lang="en-CA"/>
              <a:t>[ Insert Tagline ]</a:t>
            </a:r>
          </a:p>
        </p:txBody>
      </p:sp>
      <p:cxnSp>
        <p:nvCxnSpPr>
          <p:cNvPr id="9" name="Straight Connector 8"/>
          <p:cNvCxnSpPr/>
          <p:nvPr/>
        </p:nvCxnSpPr>
        <p:spPr>
          <a:xfrm>
            <a:off x="1565128" y="6450260"/>
            <a:ext cx="0" cy="347186"/>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pic>
        <p:nvPicPr>
          <p:cNvPr id="5" name="Picture 2" descr="Martinrea International Inc.">
            <a:extLst>
              <a:ext uri="{FF2B5EF4-FFF2-40B4-BE49-F238E27FC236}">
                <a16:creationId xmlns:a16="http://schemas.microsoft.com/office/drawing/2014/main" id="{664EFBCB-D7CE-E34D-B3C0-91297D4CF4F8}"/>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126082" y="132996"/>
            <a:ext cx="691136" cy="691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44588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8" name="Do not remove" hidden="1">
            <a:extLst>
              <a:ext uri="{FF2B5EF4-FFF2-40B4-BE49-F238E27FC236}">
                <a16:creationId xmlns:a16="http://schemas.microsoft.com/office/drawing/2014/main" id="{A9E1D6B1-AF26-F25B-C079-4E7DE8EADAF2}"/>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 name="Title 1">
            <a:extLst>
              <a:ext uri="{FF2B5EF4-FFF2-40B4-BE49-F238E27FC236}">
                <a16:creationId xmlns:a16="http://schemas.microsoft.com/office/drawing/2014/main" id="{C7A5106D-5D10-F2A5-CA10-F7E1ED569A3C}"/>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endParaRPr lang="en-CA"/>
          </a:p>
        </p:txBody>
      </p:sp>
      <p:sp>
        <p:nvSpPr>
          <p:cNvPr id="3" name="Subtitle 2">
            <a:extLst>
              <a:ext uri="{FF2B5EF4-FFF2-40B4-BE49-F238E27FC236}">
                <a16:creationId xmlns:a16="http://schemas.microsoft.com/office/drawing/2014/main" id="{6D24A1E8-F24D-7279-CEA5-890ABA7C6C89}"/>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7B56C1A4-7EFD-B7E1-8B42-497C802AE812}"/>
              </a:ext>
            </a:extLst>
          </p:cNvPr>
          <p:cNvSpPr>
            <a:spLocks noGrp="1"/>
          </p:cNvSpPr>
          <p:nvPr>
            <p:ph type="dt" sz="half" idx="10"/>
          </p:nvPr>
        </p:nvSpPr>
        <p:spPr/>
        <p:txBody>
          <a:bodyPr/>
          <a:lstStyle/>
          <a:p>
            <a:fld id="{EF6E56EF-6717-4F43-98D3-D32CAF689F1D}" type="datetimeFigureOut">
              <a:rPr lang="en-CA" smtClean="0"/>
              <a:t>2026-04-23</a:t>
            </a:fld>
            <a:endParaRPr lang="en-CA" dirty="0"/>
          </a:p>
        </p:txBody>
      </p:sp>
      <p:sp>
        <p:nvSpPr>
          <p:cNvPr id="5" name="Footer Placeholder 4">
            <a:extLst>
              <a:ext uri="{FF2B5EF4-FFF2-40B4-BE49-F238E27FC236}">
                <a16:creationId xmlns:a16="http://schemas.microsoft.com/office/drawing/2014/main" id="{3850A191-0B9B-FAAF-F194-946804F593E3}"/>
              </a:ext>
            </a:extLst>
          </p:cNvPr>
          <p:cNvSpPr>
            <a:spLocks noGrp="1"/>
          </p:cNvSpPr>
          <p:nvPr>
            <p:ph type="ftr" sz="quarter" idx="11"/>
          </p:nvPr>
        </p:nvSpPr>
        <p:spPr/>
        <p:txBody>
          <a:bodyPr/>
          <a:lstStyle/>
          <a:p>
            <a:endParaRPr lang="en-CA" dirty="0"/>
          </a:p>
        </p:txBody>
      </p:sp>
      <p:sp>
        <p:nvSpPr>
          <p:cNvPr id="6" name="Slide Number Placeholder 5">
            <a:extLst>
              <a:ext uri="{FF2B5EF4-FFF2-40B4-BE49-F238E27FC236}">
                <a16:creationId xmlns:a16="http://schemas.microsoft.com/office/drawing/2014/main" id="{AB50711C-37D1-44CF-B739-AECEBD0B68A7}"/>
              </a:ext>
            </a:extLst>
          </p:cNvPr>
          <p:cNvSpPr>
            <a:spLocks noGrp="1"/>
          </p:cNvSpPr>
          <p:nvPr>
            <p:ph type="sldNum" sz="quarter" idx="12"/>
          </p:nvPr>
        </p:nvSpPr>
        <p:spPr/>
        <p:txBody>
          <a:bodyPr/>
          <a:lstStyle/>
          <a:p>
            <a:fld id="{11DE2E67-DFEA-489D-959B-8DD700EB54AD}" type="slidenum">
              <a:rPr lang="en-CA" smtClean="0"/>
              <a:t>‹#›</a:t>
            </a:fld>
            <a:endParaRPr lang="en-CA" dirty="0"/>
          </a:p>
        </p:txBody>
      </p:sp>
    </p:spTree>
    <p:extLst>
      <p:ext uri="{BB962C8B-B14F-4D97-AF65-F5344CB8AC3E}">
        <p14:creationId xmlns:p14="http://schemas.microsoft.com/office/powerpoint/2010/main" val="2804239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Main">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A560F599-36A3-45D2-9C05-5B9FFE0815E9}"/>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 name="Title 1"/>
          <p:cNvSpPr>
            <a:spLocks noGrp="1"/>
          </p:cNvSpPr>
          <p:nvPr>
            <p:ph type="title"/>
          </p:nvPr>
        </p:nvSpPr>
        <p:spPr/>
        <p:txBody>
          <a:bodyPr>
            <a:normAutofit/>
          </a:bodyPr>
          <a:lstStyle>
            <a:lvl1pPr>
              <a:defRPr sz="2200"/>
            </a:lvl1pPr>
          </a:lstStyle>
          <a:p>
            <a:r>
              <a:rPr lang="en-US"/>
              <a:t>Click to edit Master title style</a:t>
            </a:r>
            <a:endParaRPr lang="en-CA"/>
          </a:p>
        </p:txBody>
      </p:sp>
      <p:sp>
        <p:nvSpPr>
          <p:cNvPr id="6"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dirty="0"/>
          </a:p>
        </p:txBody>
      </p:sp>
      <p:sp>
        <p:nvSpPr>
          <p:cNvPr id="12" name="Text Placeholder 11"/>
          <p:cNvSpPr>
            <a:spLocks noGrp="1"/>
          </p:cNvSpPr>
          <p:nvPr>
            <p:ph type="body" sz="quarter" idx="13" hasCustomPrompt="1"/>
          </p:nvPr>
        </p:nvSpPr>
        <p:spPr>
          <a:xfrm>
            <a:off x="1570011" y="6426533"/>
            <a:ext cx="6366293" cy="409085"/>
          </a:xfrm>
          <a:prstGeom prst="rect">
            <a:avLst/>
          </a:prstGeom>
        </p:spPr>
        <p:txBody>
          <a:bodyPr anchor="ctr">
            <a:noAutofit/>
          </a:bodyPr>
          <a:lstStyle>
            <a:lvl1pPr algn="l" defTabSz="914400" rtl="0" eaLnBrk="1" latinLnBrk="0" hangingPunct="1">
              <a:lnSpc>
                <a:spcPct val="85000"/>
              </a:lnSpc>
              <a:spcBef>
                <a:spcPct val="0"/>
              </a:spcBef>
              <a:buNone/>
              <a:defRPr lang="en-US" sz="700" b="0" kern="1200" baseline="0" smtClean="0">
                <a:solidFill>
                  <a:schemeClr val="tx1"/>
                </a:solidFill>
                <a:latin typeface="Palatino Linotype" panose="02040502050505030304" pitchFamily="18" charset="0"/>
                <a:ea typeface="+mj-ea"/>
                <a:cs typeface="+mj-cs"/>
              </a:defRPr>
            </a:lvl1pPr>
            <a:lvl2pPr marL="1314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2pPr>
            <a:lvl3pPr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3pPr>
            <a:lvl4pPr marL="13716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4pPr>
            <a:lvl5pPr marL="1828800" indent="0" algn="l" defTabSz="914400" rtl="0" eaLnBrk="1" latinLnBrk="0" hangingPunct="1">
              <a:lnSpc>
                <a:spcPct val="90000"/>
              </a:lnSpc>
              <a:spcBef>
                <a:spcPct val="0"/>
              </a:spcBef>
              <a:buNone/>
              <a:defRPr lang="en-CA" sz="1100" b="1" kern="1200" baseline="0">
                <a:solidFill>
                  <a:srgbClr val="1B2759"/>
                </a:solidFill>
                <a:latin typeface="Palatino Linotype" panose="02040502050505030304" pitchFamily="18" charset="0"/>
                <a:ea typeface="+mj-ea"/>
                <a:cs typeface="+mj-cs"/>
              </a:defRPr>
            </a:lvl5pPr>
          </a:lstStyle>
          <a:p>
            <a:pPr lvl="0"/>
            <a:r>
              <a:rPr lang="en-CA" b="0"/>
              <a:t>Footer</a:t>
            </a:r>
            <a:endParaRPr lang="en-CA"/>
          </a:p>
        </p:txBody>
      </p:sp>
      <p:cxnSp>
        <p:nvCxnSpPr>
          <p:cNvPr id="14" name="Straight Connector 13"/>
          <p:cNvCxnSpPr/>
          <p:nvPr/>
        </p:nvCxnSpPr>
        <p:spPr>
          <a:xfrm>
            <a:off x="1565128" y="6450260"/>
            <a:ext cx="0" cy="347186"/>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5169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With Tagline">
    <p:spTree>
      <p:nvGrpSpPr>
        <p:cNvPr id="1" name=""/>
        <p:cNvGrpSpPr/>
        <p:nvPr/>
      </p:nvGrpSpPr>
      <p:grpSpPr>
        <a:xfrm>
          <a:off x="0" y="0"/>
          <a:ext cx="0" cy="0"/>
          <a:chOff x="0" y="0"/>
          <a:chExt cx="0" cy="0"/>
        </a:xfrm>
      </p:grpSpPr>
      <p:sp>
        <p:nvSpPr>
          <p:cNvPr id="2" name="Do not remove" hidden="1">
            <a:extLst>
              <a:ext uri="{FF2B5EF4-FFF2-40B4-BE49-F238E27FC236}">
                <a16:creationId xmlns:a16="http://schemas.microsoft.com/office/drawing/2014/main" id="{6D2FAFD6-4886-46CB-A057-CA56D9ED3616}"/>
              </a:ext>
            </a:extLst>
          </p:cNvPr>
          <p:cNvSpPr/>
          <p:nvPr userDrawn="1">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itle 1"/>
          <p:cNvSpPr>
            <a:spLocks noGrp="1"/>
          </p:cNvSpPr>
          <p:nvPr>
            <p:ph type="title"/>
          </p:nvPr>
        </p:nvSpPr>
        <p:spPr>
          <a:xfrm>
            <a:off x="239832" y="116475"/>
            <a:ext cx="8577386" cy="878890"/>
          </a:xfrm>
        </p:spPr>
        <p:txBody>
          <a:bodyPr>
            <a:normAutofit/>
          </a:bodyPr>
          <a:lstStyle>
            <a:lvl1pPr algn="l" defTabSz="914400" rtl="0" eaLnBrk="1" latinLnBrk="0" hangingPunct="1">
              <a:lnSpc>
                <a:spcPct val="90000"/>
              </a:lnSpc>
              <a:spcBef>
                <a:spcPct val="0"/>
              </a:spcBef>
              <a:buNone/>
              <a:defRPr lang="en-CA" sz="2200" b="1" kern="1200" baseline="0" dirty="0">
                <a:solidFill>
                  <a:schemeClr val="tx1"/>
                </a:solidFill>
                <a:latin typeface="Palatino Linotype" panose="02040502050505030304" pitchFamily="18" charset="0"/>
                <a:ea typeface="+mj-ea"/>
                <a:cs typeface="+mj-cs"/>
              </a:defRPr>
            </a:lvl1pPr>
          </a:lstStyle>
          <a:p>
            <a:r>
              <a:rPr lang="en-US"/>
              <a:t>Click to edit Master title style</a:t>
            </a:r>
            <a:endParaRPr lang="en-CA"/>
          </a:p>
        </p:txBody>
      </p:sp>
      <p:sp>
        <p:nvSpPr>
          <p:cNvPr id="9" name="Slide Number Placeholder 5"/>
          <p:cNvSpPr>
            <a:spLocks noGrp="1"/>
          </p:cNvSpPr>
          <p:nvPr>
            <p:ph type="sldNum" sz="quarter" idx="12"/>
          </p:nvPr>
        </p:nvSpPr>
        <p:spPr>
          <a:xfrm>
            <a:off x="8126082" y="6453241"/>
            <a:ext cx="760501" cy="365125"/>
          </a:xfrm>
        </p:spPr>
        <p:txBody>
          <a:bodyPr/>
          <a:lstStyle/>
          <a:p>
            <a:fld id="{B0BBF262-6B1A-47DC-B7A7-A92B0DCA2A1B}" type="slidenum">
              <a:rPr lang="en-CA" smtClean="0"/>
              <a:t>‹#›</a:t>
            </a:fld>
            <a:endParaRPr lang="en-CA" dirty="0"/>
          </a:p>
        </p:txBody>
      </p:sp>
      <p:sp>
        <p:nvSpPr>
          <p:cNvPr id="10" name="Text Placeholder 11"/>
          <p:cNvSpPr>
            <a:spLocks noGrp="1"/>
          </p:cNvSpPr>
          <p:nvPr>
            <p:ph type="body" sz="quarter" idx="13" hasCustomPrompt="1"/>
          </p:nvPr>
        </p:nvSpPr>
        <p:spPr>
          <a:xfrm>
            <a:off x="1570011" y="6426533"/>
            <a:ext cx="6366293" cy="409085"/>
          </a:xfrm>
          <a:prstGeom prst="rect">
            <a:avLst/>
          </a:prstGeom>
        </p:spPr>
        <p:txBody>
          <a:bodyPr anchor="ctr">
            <a:noAutofit/>
          </a:bodyPr>
          <a:lstStyle>
            <a:lvl1pPr algn="l" defTabSz="914400" rtl="0" eaLnBrk="1" latinLnBrk="0" hangingPunct="1">
              <a:lnSpc>
                <a:spcPct val="85000"/>
              </a:lnSpc>
              <a:spcBef>
                <a:spcPct val="0"/>
              </a:spcBef>
              <a:buNone/>
              <a:defRPr lang="en-US" sz="700" b="0" kern="1200" baseline="0" smtClean="0">
                <a:solidFill>
                  <a:schemeClr val="tx1"/>
                </a:solidFill>
                <a:latin typeface="Palatino Linotype" panose="02040502050505030304" pitchFamily="18" charset="0"/>
                <a:ea typeface="+mj-ea"/>
                <a:cs typeface="+mj-cs"/>
              </a:defRPr>
            </a:lvl1pPr>
            <a:lvl2pPr marL="1314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2pPr>
            <a:lvl3pPr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3pPr>
            <a:lvl4pPr marL="1371600" indent="0" algn="l" defTabSz="914400" rtl="0" eaLnBrk="1" latinLnBrk="0" hangingPunct="1">
              <a:lnSpc>
                <a:spcPct val="90000"/>
              </a:lnSpc>
              <a:spcBef>
                <a:spcPct val="0"/>
              </a:spcBef>
              <a:buNone/>
              <a:defRPr lang="en-US" sz="1100" b="1" kern="1200" baseline="0" smtClean="0">
                <a:solidFill>
                  <a:srgbClr val="1B2759"/>
                </a:solidFill>
                <a:latin typeface="Palatino Linotype" panose="02040502050505030304" pitchFamily="18" charset="0"/>
                <a:ea typeface="+mj-ea"/>
                <a:cs typeface="+mj-cs"/>
              </a:defRPr>
            </a:lvl4pPr>
            <a:lvl5pPr marL="1828800" indent="0" algn="l" defTabSz="914400" rtl="0" eaLnBrk="1" latinLnBrk="0" hangingPunct="1">
              <a:lnSpc>
                <a:spcPct val="90000"/>
              </a:lnSpc>
              <a:spcBef>
                <a:spcPct val="0"/>
              </a:spcBef>
              <a:buNone/>
              <a:defRPr lang="en-CA" sz="1100" b="1" kern="1200" baseline="0">
                <a:solidFill>
                  <a:srgbClr val="1B2759"/>
                </a:solidFill>
                <a:latin typeface="Palatino Linotype" panose="02040502050505030304" pitchFamily="18" charset="0"/>
                <a:ea typeface="+mj-ea"/>
                <a:cs typeface="+mj-cs"/>
              </a:defRPr>
            </a:lvl5pPr>
          </a:lstStyle>
          <a:p>
            <a:pPr lvl="0"/>
            <a:r>
              <a:rPr lang="en-CA" b="0"/>
              <a:t>Footer</a:t>
            </a:r>
            <a:endParaRPr lang="en-CA"/>
          </a:p>
        </p:txBody>
      </p:sp>
      <p:cxnSp>
        <p:nvCxnSpPr>
          <p:cNvPr id="11" name="Straight Connector 10"/>
          <p:cNvCxnSpPr/>
          <p:nvPr/>
        </p:nvCxnSpPr>
        <p:spPr>
          <a:xfrm>
            <a:off x="1565128" y="6450260"/>
            <a:ext cx="0" cy="347186"/>
          </a:xfrm>
          <a:prstGeom prst="line">
            <a:avLst/>
          </a:prstGeom>
          <a:ln w="12700">
            <a:solidFill>
              <a:srgbClr val="1B2759"/>
            </a:solidFill>
          </a:ln>
        </p:spPr>
        <p:style>
          <a:lnRef idx="1">
            <a:schemeClr val="accent1"/>
          </a:lnRef>
          <a:fillRef idx="0">
            <a:schemeClr val="accent1"/>
          </a:fillRef>
          <a:effectRef idx="0">
            <a:schemeClr val="accent1"/>
          </a:effectRef>
          <a:fontRef idx="minor">
            <a:schemeClr val="tx1"/>
          </a:fontRef>
        </p:style>
      </p:cxnSp>
      <p:sp>
        <p:nvSpPr>
          <p:cNvPr id="13" name="Text Placeholder 7"/>
          <p:cNvSpPr>
            <a:spLocks noGrp="1"/>
          </p:cNvSpPr>
          <p:nvPr>
            <p:ph type="body" sz="quarter" idx="15" hasCustomPrompt="1"/>
          </p:nvPr>
        </p:nvSpPr>
        <p:spPr>
          <a:xfrm>
            <a:off x="367506" y="5855606"/>
            <a:ext cx="8408988" cy="492150"/>
          </a:xfrm>
          <a:prstGeom prst="rect">
            <a:avLst/>
          </a:prstGeom>
        </p:spPr>
        <p:txBody>
          <a:bodyPr vert="horz" lIns="91440" tIns="45720" rIns="91440" bIns="45720" rtlCol="0" anchor="ctr">
            <a:noAutofit/>
          </a:bodyPr>
          <a:lstStyle>
            <a:lvl1pPr algn="ctr">
              <a:lnSpc>
                <a:spcPct val="110000"/>
              </a:lnSpc>
              <a:spcBef>
                <a:spcPts val="600"/>
              </a:spcBef>
              <a:defRPr lang="en-US" sz="1300" b="1" smtClean="0">
                <a:solidFill>
                  <a:schemeClr val="tx1"/>
                </a:solidFill>
              </a:defRPr>
            </a:lvl1pPr>
            <a:lvl2pPr>
              <a:defRPr lang="en-US" smtClean="0">
                <a:solidFill>
                  <a:schemeClr val="tx1"/>
                </a:solidFill>
              </a:defRPr>
            </a:lvl2pPr>
            <a:lvl3pPr>
              <a:defRPr lang="en-US" smtClean="0"/>
            </a:lvl3pPr>
            <a:lvl4pPr>
              <a:defRPr lang="en-US" smtClean="0"/>
            </a:lvl4pPr>
            <a:lvl5pPr>
              <a:defRPr lang="en-CA"/>
            </a:lvl5pPr>
          </a:lstStyle>
          <a:p>
            <a:pPr lvl="0" algn="ctr"/>
            <a:r>
              <a:rPr lang="en-CA"/>
              <a:t>[ Insert Tagline ]</a:t>
            </a:r>
          </a:p>
        </p:txBody>
      </p:sp>
      <p:cxnSp>
        <p:nvCxnSpPr>
          <p:cNvPr id="14" name="Straight Connector 13"/>
          <p:cNvCxnSpPr/>
          <p:nvPr/>
        </p:nvCxnSpPr>
        <p:spPr>
          <a:xfrm>
            <a:off x="324000" y="5814460"/>
            <a:ext cx="8496000" cy="0"/>
          </a:xfrm>
          <a:prstGeom prst="line">
            <a:avLst/>
          </a:prstGeom>
          <a:ln w="44450" cmpd="dbl">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814830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Do not remove" hidden="1">
            <a:extLst>
              <a:ext uri="{FF2B5EF4-FFF2-40B4-BE49-F238E27FC236}">
                <a16:creationId xmlns:a16="http://schemas.microsoft.com/office/drawing/2014/main" id="{ED8CC072-D3A6-4EC9-B562-532538B08906}"/>
              </a:ext>
            </a:extLst>
          </p:cNvPr>
          <p:cNvSpPr/>
          <p:nvPr>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2" name="Slide Number Placeholder 1"/>
          <p:cNvSpPr>
            <a:spLocks noGrp="1"/>
          </p:cNvSpPr>
          <p:nvPr>
            <p:ph type="sldNum" sz="quarter" idx="10"/>
          </p:nvPr>
        </p:nvSpPr>
        <p:spPr/>
        <p:txBody>
          <a:bodyPr/>
          <a:lstStyle/>
          <a:p>
            <a:fld id="{B0BBF262-6B1A-47DC-B7A7-A92B0DCA2A1B}" type="slidenum">
              <a:rPr lang="en-CA" smtClean="0"/>
              <a:pPr/>
              <a:t>‹#›</a:t>
            </a:fld>
            <a:endParaRPr lang="en-CA" dirty="0"/>
          </a:p>
        </p:txBody>
      </p:sp>
    </p:spTree>
    <p:extLst>
      <p:ext uri="{BB962C8B-B14F-4D97-AF65-F5344CB8AC3E}">
        <p14:creationId xmlns:p14="http://schemas.microsoft.com/office/powerpoint/2010/main" val="4872805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Disc/Contacts">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2A925DBF-1944-4505-B085-B9FD92E33449}"/>
              </a:ext>
            </a:extLst>
          </p:cNvPr>
          <p:cNvSpPr/>
          <p:nvPr>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itle 1"/>
          <p:cNvSpPr>
            <a:spLocks noGrp="1"/>
          </p:cNvSpPr>
          <p:nvPr>
            <p:ph type="title"/>
          </p:nvPr>
        </p:nvSpPr>
        <p:spPr>
          <a:xfrm>
            <a:off x="239832" y="116475"/>
            <a:ext cx="8577386" cy="878890"/>
          </a:xfrm>
        </p:spPr>
        <p:txBody>
          <a:bodyPr/>
          <a:lstStyle/>
          <a:p>
            <a:r>
              <a:rPr lang="en-US"/>
              <a:t>Click to edit Master title style</a:t>
            </a:r>
            <a:endParaRPr lang="en-CA"/>
          </a:p>
        </p:txBody>
      </p:sp>
      <p:sp>
        <p:nvSpPr>
          <p:cNvPr id="15" name="Slide Number Placeholder 1"/>
          <p:cNvSpPr>
            <a:spLocks noGrp="1"/>
          </p:cNvSpPr>
          <p:nvPr>
            <p:ph type="sldNum" sz="quarter" idx="10"/>
          </p:nvPr>
        </p:nvSpPr>
        <p:spPr>
          <a:xfrm>
            <a:off x="6829184" y="6453241"/>
            <a:ext cx="2057400" cy="365125"/>
          </a:xfrm>
        </p:spPr>
        <p:txBody>
          <a:bodyPr/>
          <a:lstStyle/>
          <a:p>
            <a:fld id="{B0BBF262-6B1A-47DC-B7A7-A92B0DCA2A1B}" type="slidenum">
              <a:rPr lang="en-CA" smtClean="0"/>
              <a:pPr/>
              <a:t>‹#›</a:t>
            </a:fld>
            <a:endParaRPr lang="en-CA" dirty="0"/>
          </a:p>
        </p:txBody>
      </p:sp>
    </p:spTree>
    <p:extLst>
      <p:ext uri="{BB962C8B-B14F-4D97-AF65-F5344CB8AC3E}">
        <p14:creationId xmlns:p14="http://schemas.microsoft.com/office/powerpoint/2010/main" val="7268459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Disc/Contacts">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2A925DBF-1944-4505-B085-B9FD92E33449}"/>
              </a:ext>
            </a:extLst>
          </p:cNvPr>
          <p:cNvSpPr/>
          <p:nvPr>
            <p:custDataLst>
              <p:tags r:id="rId1"/>
            </p:custDataLst>
          </p:nvPr>
        </p:nvSpPr>
        <p:spPr>
          <a:xfrm>
            <a:off x="0" y="0"/>
            <a:ext cx="12700" cy="12700"/>
          </a:xfrm>
          <a:prstGeom prst="octagon">
            <a:avLst/>
          </a:prstGeom>
          <a:noFill/>
          <a:ln w="12700" cap="flat" cmpd="sng" algn="ctr">
            <a:noFill/>
            <a:prstDash val="solid"/>
            <a:miter lim="800000"/>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sp>
        <p:nvSpPr>
          <p:cNvPr id="8" name="Title 1"/>
          <p:cNvSpPr>
            <a:spLocks noGrp="1"/>
          </p:cNvSpPr>
          <p:nvPr>
            <p:ph type="title"/>
          </p:nvPr>
        </p:nvSpPr>
        <p:spPr>
          <a:xfrm>
            <a:off x="239832" y="116475"/>
            <a:ext cx="8577386" cy="878890"/>
          </a:xfrm>
        </p:spPr>
        <p:txBody>
          <a:bodyPr/>
          <a:lstStyle/>
          <a:p>
            <a:r>
              <a:rPr lang="en-US"/>
              <a:t>Click to edit Master title style</a:t>
            </a:r>
            <a:endParaRPr lang="en-CA"/>
          </a:p>
        </p:txBody>
      </p:sp>
      <p:sp>
        <p:nvSpPr>
          <p:cNvPr id="15" name="Slide Number Placeholder 1"/>
          <p:cNvSpPr>
            <a:spLocks noGrp="1"/>
          </p:cNvSpPr>
          <p:nvPr>
            <p:ph type="sldNum" sz="quarter" idx="10"/>
          </p:nvPr>
        </p:nvSpPr>
        <p:spPr>
          <a:xfrm>
            <a:off x="6829184" y="6453241"/>
            <a:ext cx="2057400" cy="365125"/>
          </a:xfrm>
        </p:spPr>
        <p:txBody>
          <a:bodyPr/>
          <a:lstStyle/>
          <a:p>
            <a:fld id="{B0BBF262-6B1A-47DC-B7A7-A92B0DCA2A1B}" type="slidenum">
              <a:rPr lang="en-CA" smtClean="0"/>
              <a:pPr/>
              <a:t>‹#›</a:t>
            </a:fld>
            <a:endParaRPr lang="en-CA" dirty="0"/>
          </a:p>
        </p:txBody>
      </p:sp>
    </p:spTree>
    <p:extLst>
      <p:ext uri="{BB962C8B-B14F-4D97-AF65-F5344CB8AC3E}">
        <p14:creationId xmlns:p14="http://schemas.microsoft.com/office/powerpoint/2010/main" val="3325931780"/>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5" Type="http://schemas.openxmlformats.org/officeDocument/2006/relationships/slideLayout" Target="../slideLayouts/slideLayout6.xml"/><Relationship Id="rId4" Type="http://schemas.openxmlformats.org/officeDocument/2006/relationships/slideLayout" Target="../slideLayouts/slideLayout5.xml"/><Relationship Id="rId9"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11.xml"/><Relationship Id="rId7" Type="http://schemas.openxmlformats.org/officeDocument/2006/relationships/image" Target="../media/image3.jpeg"/><Relationship Id="rId2" Type="http://schemas.openxmlformats.org/officeDocument/2006/relationships/slideLayout" Target="../slideLayouts/slideLayout10.xml"/><Relationship Id="rId1" Type="http://schemas.openxmlformats.org/officeDocument/2006/relationships/slideLayout" Target="../slideLayouts/slideLayout9.xml"/><Relationship Id="rId6" Type="http://schemas.openxmlformats.org/officeDocument/2006/relationships/theme" Target="../theme/theme3.xml"/><Relationship Id="rId5" Type="http://schemas.openxmlformats.org/officeDocument/2006/relationships/slideLayout" Target="../slideLayouts/slideLayout13.xml"/><Relationship Id="rId4"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69024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961EF2-D691-475A-8925-921775980BFF}" type="slidenum">
              <a:rPr lang="en-US" smtClean="0"/>
              <a:t>‹#›</a:t>
            </a:fld>
            <a:endParaRPr lang="en-US" dirty="0"/>
          </a:p>
        </p:txBody>
      </p:sp>
      <p:sp>
        <p:nvSpPr>
          <p:cNvPr id="7" name="Rounded Rectangle 6"/>
          <p:cNvSpPr/>
          <p:nvPr userDrawn="1"/>
        </p:nvSpPr>
        <p:spPr>
          <a:xfrm>
            <a:off x="324000" y="1730374"/>
            <a:ext cx="8496000" cy="1063626"/>
          </a:xfrm>
          <a:prstGeom prst="round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cxnSp>
        <p:nvCxnSpPr>
          <p:cNvPr id="9" name="Straight Connector 8"/>
          <p:cNvCxnSpPr/>
          <p:nvPr userDrawn="1"/>
        </p:nvCxnSpPr>
        <p:spPr>
          <a:xfrm>
            <a:off x="341070" y="6237923"/>
            <a:ext cx="8496000" cy="0"/>
          </a:xfrm>
          <a:prstGeom prst="line">
            <a:avLst/>
          </a:prstGeom>
          <a:ln w="44450" cmpd="dbl">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4551492"/>
      </p:ext>
    </p:extLst>
  </p:cSld>
  <p:clrMap bg1="lt1" tx1="dk1" bg2="lt2" tx2="dk2" accent1="accent1" accent2="accent2" accent3="accent3" accent4="accent4" accent5="accent5" accent6="accent6" hlink="hlink" folHlink="folHlink"/>
  <p:sldLayoutIdLst>
    <p:sldLayoutId id="2147483719" r:id="rId1"/>
  </p:sldLayoutIdLst>
  <p:hf hdr="0" ftr="0" dt="0"/>
  <p:txStyles>
    <p:titleStyle>
      <a:lvl1pPr algn="l" defTabSz="914400" rtl="0" eaLnBrk="1" latinLnBrk="0" hangingPunct="1">
        <a:lnSpc>
          <a:spcPct val="90000"/>
        </a:lnSpc>
        <a:spcBef>
          <a:spcPct val="0"/>
        </a:spcBef>
        <a:buNone/>
        <a:defRPr sz="3600" kern="1200">
          <a:solidFill>
            <a:schemeClr val="bg2">
              <a:lumMod val="25000"/>
            </a:schemeClr>
          </a:solidFill>
          <a:latin typeface="Century Gothic" panose="020B05020202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50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50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50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5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39832" y="116475"/>
            <a:ext cx="8577386" cy="878890"/>
          </a:xfrm>
          <a:prstGeom prst="rect">
            <a:avLst/>
          </a:prstGeom>
        </p:spPr>
        <p:txBody>
          <a:bodyPr vert="horz" lIns="91440" tIns="45720" rIns="91440" bIns="45720" rtlCol="0" anchor="b">
            <a:normAutofit/>
          </a:bodyPr>
          <a:lstStyle/>
          <a:p>
            <a:r>
              <a:rPr lang="en-US"/>
              <a:t>Click to edit Master title style</a:t>
            </a:r>
            <a:endParaRPr lang="en-CA"/>
          </a:p>
        </p:txBody>
      </p:sp>
      <p:sp>
        <p:nvSpPr>
          <p:cNvPr id="6" name="Slide Number Placeholder 5"/>
          <p:cNvSpPr>
            <a:spLocks noGrp="1"/>
          </p:cNvSpPr>
          <p:nvPr>
            <p:ph type="sldNum" sz="quarter" idx="4"/>
          </p:nvPr>
        </p:nvSpPr>
        <p:spPr>
          <a:xfrm>
            <a:off x="6829184" y="6453241"/>
            <a:ext cx="2057400" cy="365125"/>
          </a:xfrm>
          <a:prstGeom prst="rect">
            <a:avLst/>
          </a:prstGeom>
        </p:spPr>
        <p:txBody>
          <a:bodyPr vert="horz" lIns="91440" tIns="45720" rIns="91440" bIns="45720" rtlCol="0" anchor="ctr" anchorCtr="0"/>
          <a:lstStyle>
            <a:lvl1pPr algn="r">
              <a:defRPr sz="1200">
                <a:solidFill>
                  <a:schemeClr val="tx1"/>
                </a:solidFill>
                <a:latin typeface="Palatino Linotype" panose="02040502050505030304" pitchFamily="18" charset="0"/>
              </a:defRPr>
            </a:lvl1pPr>
          </a:lstStyle>
          <a:p>
            <a:fld id="{B0BBF262-6B1A-47DC-B7A7-A92B0DCA2A1B}" type="slidenum">
              <a:rPr lang="en-CA" smtClean="0"/>
              <a:pPr/>
              <a:t>‹#›</a:t>
            </a:fld>
            <a:endParaRPr lang="en-CA" dirty="0"/>
          </a:p>
        </p:txBody>
      </p:sp>
      <p:cxnSp>
        <p:nvCxnSpPr>
          <p:cNvPr id="7" name="Straight Connector 6"/>
          <p:cNvCxnSpPr/>
          <p:nvPr/>
        </p:nvCxnSpPr>
        <p:spPr>
          <a:xfrm>
            <a:off x="324000" y="6380163"/>
            <a:ext cx="8496000" cy="0"/>
          </a:xfrm>
          <a:prstGeom prst="line">
            <a:avLst/>
          </a:prstGeom>
          <a:ln w="44450" cmpd="dbl">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24000" y="979322"/>
            <a:ext cx="8496000" cy="0"/>
          </a:xfrm>
          <a:prstGeom prst="line">
            <a:avLst/>
          </a:prstGeom>
          <a:ln w="19050" cmpd="sng">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9"/>
          <a:srcRect/>
          <a:stretch/>
        </p:blipFill>
        <p:spPr>
          <a:xfrm>
            <a:off x="344180" y="6498666"/>
            <a:ext cx="1155537" cy="270527"/>
          </a:xfrm>
          <a:prstGeom prst="rect">
            <a:avLst/>
          </a:prstGeom>
        </p:spPr>
      </p:pic>
      <p:sp>
        <p:nvSpPr>
          <p:cNvPr id="9" name="TextBox 8">
            <a:extLst>
              <a:ext uri="{FF2B5EF4-FFF2-40B4-BE49-F238E27FC236}">
                <a16:creationId xmlns:a16="http://schemas.microsoft.com/office/drawing/2014/main" id="{6E4CABA8-7974-4CAD-96D6-FF89732A1BF1}"/>
              </a:ext>
            </a:extLst>
          </p:cNvPr>
          <p:cNvSpPr txBox="1"/>
          <p:nvPr/>
        </p:nvSpPr>
        <p:spPr>
          <a:xfrm>
            <a:off x="3399817" y="144618"/>
            <a:ext cx="2344366" cy="276999"/>
          </a:xfrm>
          <a:prstGeom prst="rect">
            <a:avLst/>
          </a:prstGeom>
          <a:noFill/>
        </p:spPr>
        <p:txBody>
          <a:bodyPr wrap="square" rtlCol="0">
            <a:spAutoFit/>
          </a:bodyPr>
          <a:lstStyle/>
          <a:p>
            <a:pPr algn="ctr"/>
            <a:r>
              <a:rPr lang="en-CA" sz="1200" i="1" dirty="0">
                <a:solidFill>
                  <a:schemeClr val="tx1"/>
                </a:solidFill>
                <a:latin typeface="Palatino Linotype" panose="02040502050505030304" pitchFamily="18" charset="0"/>
                <a:cs typeface="Arial" panose="020B0604020202020204" pitchFamily="34" charset="0"/>
              </a:rPr>
              <a:t>Private &amp; Confidential</a:t>
            </a:r>
          </a:p>
        </p:txBody>
      </p:sp>
    </p:spTree>
    <p:extLst>
      <p:ext uri="{BB962C8B-B14F-4D97-AF65-F5344CB8AC3E}">
        <p14:creationId xmlns:p14="http://schemas.microsoft.com/office/powerpoint/2010/main" val="425056519"/>
      </p:ext>
    </p:extLst>
  </p:cSld>
  <p:clrMap bg1="lt1" tx1="dk1" bg2="lt2" tx2="dk2" accent1="accent1" accent2="accent2" accent3="accent3" accent4="accent4" accent5="accent5" accent6="accent6" hlink="hlink" folHlink="folHlink"/>
  <p:sldLayoutIdLst>
    <p:sldLayoutId id="2147483713" r:id="rId1"/>
    <p:sldLayoutId id="2147483712" r:id="rId2"/>
    <p:sldLayoutId id="2147483714" r:id="rId3"/>
    <p:sldLayoutId id="2147483716" r:id="rId4"/>
    <p:sldLayoutId id="2147483721" r:id="rId5"/>
    <p:sldLayoutId id="2147483730" r:id="rId6"/>
    <p:sldLayoutId id="2147483731" r:id="rId7"/>
  </p:sldLayoutIdLst>
  <p:txStyles>
    <p:titleStyle>
      <a:lvl1pPr algn="l" defTabSz="914400" rtl="0" eaLnBrk="1" latinLnBrk="0" hangingPunct="1">
        <a:lnSpc>
          <a:spcPct val="90000"/>
        </a:lnSpc>
        <a:spcBef>
          <a:spcPct val="0"/>
        </a:spcBef>
        <a:buNone/>
        <a:defRPr sz="2400" b="1" kern="1200" baseline="0">
          <a:solidFill>
            <a:schemeClr val="tx1"/>
          </a:solidFill>
          <a:latin typeface="Palatino Linotype" panose="02040502050505030304" pitchFamily="18"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rgbClr val="1B2759"/>
          </a:solidFill>
          <a:latin typeface="Palatino Linotype" panose="02040502050505030304" pitchFamily="18" charset="0"/>
          <a:ea typeface="+mn-ea"/>
          <a:cs typeface="+mn-cs"/>
        </a:defRPr>
      </a:lvl1pPr>
      <a:lvl2pPr marL="360000" indent="-228600" algn="l" defTabSz="914400" rtl="0" eaLnBrk="1" latinLnBrk="0" hangingPunct="1">
        <a:lnSpc>
          <a:spcPct val="90000"/>
        </a:lnSpc>
        <a:spcBef>
          <a:spcPts val="600"/>
        </a:spcBef>
        <a:buClr>
          <a:srgbClr val="960000"/>
        </a:buClr>
        <a:buFont typeface="Wingdings" panose="05000000000000000000" pitchFamily="2" charset="2"/>
        <a:buChar char="§"/>
        <a:defRPr sz="1200" kern="1200" baseline="0">
          <a:solidFill>
            <a:srgbClr val="1B2759"/>
          </a:solidFill>
          <a:latin typeface="Palatino Linotype" panose="02040502050505030304" pitchFamily="18"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80">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39832" y="116475"/>
            <a:ext cx="8577386" cy="878890"/>
          </a:xfrm>
          <a:prstGeom prst="rect">
            <a:avLst/>
          </a:prstGeom>
        </p:spPr>
        <p:txBody>
          <a:bodyPr vert="horz" lIns="91440" tIns="45720" rIns="91440" bIns="45720" rtlCol="0" anchor="b">
            <a:normAutofit/>
          </a:bodyPr>
          <a:lstStyle/>
          <a:p>
            <a:r>
              <a:rPr lang="en-US"/>
              <a:t>Click to edit Master title style</a:t>
            </a:r>
            <a:endParaRPr lang="en-CA"/>
          </a:p>
        </p:txBody>
      </p:sp>
      <p:sp>
        <p:nvSpPr>
          <p:cNvPr id="6" name="Slide Number Placeholder 5"/>
          <p:cNvSpPr>
            <a:spLocks noGrp="1"/>
          </p:cNvSpPr>
          <p:nvPr>
            <p:ph type="sldNum" sz="quarter" idx="4"/>
          </p:nvPr>
        </p:nvSpPr>
        <p:spPr>
          <a:xfrm>
            <a:off x="6829184" y="6453241"/>
            <a:ext cx="2057400" cy="365125"/>
          </a:xfrm>
          <a:prstGeom prst="rect">
            <a:avLst/>
          </a:prstGeom>
        </p:spPr>
        <p:txBody>
          <a:bodyPr vert="horz" lIns="91440" tIns="45720" rIns="91440" bIns="45720" rtlCol="0" anchor="ctr" anchorCtr="0"/>
          <a:lstStyle>
            <a:lvl1pPr algn="r">
              <a:defRPr sz="1200">
                <a:solidFill>
                  <a:schemeClr val="tx1"/>
                </a:solidFill>
                <a:latin typeface="Palatino Linotype" panose="02040502050505030304" pitchFamily="18" charset="0"/>
              </a:defRPr>
            </a:lvl1pPr>
          </a:lstStyle>
          <a:p>
            <a:fld id="{B0BBF262-6B1A-47DC-B7A7-A92B0DCA2A1B}" type="slidenum">
              <a:rPr lang="en-CA" smtClean="0"/>
              <a:pPr/>
              <a:t>‹#›</a:t>
            </a:fld>
            <a:endParaRPr lang="en-CA" dirty="0"/>
          </a:p>
        </p:txBody>
      </p:sp>
      <p:cxnSp>
        <p:nvCxnSpPr>
          <p:cNvPr id="7" name="Straight Connector 6"/>
          <p:cNvCxnSpPr/>
          <p:nvPr/>
        </p:nvCxnSpPr>
        <p:spPr>
          <a:xfrm>
            <a:off x="324000" y="6380163"/>
            <a:ext cx="8496000" cy="0"/>
          </a:xfrm>
          <a:prstGeom prst="line">
            <a:avLst/>
          </a:prstGeom>
          <a:ln w="44450" cmpd="dbl">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324000" y="979322"/>
            <a:ext cx="8496000" cy="0"/>
          </a:xfrm>
          <a:prstGeom prst="line">
            <a:avLst/>
          </a:prstGeom>
          <a:ln w="19050" cmpd="sng">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44180" y="6498515"/>
            <a:ext cx="1155537" cy="270829"/>
          </a:xfrm>
          <a:prstGeom prst="rect">
            <a:avLst/>
          </a:prstGeom>
        </p:spPr>
      </p:pic>
      <p:sp>
        <p:nvSpPr>
          <p:cNvPr id="9" name="TextBox 8">
            <a:extLst>
              <a:ext uri="{FF2B5EF4-FFF2-40B4-BE49-F238E27FC236}">
                <a16:creationId xmlns:a16="http://schemas.microsoft.com/office/drawing/2014/main" id="{6E4CABA8-7974-4CAD-96D6-FF89732A1BF1}"/>
              </a:ext>
            </a:extLst>
          </p:cNvPr>
          <p:cNvSpPr txBox="1"/>
          <p:nvPr/>
        </p:nvSpPr>
        <p:spPr>
          <a:xfrm>
            <a:off x="3399817" y="144618"/>
            <a:ext cx="2344366" cy="276999"/>
          </a:xfrm>
          <a:prstGeom prst="rect">
            <a:avLst/>
          </a:prstGeom>
          <a:noFill/>
        </p:spPr>
        <p:txBody>
          <a:bodyPr wrap="square" rtlCol="0">
            <a:spAutoFit/>
          </a:bodyPr>
          <a:lstStyle/>
          <a:p>
            <a:pPr algn="ctr"/>
            <a:r>
              <a:rPr lang="en-CA" sz="1200" i="1" dirty="0">
                <a:solidFill>
                  <a:schemeClr val="tx1"/>
                </a:solidFill>
                <a:latin typeface="Palatino Linotype" panose="02040502050505030304" pitchFamily="18" charset="0"/>
                <a:cs typeface="Arial" panose="020B0604020202020204" pitchFamily="34" charset="0"/>
              </a:rPr>
              <a:t>Private &amp; Confidential</a:t>
            </a:r>
          </a:p>
        </p:txBody>
      </p:sp>
    </p:spTree>
    <p:extLst>
      <p:ext uri="{BB962C8B-B14F-4D97-AF65-F5344CB8AC3E}">
        <p14:creationId xmlns:p14="http://schemas.microsoft.com/office/powerpoint/2010/main" val="4116120679"/>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Lst>
  <p:txStyles>
    <p:titleStyle>
      <a:lvl1pPr algn="l" defTabSz="914400" rtl="0" eaLnBrk="1" latinLnBrk="0" hangingPunct="1">
        <a:lnSpc>
          <a:spcPct val="90000"/>
        </a:lnSpc>
        <a:spcBef>
          <a:spcPct val="0"/>
        </a:spcBef>
        <a:buNone/>
        <a:defRPr sz="2400" b="1" kern="1200" baseline="0">
          <a:solidFill>
            <a:schemeClr val="tx1"/>
          </a:solidFill>
          <a:latin typeface="Palatino Linotype" panose="02040502050505030304" pitchFamily="18" charset="0"/>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1400" kern="1200" baseline="0">
          <a:solidFill>
            <a:srgbClr val="1B2759"/>
          </a:solidFill>
          <a:latin typeface="Palatino Linotype" panose="02040502050505030304" pitchFamily="18" charset="0"/>
          <a:ea typeface="+mn-ea"/>
          <a:cs typeface="+mn-cs"/>
        </a:defRPr>
      </a:lvl1pPr>
      <a:lvl2pPr marL="360000" indent="-228600" algn="l" defTabSz="914400" rtl="0" eaLnBrk="1" latinLnBrk="0" hangingPunct="1">
        <a:lnSpc>
          <a:spcPct val="90000"/>
        </a:lnSpc>
        <a:spcBef>
          <a:spcPts val="600"/>
        </a:spcBef>
        <a:buClr>
          <a:srgbClr val="960000"/>
        </a:buClr>
        <a:buFont typeface="Wingdings" panose="05000000000000000000" pitchFamily="2" charset="2"/>
        <a:buChar char="§"/>
        <a:defRPr sz="1200" kern="1200" baseline="0">
          <a:solidFill>
            <a:srgbClr val="1B2759"/>
          </a:solidFill>
          <a:latin typeface="Palatino Linotype" panose="02040502050505030304" pitchFamily="18" charset="0"/>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200" kern="1200">
          <a:solidFill>
            <a:schemeClr val="tx1"/>
          </a:solidFill>
          <a:latin typeface="Palatino Linotype" panose="02040502050505030304"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Palatino Linotype" panose="02040502050505030304"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506A2FA-BD88-A273-A9D1-3E65CD3EB2E7}"/>
              </a:ext>
            </a:extLst>
          </p:cNvPr>
          <p:cNvSpPr txBox="1">
            <a:spLocks/>
          </p:cNvSpPr>
          <p:nvPr/>
        </p:nvSpPr>
        <p:spPr>
          <a:xfrm>
            <a:off x="350521" y="1817758"/>
            <a:ext cx="8471649" cy="893763"/>
          </a:xfrm>
          <a:prstGeom prst="rect">
            <a:avLst/>
          </a:prstGeom>
        </p:spPr>
        <p:txBody>
          <a:bodyPr lIns="91440" tIns="45720" rIns="91440" bIns="45720" anchor="t" anchorCtr="0">
            <a:noAutofit/>
          </a:bodyPr>
          <a:lstStyle>
            <a:lvl1pPr algn="ctr" defTabSz="914400" rtl="0" eaLnBrk="1" latinLnBrk="0" hangingPunct="1">
              <a:lnSpc>
                <a:spcPct val="90000"/>
              </a:lnSpc>
              <a:spcBef>
                <a:spcPct val="0"/>
              </a:spcBef>
              <a:buNone/>
              <a:defRPr sz="6000" kern="1200">
                <a:solidFill>
                  <a:schemeClr val="bg2">
                    <a:lumMod val="25000"/>
                  </a:schemeClr>
                </a:solidFill>
                <a:latin typeface="Corbel" panose="020B0503020204020204" pitchFamily="34" charset="0"/>
                <a:ea typeface="+mj-ea"/>
                <a:cs typeface="+mj-cs"/>
              </a:defRPr>
            </a:lvl1pPr>
          </a:lstStyle>
          <a:p>
            <a:pPr algn="l">
              <a:spcAft>
                <a:spcPts val="300"/>
              </a:spcAft>
            </a:pPr>
            <a:r>
              <a:rPr lang="en-US" sz="3000" b="1" dirty="0">
                <a:solidFill>
                  <a:schemeClr val="bg1"/>
                </a:solidFill>
                <a:latin typeface="Palatino Linotype"/>
              </a:rPr>
              <a:t>INFOR Financial Inc.</a:t>
            </a:r>
            <a:endParaRPr lang="en-US" sz="3000" b="1" dirty="0">
              <a:solidFill>
                <a:schemeClr val="bg1"/>
              </a:solidFill>
              <a:latin typeface="Palatino Linotype" panose="02040502050505030304" pitchFamily="18" charset="0"/>
            </a:endParaRPr>
          </a:p>
          <a:p>
            <a:pPr algn="l">
              <a:spcAft>
                <a:spcPts val="300"/>
              </a:spcAft>
            </a:pPr>
            <a:r>
              <a:rPr lang="en-US" sz="3000" i="1" dirty="0">
                <a:solidFill>
                  <a:schemeClr val="bg1"/>
                </a:solidFill>
                <a:latin typeface="Palatino Linotype" panose="02040502050505030304" pitchFamily="18" charset="0"/>
              </a:rPr>
              <a:t>Confidential Discussion Materials</a:t>
            </a:r>
          </a:p>
          <a:p>
            <a:pPr algn="l">
              <a:spcAft>
                <a:spcPts val="300"/>
              </a:spcAft>
            </a:pPr>
            <a:endParaRPr lang="en-US" sz="3000" b="1" dirty="0">
              <a:solidFill>
                <a:schemeClr val="bg1"/>
              </a:solidFill>
              <a:latin typeface="Palatino Linotype" panose="02040502050505030304" pitchFamily="18" charset="0"/>
            </a:endParaRPr>
          </a:p>
        </p:txBody>
      </p:sp>
      <p:sp>
        <p:nvSpPr>
          <p:cNvPr id="3" name="Subtitle 2">
            <a:extLst>
              <a:ext uri="{FF2B5EF4-FFF2-40B4-BE49-F238E27FC236}">
                <a16:creationId xmlns:a16="http://schemas.microsoft.com/office/drawing/2014/main" id="{B08C5A9A-710E-1078-D71C-EADDBE7B925C}"/>
              </a:ext>
            </a:extLst>
          </p:cNvPr>
          <p:cNvSpPr txBox="1">
            <a:spLocks/>
          </p:cNvSpPr>
          <p:nvPr/>
        </p:nvSpPr>
        <p:spPr>
          <a:xfrm>
            <a:off x="238759" y="6347009"/>
            <a:ext cx="3256747" cy="350202"/>
          </a:xfrm>
          <a:prstGeom prst="rect">
            <a:avLst/>
          </a:prstGeom>
        </p:spPr>
        <p:txBody>
          <a:bodyPr anchor="ctr"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bg2">
                    <a:lumMod val="50000"/>
                  </a:schemeClr>
                </a:solidFill>
                <a:latin typeface="Aharoni" panose="02010803020104030203" pitchFamily="2" charset="-79"/>
                <a:ea typeface="+mn-ea"/>
                <a:cs typeface="Aharoni" panose="02010803020104030203" pitchFamily="2" charset="-79"/>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bg2">
                    <a:lumMod val="50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bg2">
                    <a:lumMod val="50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bg2">
                    <a:lumMod val="50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1800" i="1" dirty="0">
                <a:latin typeface="Palatino Linotype" panose="02040502050505030304" pitchFamily="18" charset="0"/>
              </a:rPr>
              <a:t>Private and Confidential</a:t>
            </a:r>
          </a:p>
        </p:txBody>
      </p:sp>
      <p:pic>
        <p:nvPicPr>
          <p:cNvPr id="6" name="Picture 5">
            <a:extLst>
              <a:ext uri="{FF2B5EF4-FFF2-40B4-BE49-F238E27FC236}">
                <a16:creationId xmlns:a16="http://schemas.microsoft.com/office/drawing/2014/main" id="{7AD02179-F367-26B0-65A6-5ACC2597610A}"/>
              </a:ext>
            </a:extLst>
          </p:cNvPr>
          <p:cNvPicPr>
            <a:picLocks noChangeAspect="1"/>
          </p:cNvPicPr>
          <p:nvPr/>
        </p:nvPicPr>
        <p:blipFill>
          <a:blip r:embed="rId2"/>
          <a:srcRect/>
          <a:stretch/>
        </p:blipFill>
        <p:spPr>
          <a:xfrm>
            <a:off x="6786282" y="5556071"/>
            <a:ext cx="2035886" cy="479402"/>
          </a:xfrm>
          <a:prstGeom prst="rect">
            <a:avLst/>
          </a:prstGeom>
        </p:spPr>
      </p:pic>
      <p:sp>
        <p:nvSpPr>
          <p:cNvPr id="8" name="Subtitle 2">
            <a:extLst>
              <a:ext uri="{FF2B5EF4-FFF2-40B4-BE49-F238E27FC236}">
                <a16:creationId xmlns:a16="http://schemas.microsoft.com/office/drawing/2014/main" id="{30CE0C27-4170-380B-2351-28796CC043A3}"/>
              </a:ext>
            </a:extLst>
          </p:cNvPr>
          <p:cNvSpPr>
            <a:spLocks noGrp="1"/>
          </p:cNvSpPr>
          <p:nvPr>
            <p:ph type="subTitle" idx="1"/>
          </p:nvPr>
        </p:nvSpPr>
        <p:spPr>
          <a:xfrm>
            <a:off x="5075352" y="6307860"/>
            <a:ext cx="3829889" cy="350202"/>
          </a:xfrm>
        </p:spPr>
        <p:txBody>
          <a:bodyPr anchor="ctr" anchorCtr="0">
            <a:noAutofit/>
          </a:bodyPr>
          <a:lstStyle/>
          <a:p>
            <a:pPr algn="r"/>
            <a:r>
              <a:rPr lang="en-US" sz="1800" dirty="0">
                <a:solidFill>
                  <a:schemeClr val="bg2">
                    <a:lumMod val="50000"/>
                  </a:schemeClr>
                </a:solidFill>
                <a:latin typeface="Palatino Linotype" panose="02040502050505030304" pitchFamily="18" charset="0"/>
              </a:rPr>
              <a:t>[Current Month] 2026</a:t>
            </a:r>
          </a:p>
        </p:txBody>
      </p:sp>
    </p:spTree>
    <p:extLst>
      <p:ext uri="{BB962C8B-B14F-4D97-AF65-F5344CB8AC3E}">
        <p14:creationId xmlns:p14="http://schemas.microsoft.com/office/powerpoint/2010/main" val="22786116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32FA3-F083-D76D-ECBB-090CA469A520}"/>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02F02EC2-EF22-11C7-66E3-F53DECEAD316}"/>
              </a:ext>
            </a:extLst>
          </p:cNvPr>
          <p:cNvSpPr>
            <a:spLocks noGrp="1"/>
          </p:cNvSpPr>
          <p:nvPr>
            <p:ph type="sldNum" sz="quarter" idx="12"/>
          </p:nvPr>
        </p:nvSpPr>
        <p:spPr/>
        <p:txBody>
          <a:bodyPr/>
          <a:lstStyle/>
          <a:p>
            <a:fld id="{B0BBF262-6B1A-47DC-B7A7-A92B0DCA2A1B}" type="slidenum">
              <a:rPr lang="en-CA" smtClean="0"/>
              <a:pPr/>
              <a:t>1</a:t>
            </a:fld>
            <a:endParaRPr lang="en-CA" dirty="0"/>
          </a:p>
        </p:txBody>
      </p:sp>
      <p:sp>
        <p:nvSpPr>
          <p:cNvPr id="2" name="Text Placeholder 1">
            <a:extLst>
              <a:ext uri="{FF2B5EF4-FFF2-40B4-BE49-F238E27FC236}">
                <a16:creationId xmlns:a16="http://schemas.microsoft.com/office/drawing/2014/main" id="{5072C0DC-318E-A4B5-E052-2D7EDF0B3C73}"/>
              </a:ext>
            </a:extLst>
          </p:cNvPr>
          <p:cNvSpPr>
            <a:spLocks noGrp="1"/>
          </p:cNvSpPr>
          <p:nvPr>
            <p:ph type="body" sz="quarter" idx="13"/>
          </p:nvPr>
        </p:nvSpPr>
        <p:spPr>
          <a:noFill/>
        </p:spPr>
        <p:txBody>
          <a:bodyPr numCol="1"/>
          <a:lstStyle/>
          <a:p>
            <a:r>
              <a:rPr lang="en-US" dirty="0"/>
              <a:t>Source: Company filings, S&amp;P CapIQ, equity research </a:t>
            </a:r>
          </a:p>
          <a:p>
            <a:r>
              <a:rPr lang="en-US" dirty="0"/>
              <a:t>Note: All figures in [x]$MM, except where indicated otherwise</a:t>
            </a:r>
          </a:p>
        </p:txBody>
      </p:sp>
      <p:sp>
        <p:nvSpPr>
          <p:cNvPr id="6" name="Rectangle 5">
            <a:extLst>
              <a:ext uri="{FF2B5EF4-FFF2-40B4-BE49-F238E27FC236}">
                <a16:creationId xmlns:a16="http://schemas.microsoft.com/office/drawing/2014/main" id="{12C8104F-2C4E-8216-E9F7-8EF1AA6848B6}"/>
              </a:ext>
            </a:extLst>
          </p:cNvPr>
          <p:cNvSpPr/>
          <p:nvPr/>
        </p:nvSpPr>
        <p:spPr>
          <a:xfrm>
            <a:off x="323997" y="1019228"/>
            <a:ext cx="4140000" cy="311616"/>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panose="02040502050505030304" pitchFamily="18" charset="0"/>
              </a:rPr>
              <a:t>Company Overview</a:t>
            </a:r>
            <a:endParaRPr kumimoji="0" lang="en-CA" sz="1400" b="1" i="0" u="none" strike="noStrike" kern="0" cap="none" spc="0" normalizeH="0" baseline="0" noProof="0" dirty="0">
              <a:ln>
                <a:noFill/>
              </a:ln>
              <a:solidFill>
                <a:prstClr val="white"/>
              </a:solidFill>
              <a:effectLst/>
              <a:uLnTx/>
              <a:uFillTx/>
              <a:latin typeface="Palatino Linotype" panose="02040502050505030304" pitchFamily="18" charset="0"/>
            </a:endParaRPr>
          </a:p>
        </p:txBody>
      </p:sp>
      <p:sp>
        <p:nvSpPr>
          <p:cNvPr id="8" name="Rectangle 7">
            <a:extLst>
              <a:ext uri="{FF2B5EF4-FFF2-40B4-BE49-F238E27FC236}">
                <a16:creationId xmlns:a16="http://schemas.microsoft.com/office/drawing/2014/main" id="{8E4AF1E6-0150-86DD-F652-1141732D0C89}"/>
              </a:ext>
            </a:extLst>
          </p:cNvPr>
          <p:cNvSpPr/>
          <p:nvPr/>
        </p:nvSpPr>
        <p:spPr>
          <a:xfrm>
            <a:off x="4681219" y="1019228"/>
            <a:ext cx="4140000" cy="311616"/>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panose="02040502050505030304" pitchFamily="18" charset="0"/>
              </a:rPr>
              <a:t>Capitalization Table</a:t>
            </a:r>
            <a:endParaRPr kumimoji="0" lang="en-CA" sz="1400" b="1" i="0" u="none" strike="noStrike" kern="0" cap="none" spc="0" normalizeH="0" baseline="30000" noProof="0" dirty="0">
              <a:ln>
                <a:noFill/>
              </a:ln>
              <a:solidFill>
                <a:prstClr val="white"/>
              </a:solidFill>
              <a:effectLst/>
              <a:uLnTx/>
              <a:uFillTx/>
              <a:latin typeface="Palatino Linotype" panose="02040502050505030304" pitchFamily="18" charset="0"/>
            </a:endParaRPr>
          </a:p>
        </p:txBody>
      </p:sp>
      <p:sp>
        <p:nvSpPr>
          <p:cNvPr id="51" name="Title 1">
            <a:extLst>
              <a:ext uri="{FF2B5EF4-FFF2-40B4-BE49-F238E27FC236}">
                <a16:creationId xmlns:a16="http://schemas.microsoft.com/office/drawing/2014/main" id="{9E586587-BF17-B3B6-AD84-A319B8117E64}"/>
              </a:ext>
            </a:extLst>
          </p:cNvPr>
          <p:cNvSpPr>
            <a:spLocks noGrp="1"/>
          </p:cNvSpPr>
          <p:nvPr>
            <p:ph type="title"/>
          </p:nvPr>
        </p:nvSpPr>
        <p:spPr>
          <a:xfrm>
            <a:off x="239833" y="116475"/>
            <a:ext cx="8577386" cy="878890"/>
          </a:xfrm>
        </p:spPr>
        <p:txBody>
          <a:bodyPr/>
          <a:lstStyle/>
          <a:p>
            <a:r>
              <a:rPr lang="en-US" dirty="0"/>
              <a:t>[Client Name] Overview</a:t>
            </a:r>
            <a:endParaRPr lang="en-CA" i="1" dirty="0">
              <a:solidFill>
                <a:schemeClr val="accent2"/>
              </a:solidFill>
            </a:endParaRPr>
          </a:p>
        </p:txBody>
      </p:sp>
      <p:sp>
        <p:nvSpPr>
          <p:cNvPr id="17" name="TextBox 16">
            <a:extLst>
              <a:ext uri="{FF2B5EF4-FFF2-40B4-BE49-F238E27FC236}">
                <a16:creationId xmlns:a16="http://schemas.microsoft.com/office/drawing/2014/main" id="{A9F355A5-E8FE-474D-E48A-CEBD4F272169}"/>
              </a:ext>
            </a:extLst>
          </p:cNvPr>
          <p:cNvSpPr txBox="1">
            <a:spLocks/>
          </p:cNvSpPr>
          <p:nvPr/>
        </p:nvSpPr>
        <p:spPr>
          <a:xfrm>
            <a:off x="323997" y="1328449"/>
            <a:ext cx="4140000" cy="510396"/>
          </a:xfrm>
          <a:prstGeom prst="rect">
            <a:avLst/>
          </a:prstGeom>
          <a:noFill/>
        </p:spPr>
        <p:txBody>
          <a:bodyPr vert="horz" wrap="square" lIns="0" tIns="45720" rIns="0" bIns="45720" rtlCol="0" anchor="t" anchorCtr="0">
            <a:spAutoFit/>
          </a:bodyPr>
          <a:lstStyle/>
          <a:p>
            <a:pPr marL="180975" indent="-180975">
              <a:spcBef>
                <a:spcPts val="400"/>
              </a:spcBef>
              <a:spcAft>
                <a:spcPts val="400"/>
              </a:spcAft>
              <a:buSzPct val="100000"/>
              <a:buFont typeface="Wingdings" panose="05000000000000000000" pitchFamily="2" charset="2"/>
              <a:buChar char="§"/>
            </a:pPr>
            <a:r>
              <a:rPr lang="en-US" sz="1050" dirty="0">
                <a:latin typeface="Palatino Linotype" panose="02040502050505030304" pitchFamily="18" charset="0"/>
              </a:rPr>
              <a:t>[x]</a:t>
            </a:r>
          </a:p>
          <a:p>
            <a:pPr marL="360000" indent="-180000">
              <a:spcBef>
                <a:spcPts val="400"/>
              </a:spcBef>
              <a:spcAft>
                <a:spcPts val="400"/>
              </a:spcAft>
              <a:buFont typeface="Palatino Linotype" panose="02040502050505030304" pitchFamily="18" charset="0"/>
              <a:buChar char="–"/>
            </a:pPr>
            <a:r>
              <a:rPr lang="en-US" sz="1000" dirty="0">
                <a:latin typeface="Palatino Linotype" panose="02040502050505030304" pitchFamily="18" charset="0"/>
              </a:rPr>
              <a:t>[x]</a:t>
            </a:r>
            <a:endParaRPr lang="en-US" sz="1050" dirty="0">
              <a:latin typeface="Palatino Linotype" panose="02040502050505030304" pitchFamily="18" charset="0"/>
            </a:endParaRPr>
          </a:p>
        </p:txBody>
      </p:sp>
      <p:sp>
        <p:nvSpPr>
          <p:cNvPr id="5" name="Rectangle 4">
            <a:extLst>
              <a:ext uri="{FF2B5EF4-FFF2-40B4-BE49-F238E27FC236}">
                <a16:creationId xmlns:a16="http://schemas.microsoft.com/office/drawing/2014/main" id="{786E7264-3CDF-87F4-2103-057CC2AA9F75}"/>
              </a:ext>
            </a:extLst>
          </p:cNvPr>
          <p:cNvSpPr/>
          <p:nvPr/>
        </p:nvSpPr>
        <p:spPr>
          <a:xfrm>
            <a:off x="4681219" y="1354707"/>
            <a:ext cx="4140000" cy="4947508"/>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panose="02040502050505030304" pitchFamily="18" charset="0"/>
              </a:rPr>
              <a:t>[BBG Placeholder]</a:t>
            </a:r>
            <a:endParaRPr kumimoji="0" lang="en-CA" sz="1400" b="1" i="0" u="none" strike="noStrike" kern="0" cap="none" spc="0" normalizeH="0" baseline="30000" noProof="0" dirty="0">
              <a:ln>
                <a:noFill/>
              </a:ln>
              <a:solidFill>
                <a:prstClr val="white"/>
              </a:solidFill>
              <a:effectLst/>
              <a:uLnTx/>
              <a:uFillTx/>
              <a:latin typeface="Palatino Linotype" panose="02040502050505030304" pitchFamily="18" charset="0"/>
            </a:endParaRPr>
          </a:p>
        </p:txBody>
      </p:sp>
    </p:spTree>
    <p:extLst>
      <p:ext uri="{BB962C8B-B14F-4D97-AF65-F5344CB8AC3E}">
        <p14:creationId xmlns:p14="http://schemas.microsoft.com/office/powerpoint/2010/main" val="1249609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8BE5B-7A51-40E0-AB95-E6F9CAD4F763}"/>
            </a:ext>
          </a:extLst>
        </p:cNvPr>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BE8BECDF-68B2-1AA4-637A-65701752E1F2}"/>
              </a:ext>
            </a:extLst>
          </p:cNvPr>
          <p:cNvGraphicFramePr>
            <a:graphicFrameLocks noGrp="1"/>
          </p:cNvGraphicFramePr>
          <p:nvPr>
            <p:extLst>
              <p:ext uri="{D42A27DB-BD31-4B8C-83A1-F6EECF244321}">
                <p14:modId xmlns:p14="http://schemas.microsoft.com/office/powerpoint/2010/main" val="1319858237"/>
              </p:ext>
            </p:extLst>
          </p:nvPr>
        </p:nvGraphicFramePr>
        <p:xfrm>
          <a:off x="322188" y="4145476"/>
          <a:ext cx="4133156" cy="1508760"/>
        </p:xfrm>
        <a:graphic>
          <a:graphicData uri="http://schemas.openxmlformats.org/drawingml/2006/table">
            <a:tbl>
              <a:tblPr firstRow="1" bandRow="1">
                <a:tableStyleId>{5C22544A-7EE6-4342-B048-85BDC9FD1C3A}</a:tableStyleId>
              </a:tblPr>
              <a:tblGrid>
                <a:gridCol w="1411721">
                  <a:extLst>
                    <a:ext uri="{9D8B030D-6E8A-4147-A177-3AD203B41FA5}">
                      <a16:colId xmlns:a16="http://schemas.microsoft.com/office/drawing/2014/main" val="3223766902"/>
                    </a:ext>
                  </a:extLst>
                </a:gridCol>
                <a:gridCol w="907145">
                  <a:extLst>
                    <a:ext uri="{9D8B030D-6E8A-4147-A177-3AD203B41FA5}">
                      <a16:colId xmlns:a16="http://schemas.microsoft.com/office/drawing/2014/main" val="268978678"/>
                    </a:ext>
                  </a:extLst>
                </a:gridCol>
                <a:gridCol w="907145">
                  <a:extLst>
                    <a:ext uri="{9D8B030D-6E8A-4147-A177-3AD203B41FA5}">
                      <a16:colId xmlns:a16="http://schemas.microsoft.com/office/drawing/2014/main" val="2347857369"/>
                    </a:ext>
                  </a:extLst>
                </a:gridCol>
                <a:gridCol w="907145">
                  <a:extLst>
                    <a:ext uri="{9D8B030D-6E8A-4147-A177-3AD203B41FA5}">
                      <a16:colId xmlns:a16="http://schemas.microsoft.com/office/drawing/2014/main" val="3248819179"/>
                    </a:ext>
                  </a:extLst>
                </a:gridCol>
              </a:tblGrid>
              <a:tr h="337819">
                <a:tc>
                  <a:txBody>
                    <a:bodyPr/>
                    <a:lstStyle/>
                    <a:p>
                      <a:r>
                        <a:rPr lang="en-US" sz="900" i="1" dirty="0">
                          <a:latin typeface="Palatino Linotype" panose="02040502050505030304" pitchFamily="18" charset="0"/>
                        </a:rPr>
                        <a:t>Figures in </a:t>
                      </a:r>
                      <a:r>
                        <a:rPr lang="en-US" sz="900" i="1" dirty="0" err="1">
                          <a:latin typeface="Palatino Linotype" panose="02040502050505030304" pitchFamily="18" charset="0"/>
                        </a:rPr>
                        <a:t>x$MM</a:t>
                      </a:r>
                      <a:endParaRPr lang="en-US" sz="900" i="1" dirty="0">
                        <a:latin typeface="Palatino Linotype" panose="02040502050505030304" pitchFamily="18" charset="0"/>
                      </a:endParaRP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en-US" sz="900" dirty="0">
                          <a:latin typeface="Palatino Linotype" panose="02040502050505030304" pitchFamily="18" charset="0"/>
                        </a:rPr>
                        <a:t>Reported</a:t>
                      </a: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en-US" sz="900" dirty="0">
                          <a:latin typeface="Palatino Linotype" panose="02040502050505030304" pitchFamily="18" charset="0"/>
                        </a:rPr>
                        <a:t>Bloomberg</a:t>
                      </a:r>
                    </a:p>
                    <a:p>
                      <a:pPr algn="ctr"/>
                      <a:r>
                        <a:rPr lang="en-US" sz="900" dirty="0">
                          <a:latin typeface="Palatino Linotype" panose="02040502050505030304" pitchFamily="18" charset="0"/>
                        </a:rPr>
                        <a:t>Estimate</a:t>
                      </a: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tcPr>
                </a:tc>
                <a:tc>
                  <a:txBody>
                    <a:bodyPr/>
                    <a:lstStyle/>
                    <a:p>
                      <a:pPr algn="ctr"/>
                      <a:r>
                        <a:rPr lang="en-US" sz="900" dirty="0">
                          <a:latin typeface="Palatino Linotype" panose="02040502050505030304" pitchFamily="18" charset="0"/>
                        </a:rPr>
                        <a:t>Variance</a:t>
                      </a:r>
                    </a:p>
                  </a:txBody>
                  <a:tcPr anchor="b">
                    <a:lnL w="12700" cmpd="sng">
                      <a:noFill/>
                    </a:lnL>
                    <a:lnR w="12700" cmpd="sng">
                      <a:noFill/>
                    </a:lnR>
                    <a:lnT w="12700" cmpd="sng">
                      <a:noFill/>
                    </a:lnT>
                    <a:lnB w="38100" cmpd="sng">
                      <a:noFill/>
                    </a:lnB>
                    <a:lnTlToBr w="12700" cmpd="sng">
                      <a:noFill/>
                      <a:prstDash val="solid"/>
                    </a:lnTlToBr>
                    <a:lnBlToTr w="12700" cmpd="sng">
                      <a:noFill/>
                      <a:prstDash val="solid"/>
                    </a:lnBlToTr>
                  </a:tcPr>
                </a:tc>
                <a:extLst>
                  <a:ext uri="{0D108BD9-81ED-4DB2-BD59-A6C34878D82A}">
                    <a16:rowId xmlns:a16="http://schemas.microsoft.com/office/drawing/2014/main" val="1837117398"/>
                  </a:ext>
                </a:extLst>
              </a:tr>
              <a:tr h="211137">
                <a:tc>
                  <a:txBody>
                    <a:bodyPr/>
                    <a:lstStyle/>
                    <a:p>
                      <a:r>
                        <a:rPr lang="en-US" sz="900" b="0" dirty="0">
                          <a:latin typeface="Palatino Linotype" panose="02040502050505030304" pitchFamily="18" charset="0"/>
                        </a:rPr>
                        <a:t>Revenue</a:t>
                      </a: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26597359"/>
                  </a:ext>
                </a:extLst>
              </a:tr>
              <a:tr h="211137">
                <a:tc>
                  <a:txBody>
                    <a:bodyPr/>
                    <a:lstStyle/>
                    <a:p>
                      <a:r>
                        <a:rPr lang="en-US" sz="900" dirty="0">
                          <a:latin typeface="Palatino Linotype" panose="02040502050505030304" pitchFamily="18" charset="0"/>
                        </a:rPr>
                        <a:t>Gross Margin</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37869372"/>
                  </a:ext>
                </a:extLst>
              </a:tr>
              <a:tr h="211137">
                <a:tc>
                  <a:txBody>
                    <a:bodyPr/>
                    <a:lstStyle/>
                    <a:p>
                      <a:r>
                        <a:rPr lang="en-US" sz="900" dirty="0">
                          <a:latin typeface="Palatino Linotype" panose="02040502050505030304" pitchFamily="18" charset="0"/>
                        </a:rPr>
                        <a:t>Adj. EBITDA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137254403"/>
                  </a:ext>
                </a:extLst>
              </a:tr>
              <a:tr h="211137">
                <a:tc>
                  <a:txBody>
                    <a:bodyPr/>
                    <a:lstStyle/>
                    <a:p>
                      <a:r>
                        <a:rPr lang="en-US" sz="900" dirty="0">
                          <a:latin typeface="Palatino Linotype" panose="02040502050505030304" pitchFamily="18" charset="0"/>
                        </a:rPr>
                        <a:t>Net Income</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27743932"/>
                  </a:ext>
                </a:extLst>
              </a:tr>
              <a:tr h="211137">
                <a:tc>
                  <a:txBody>
                    <a:bodyPr/>
                    <a:lstStyle/>
                    <a:p>
                      <a:r>
                        <a:rPr lang="en-US" sz="900" dirty="0">
                          <a:latin typeface="Palatino Linotype" panose="02040502050505030304" pitchFamily="18" charset="0"/>
                        </a:rPr>
                        <a:t>UPS (x$)</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tc>
                  <a:txBody>
                    <a:bodyPr/>
                    <a:lstStyle/>
                    <a:p>
                      <a:pPr algn="ctr"/>
                      <a:endParaRPr lang="en-US" sz="900" dirty="0">
                        <a:latin typeface="Palatino Linotype" panose="02040502050505030304" pitchFamily="18"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063010781"/>
                  </a:ext>
                </a:extLst>
              </a:tr>
            </a:tbl>
          </a:graphicData>
        </a:graphic>
      </p:graphicFrame>
      <p:sp>
        <p:nvSpPr>
          <p:cNvPr id="11" name="Rectangle 10">
            <a:extLst>
              <a:ext uri="{FF2B5EF4-FFF2-40B4-BE49-F238E27FC236}">
                <a16:creationId xmlns:a16="http://schemas.microsoft.com/office/drawing/2014/main" id="{511F9D52-F123-4B43-3B96-E9CA40879171}"/>
              </a:ext>
            </a:extLst>
          </p:cNvPr>
          <p:cNvSpPr/>
          <p:nvPr/>
        </p:nvSpPr>
        <p:spPr>
          <a:xfrm>
            <a:off x="323997" y="3820777"/>
            <a:ext cx="4140000" cy="311616"/>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panose="02040502050505030304" pitchFamily="18" charset="0"/>
              </a:rPr>
              <a:t>Broker Estimates vs Actuals</a:t>
            </a:r>
            <a:endParaRPr kumimoji="0" lang="en-CA" sz="1400" b="1" i="0" u="none" strike="noStrike" kern="0" cap="none" spc="0" normalizeH="0" baseline="0" noProof="0" dirty="0">
              <a:ln>
                <a:noFill/>
              </a:ln>
              <a:solidFill>
                <a:prstClr val="white"/>
              </a:solidFill>
              <a:effectLst/>
              <a:uLnTx/>
              <a:uFillTx/>
              <a:latin typeface="Palatino Linotype" panose="02040502050505030304" pitchFamily="18" charset="0"/>
            </a:endParaRPr>
          </a:p>
        </p:txBody>
      </p:sp>
      <p:sp>
        <p:nvSpPr>
          <p:cNvPr id="4" name="Slide Number Placeholder 3">
            <a:extLst>
              <a:ext uri="{FF2B5EF4-FFF2-40B4-BE49-F238E27FC236}">
                <a16:creationId xmlns:a16="http://schemas.microsoft.com/office/drawing/2014/main" id="{AB7B68A8-0D03-D133-481F-577AA926F888}"/>
              </a:ext>
            </a:extLst>
          </p:cNvPr>
          <p:cNvSpPr>
            <a:spLocks noGrp="1"/>
          </p:cNvSpPr>
          <p:nvPr>
            <p:ph type="sldNum" sz="quarter" idx="12"/>
          </p:nvPr>
        </p:nvSpPr>
        <p:spPr/>
        <p:txBody>
          <a:bodyPr/>
          <a:lstStyle/>
          <a:p>
            <a:fld id="{B0BBF262-6B1A-47DC-B7A7-A92B0DCA2A1B}" type="slidenum">
              <a:rPr lang="en-CA" smtClean="0"/>
              <a:pPr/>
              <a:t>2</a:t>
            </a:fld>
            <a:endParaRPr lang="en-CA" dirty="0"/>
          </a:p>
        </p:txBody>
      </p:sp>
      <p:sp>
        <p:nvSpPr>
          <p:cNvPr id="2" name="Text Placeholder 1">
            <a:extLst>
              <a:ext uri="{FF2B5EF4-FFF2-40B4-BE49-F238E27FC236}">
                <a16:creationId xmlns:a16="http://schemas.microsoft.com/office/drawing/2014/main" id="{005C7CFC-DF4F-2409-4550-D9ABBA35C4B0}"/>
              </a:ext>
            </a:extLst>
          </p:cNvPr>
          <p:cNvSpPr>
            <a:spLocks noGrp="1"/>
          </p:cNvSpPr>
          <p:nvPr>
            <p:ph type="body" sz="quarter" idx="13"/>
          </p:nvPr>
        </p:nvSpPr>
        <p:spPr>
          <a:noFill/>
        </p:spPr>
        <p:txBody>
          <a:bodyPr numCol="1"/>
          <a:lstStyle/>
          <a:p>
            <a:r>
              <a:rPr lang="en-US" dirty="0"/>
              <a:t>Source: Company filings, S&amp;P CapIQ, equity research </a:t>
            </a:r>
          </a:p>
          <a:p>
            <a:r>
              <a:rPr lang="en-US" dirty="0"/>
              <a:t>Note: All figures in [x]$MM, except where indicated otherwise</a:t>
            </a:r>
          </a:p>
        </p:txBody>
      </p:sp>
      <p:sp>
        <p:nvSpPr>
          <p:cNvPr id="6" name="Rectangle 5">
            <a:extLst>
              <a:ext uri="{FF2B5EF4-FFF2-40B4-BE49-F238E27FC236}">
                <a16:creationId xmlns:a16="http://schemas.microsoft.com/office/drawing/2014/main" id="{0F11B6BD-D605-5F42-494B-42D514DD3378}"/>
              </a:ext>
            </a:extLst>
          </p:cNvPr>
          <p:cNvSpPr/>
          <p:nvPr/>
        </p:nvSpPr>
        <p:spPr>
          <a:xfrm>
            <a:off x="323997" y="1019228"/>
            <a:ext cx="4140000" cy="311616"/>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panose="02040502050505030304" pitchFamily="18" charset="0"/>
              </a:rPr>
              <a:t>Business Updates</a:t>
            </a:r>
            <a:endParaRPr kumimoji="0" lang="en-CA" sz="1400" b="1" i="0" u="none" strike="noStrike" kern="0" cap="none" spc="0" normalizeH="0" baseline="0" noProof="0" dirty="0">
              <a:ln>
                <a:noFill/>
              </a:ln>
              <a:solidFill>
                <a:prstClr val="white"/>
              </a:solidFill>
              <a:effectLst/>
              <a:uLnTx/>
              <a:uFillTx/>
              <a:latin typeface="Palatino Linotype" panose="02040502050505030304" pitchFamily="18" charset="0"/>
            </a:endParaRPr>
          </a:p>
        </p:txBody>
      </p:sp>
      <p:sp>
        <p:nvSpPr>
          <p:cNvPr id="8" name="Rectangle 7">
            <a:extLst>
              <a:ext uri="{FF2B5EF4-FFF2-40B4-BE49-F238E27FC236}">
                <a16:creationId xmlns:a16="http://schemas.microsoft.com/office/drawing/2014/main" id="{7FF5F561-DBF4-ACF4-D59E-6B19C548CDEB}"/>
              </a:ext>
            </a:extLst>
          </p:cNvPr>
          <p:cNvSpPr/>
          <p:nvPr/>
        </p:nvSpPr>
        <p:spPr>
          <a:xfrm>
            <a:off x="4681219" y="1019228"/>
            <a:ext cx="4140000" cy="311616"/>
          </a:xfrm>
          <a:prstGeom prst="rect">
            <a:avLst/>
          </a:prstGeom>
          <a:solidFill>
            <a:srgbClr val="0E213F"/>
          </a:solidFill>
          <a:ln w="12700" cap="flat" cmpd="sng" algn="ctr">
            <a:noFill/>
            <a:prstDash val="solid"/>
            <a:miter lim="800000"/>
          </a:ln>
          <a:effectLst/>
        </p:spPr>
        <p:txBody>
          <a:bodyPr rtlCol="0" anchor="ctr"/>
          <a:lstStyle/>
          <a:p>
            <a:pPr algn="ctr"/>
            <a:r>
              <a:rPr lang="en-US" sz="1400" b="1" kern="0" dirty="0" err="1">
                <a:solidFill>
                  <a:prstClr val="white"/>
                </a:solidFill>
                <a:latin typeface="Palatino Linotype" panose="02040502050505030304" pitchFamily="18" charset="0"/>
              </a:rPr>
              <a:t>Qx</a:t>
            </a:r>
            <a:r>
              <a:rPr lang="en-US" sz="1400" b="1" kern="0" dirty="0">
                <a:solidFill>
                  <a:prstClr val="white"/>
                </a:solidFill>
                <a:latin typeface="Palatino Linotype" panose="02040502050505030304" pitchFamily="18" charset="0"/>
              </a:rPr>
              <a:t> 202x vs. </a:t>
            </a:r>
            <a:r>
              <a:rPr lang="en-US" sz="1400" b="1" kern="0" dirty="0" err="1">
                <a:solidFill>
                  <a:prstClr val="white"/>
                </a:solidFill>
                <a:latin typeface="Palatino Linotype" panose="02040502050505030304" pitchFamily="18" charset="0"/>
              </a:rPr>
              <a:t>Qx</a:t>
            </a:r>
            <a:r>
              <a:rPr lang="en-US" sz="1400" b="1" kern="0" dirty="0">
                <a:solidFill>
                  <a:prstClr val="white"/>
                </a:solidFill>
                <a:latin typeface="Palatino Linotype" panose="02040502050505030304" pitchFamily="18" charset="0"/>
              </a:rPr>
              <a:t> 202x Financial Highlights</a:t>
            </a:r>
            <a:endParaRPr lang="en-CA" sz="1400" b="1" kern="0" dirty="0">
              <a:solidFill>
                <a:prstClr val="white"/>
              </a:solidFill>
              <a:latin typeface="Palatino Linotype" panose="02040502050505030304" pitchFamily="18" charset="0"/>
            </a:endParaRPr>
          </a:p>
        </p:txBody>
      </p:sp>
      <p:sp>
        <p:nvSpPr>
          <p:cNvPr id="51" name="Title 1">
            <a:extLst>
              <a:ext uri="{FF2B5EF4-FFF2-40B4-BE49-F238E27FC236}">
                <a16:creationId xmlns:a16="http://schemas.microsoft.com/office/drawing/2014/main" id="{7DA048D1-81D5-3239-5BDD-00646345C204}"/>
              </a:ext>
            </a:extLst>
          </p:cNvPr>
          <p:cNvSpPr>
            <a:spLocks noGrp="1"/>
          </p:cNvSpPr>
          <p:nvPr>
            <p:ph type="title"/>
          </p:nvPr>
        </p:nvSpPr>
        <p:spPr>
          <a:xfrm>
            <a:off x="239833" y="116475"/>
            <a:ext cx="8577386" cy="878890"/>
          </a:xfrm>
        </p:spPr>
        <p:txBody>
          <a:bodyPr/>
          <a:lstStyle/>
          <a:p>
            <a:r>
              <a:rPr lang="en-CA" dirty="0"/>
              <a:t>[Client Name] Q[x] 202[x] Earnings Summary</a:t>
            </a:r>
            <a:endParaRPr lang="en-CA" i="1" dirty="0">
              <a:solidFill>
                <a:schemeClr val="accent2"/>
              </a:solidFill>
            </a:endParaRPr>
          </a:p>
        </p:txBody>
      </p:sp>
      <p:sp>
        <p:nvSpPr>
          <p:cNvPr id="12" name="Rectangle 11">
            <a:extLst>
              <a:ext uri="{FF2B5EF4-FFF2-40B4-BE49-F238E27FC236}">
                <a16:creationId xmlns:a16="http://schemas.microsoft.com/office/drawing/2014/main" id="{857A0024-75A5-1387-0831-C59C6FD5AB66}"/>
              </a:ext>
            </a:extLst>
          </p:cNvPr>
          <p:cNvSpPr/>
          <p:nvPr/>
        </p:nvSpPr>
        <p:spPr>
          <a:xfrm>
            <a:off x="4681219" y="3820777"/>
            <a:ext cx="4140000" cy="311616"/>
          </a:xfrm>
          <a:prstGeom prst="rect">
            <a:avLst/>
          </a:prstGeom>
          <a:solidFill>
            <a:srgbClr val="0E213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dirty="0">
                <a:ln>
                  <a:noFill/>
                </a:ln>
                <a:solidFill>
                  <a:prstClr val="white"/>
                </a:solidFill>
                <a:effectLst/>
                <a:uLnTx/>
                <a:uFillTx/>
                <a:latin typeface="Palatino Linotype" panose="02040502050505030304" pitchFamily="18" charset="0"/>
              </a:rPr>
              <a:t>Management Guidance</a:t>
            </a:r>
            <a:endParaRPr kumimoji="0" lang="en-CA" sz="1400" b="1" i="0" u="none" strike="noStrike" kern="0" cap="none" spc="0" normalizeH="0" baseline="30000" noProof="0" dirty="0">
              <a:ln>
                <a:noFill/>
              </a:ln>
              <a:solidFill>
                <a:prstClr val="white"/>
              </a:solidFill>
              <a:effectLst/>
              <a:uLnTx/>
              <a:uFillTx/>
              <a:latin typeface="Palatino Linotype" panose="02040502050505030304" pitchFamily="18" charset="0"/>
            </a:endParaRPr>
          </a:p>
        </p:txBody>
      </p:sp>
      <p:sp>
        <p:nvSpPr>
          <p:cNvPr id="1033" name="Rectangle 1032">
            <a:extLst>
              <a:ext uri="{FF2B5EF4-FFF2-40B4-BE49-F238E27FC236}">
                <a16:creationId xmlns:a16="http://schemas.microsoft.com/office/drawing/2014/main" id="{3271E267-EBEE-C600-0E90-E55CA1A0BA3E}"/>
              </a:ext>
            </a:extLst>
          </p:cNvPr>
          <p:cNvSpPr/>
          <p:nvPr/>
        </p:nvSpPr>
        <p:spPr>
          <a:xfrm>
            <a:off x="4688657" y="1354302"/>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a:t>
            </a:r>
            <a:r>
              <a:rPr lang="en-US" sz="1400" b="1" dirty="0" err="1">
                <a:solidFill>
                  <a:schemeClr val="accent1"/>
                </a:solidFill>
                <a:latin typeface="Palatino Linotype" panose="02040502050505030304" pitchFamily="18" charset="0"/>
              </a:rPr>
              <a:t>x.xMM</a:t>
            </a:r>
            <a:endParaRPr lang="en-US" sz="1400" b="1" dirty="0">
              <a:solidFill>
                <a:schemeClr val="accent1"/>
              </a:solidFill>
              <a:latin typeface="Palatino Linotype" panose="02040502050505030304" pitchFamily="18" charset="0"/>
            </a:endParaRPr>
          </a:p>
          <a:p>
            <a:pPr algn="ctr"/>
            <a:r>
              <a:rPr lang="en-US" sz="1000" dirty="0" err="1">
                <a:solidFill>
                  <a:schemeClr val="accent1"/>
                </a:solidFill>
                <a:latin typeface="Palatino Linotype" panose="02040502050505030304" pitchFamily="18" charset="0"/>
              </a:rPr>
              <a:t>Qx</a:t>
            </a:r>
            <a:r>
              <a:rPr lang="en-US" sz="1000" dirty="0">
                <a:solidFill>
                  <a:schemeClr val="accent1"/>
                </a:solidFill>
                <a:latin typeface="Palatino Linotype" panose="02040502050505030304" pitchFamily="18" charset="0"/>
              </a:rPr>
              <a:t> 202x Revenue</a:t>
            </a:r>
          </a:p>
        </p:txBody>
      </p:sp>
      <p:cxnSp>
        <p:nvCxnSpPr>
          <p:cNvPr id="1034" name="Straight Connector 1033">
            <a:extLst>
              <a:ext uri="{FF2B5EF4-FFF2-40B4-BE49-F238E27FC236}">
                <a16:creationId xmlns:a16="http://schemas.microsoft.com/office/drawing/2014/main" id="{09462875-E91B-7640-9014-71F9628B9344}"/>
              </a:ext>
            </a:extLst>
          </p:cNvPr>
          <p:cNvCxnSpPr>
            <a:cxnSpLocks/>
          </p:cNvCxnSpPr>
          <p:nvPr/>
        </p:nvCxnSpPr>
        <p:spPr>
          <a:xfrm>
            <a:off x="4688656" y="1922836"/>
            <a:ext cx="414000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035" name="Rectangle 1034">
            <a:extLst>
              <a:ext uri="{FF2B5EF4-FFF2-40B4-BE49-F238E27FC236}">
                <a16:creationId xmlns:a16="http://schemas.microsoft.com/office/drawing/2014/main" id="{F8C35546-9C64-2C8B-1182-DE2B2F37CEAF}"/>
              </a:ext>
            </a:extLst>
          </p:cNvPr>
          <p:cNvSpPr/>
          <p:nvPr/>
        </p:nvSpPr>
        <p:spPr>
          <a:xfrm>
            <a:off x="7513750" y="1354302"/>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a:t>
            </a:r>
            <a:r>
              <a:rPr lang="en-US" sz="1400" b="1" dirty="0" err="1">
                <a:solidFill>
                  <a:schemeClr val="accent1"/>
                </a:solidFill>
                <a:latin typeface="Palatino Linotype" panose="02040502050505030304" pitchFamily="18" charset="0"/>
              </a:rPr>
              <a:t>x.xMM</a:t>
            </a:r>
            <a:endParaRPr lang="en-US" sz="1400" b="1" dirty="0">
              <a:solidFill>
                <a:schemeClr val="accent1"/>
              </a:solidFill>
              <a:latin typeface="Palatino Linotype" panose="02040502050505030304" pitchFamily="18" charset="0"/>
            </a:endParaRPr>
          </a:p>
          <a:p>
            <a:pPr algn="ctr"/>
            <a:r>
              <a:rPr lang="en-US" sz="1000" dirty="0" err="1">
                <a:solidFill>
                  <a:schemeClr val="accent1"/>
                </a:solidFill>
                <a:latin typeface="Palatino Linotype" panose="02040502050505030304" pitchFamily="18" charset="0"/>
              </a:rPr>
              <a:t>Qx</a:t>
            </a:r>
            <a:r>
              <a:rPr lang="en-US" sz="1000" dirty="0">
                <a:solidFill>
                  <a:schemeClr val="accent1"/>
                </a:solidFill>
                <a:latin typeface="Palatino Linotype" panose="02040502050505030304" pitchFamily="18" charset="0"/>
              </a:rPr>
              <a:t> 202x Revenue </a:t>
            </a:r>
          </a:p>
        </p:txBody>
      </p:sp>
      <p:sp>
        <p:nvSpPr>
          <p:cNvPr id="1036" name="Rectangle 1035">
            <a:extLst>
              <a:ext uri="{FF2B5EF4-FFF2-40B4-BE49-F238E27FC236}">
                <a16:creationId xmlns:a16="http://schemas.microsoft.com/office/drawing/2014/main" id="{092CE947-C040-0DBD-63A2-4F8FEFAE157C}"/>
              </a:ext>
            </a:extLst>
          </p:cNvPr>
          <p:cNvSpPr/>
          <p:nvPr/>
        </p:nvSpPr>
        <p:spPr>
          <a:xfrm>
            <a:off x="4688657" y="2604399"/>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a:t>
            </a:r>
            <a:r>
              <a:rPr lang="en-US" sz="1400" b="1" dirty="0" err="1">
                <a:solidFill>
                  <a:schemeClr val="accent1"/>
                </a:solidFill>
                <a:latin typeface="Palatino Linotype" panose="02040502050505030304" pitchFamily="18" charset="0"/>
              </a:rPr>
              <a:t>x.xMM</a:t>
            </a:r>
            <a:endParaRPr lang="en-US" sz="1400" b="1" dirty="0">
              <a:solidFill>
                <a:schemeClr val="accent1"/>
              </a:solidFill>
              <a:latin typeface="Palatino Linotype" panose="02040502050505030304" pitchFamily="18" charset="0"/>
            </a:endParaRPr>
          </a:p>
          <a:p>
            <a:pPr algn="ctr"/>
            <a:r>
              <a:rPr lang="en-US" sz="1000" dirty="0" err="1">
                <a:solidFill>
                  <a:schemeClr val="accent1"/>
                </a:solidFill>
                <a:latin typeface="Palatino Linotype" panose="02040502050505030304" pitchFamily="18" charset="0"/>
              </a:rPr>
              <a:t>Qx</a:t>
            </a:r>
            <a:r>
              <a:rPr lang="en-US" sz="1000" dirty="0">
                <a:solidFill>
                  <a:schemeClr val="accent1"/>
                </a:solidFill>
                <a:latin typeface="Palatino Linotype" panose="02040502050505030304" pitchFamily="18" charset="0"/>
              </a:rPr>
              <a:t> 202x Operating Cash Flow</a:t>
            </a:r>
          </a:p>
        </p:txBody>
      </p:sp>
      <p:sp>
        <p:nvSpPr>
          <p:cNvPr id="1037" name="Rectangle 1036">
            <a:extLst>
              <a:ext uri="{FF2B5EF4-FFF2-40B4-BE49-F238E27FC236}">
                <a16:creationId xmlns:a16="http://schemas.microsoft.com/office/drawing/2014/main" id="{DED029C2-D4EE-B37A-5FA7-E601EAE36B00}"/>
              </a:ext>
            </a:extLst>
          </p:cNvPr>
          <p:cNvSpPr/>
          <p:nvPr/>
        </p:nvSpPr>
        <p:spPr>
          <a:xfrm>
            <a:off x="7521165" y="2604399"/>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a:t>
            </a:r>
            <a:r>
              <a:rPr lang="en-US" sz="1400" b="1" dirty="0" err="1">
                <a:solidFill>
                  <a:schemeClr val="accent1"/>
                </a:solidFill>
                <a:latin typeface="Palatino Linotype" panose="02040502050505030304" pitchFamily="18" charset="0"/>
              </a:rPr>
              <a:t>x.xMM</a:t>
            </a:r>
            <a:endParaRPr lang="en-US" sz="1400" b="1" dirty="0">
              <a:solidFill>
                <a:schemeClr val="accent1"/>
              </a:solidFill>
              <a:latin typeface="Palatino Linotype" panose="02040502050505030304" pitchFamily="18" charset="0"/>
            </a:endParaRPr>
          </a:p>
          <a:p>
            <a:pPr algn="ctr"/>
            <a:r>
              <a:rPr lang="en-US" sz="1000" dirty="0" err="1">
                <a:solidFill>
                  <a:schemeClr val="accent1"/>
                </a:solidFill>
                <a:latin typeface="Palatino Linotype" panose="02040502050505030304" pitchFamily="18" charset="0"/>
              </a:rPr>
              <a:t>Qx</a:t>
            </a:r>
            <a:r>
              <a:rPr lang="en-US" sz="1000" dirty="0">
                <a:solidFill>
                  <a:schemeClr val="accent1"/>
                </a:solidFill>
                <a:latin typeface="Palatino Linotype" panose="02040502050505030304" pitchFamily="18" charset="0"/>
              </a:rPr>
              <a:t> 202x Operating Cash Flow</a:t>
            </a:r>
          </a:p>
        </p:txBody>
      </p:sp>
      <p:sp>
        <p:nvSpPr>
          <p:cNvPr id="1038" name="Rectangle 1037">
            <a:extLst>
              <a:ext uri="{FF2B5EF4-FFF2-40B4-BE49-F238E27FC236}">
                <a16:creationId xmlns:a16="http://schemas.microsoft.com/office/drawing/2014/main" id="{058CDC41-2C7C-DFA1-C891-3F4FF3BEC767}"/>
              </a:ext>
            </a:extLst>
          </p:cNvPr>
          <p:cNvSpPr/>
          <p:nvPr/>
        </p:nvSpPr>
        <p:spPr>
          <a:xfrm>
            <a:off x="7513750" y="1974637"/>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a:t>
            </a:r>
            <a:r>
              <a:rPr lang="en-US" sz="1400" b="1" dirty="0" err="1">
                <a:solidFill>
                  <a:schemeClr val="accent1"/>
                </a:solidFill>
                <a:latin typeface="Palatino Linotype" panose="02040502050505030304" pitchFamily="18" charset="0"/>
              </a:rPr>
              <a:t>x.xMM</a:t>
            </a:r>
            <a:endParaRPr lang="en-US" sz="1400" b="1" dirty="0">
              <a:solidFill>
                <a:schemeClr val="accent1"/>
              </a:solidFill>
              <a:latin typeface="Palatino Linotype" panose="02040502050505030304" pitchFamily="18" charset="0"/>
            </a:endParaRPr>
          </a:p>
          <a:p>
            <a:pPr algn="ctr"/>
            <a:r>
              <a:rPr lang="en-US" sz="1000" dirty="0" err="1">
                <a:solidFill>
                  <a:schemeClr val="accent1"/>
                </a:solidFill>
                <a:latin typeface="Palatino Linotype" panose="02040502050505030304" pitchFamily="18" charset="0"/>
              </a:rPr>
              <a:t>Qx</a:t>
            </a:r>
            <a:r>
              <a:rPr lang="en-US" sz="1000" dirty="0">
                <a:solidFill>
                  <a:schemeClr val="accent1"/>
                </a:solidFill>
                <a:latin typeface="Palatino Linotype" panose="02040502050505030304" pitchFamily="18" charset="0"/>
              </a:rPr>
              <a:t> 202x Net Income</a:t>
            </a:r>
          </a:p>
        </p:txBody>
      </p:sp>
      <p:cxnSp>
        <p:nvCxnSpPr>
          <p:cNvPr id="1039" name="Straight Connector 1038">
            <a:extLst>
              <a:ext uri="{FF2B5EF4-FFF2-40B4-BE49-F238E27FC236}">
                <a16:creationId xmlns:a16="http://schemas.microsoft.com/office/drawing/2014/main" id="{6884267C-AC66-0BD8-22DB-C09C30CA2A8A}"/>
              </a:ext>
            </a:extLst>
          </p:cNvPr>
          <p:cNvCxnSpPr>
            <a:cxnSpLocks/>
          </p:cNvCxnSpPr>
          <p:nvPr/>
        </p:nvCxnSpPr>
        <p:spPr>
          <a:xfrm>
            <a:off x="4688656" y="2552598"/>
            <a:ext cx="414000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040" name="Isosceles Triangle 1039">
            <a:extLst>
              <a:ext uri="{FF2B5EF4-FFF2-40B4-BE49-F238E27FC236}">
                <a16:creationId xmlns:a16="http://schemas.microsoft.com/office/drawing/2014/main" id="{0891B236-9BC7-9943-8F0C-7F15A78EC842}"/>
              </a:ext>
            </a:extLst>
          </p:cNvPr>
          <p:cNvSpPr/>
          <p:nvPr/>
        </p:nvSpPr>
        <p:spPr>
          <a:xfrm rot="5400000">
            <a:off x="5922593" y="1545733"/>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41" name="Isosceles Triangle 1040">
            <a:extLst>
              <a:ext uri="{FF2B5EF4-FFF2-40B4-BE49-F238E27FC236}">
                <a16:creationId xmlns:a16="http://schemas.microsoft.com/office/drawing/2014/main" id="{CFBB4655-2A6A-A87C-BBCD-57A34C1BBD70}"/>
              </a:ext>
            </a:extLst>
          </p:cNvPr>
          <p:cNvSpPr/>
          <p:nvPr/>
        </p:nvSpPr>
        <p:spPr>
          <a:xfrm rot="5400000">
            <a:off x="7049097" y="1545733"/>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42" name="Rectangle 1041">
            <a:extLst>
              <a:ext uri="{FF2B5EF4-FFF2-40B4-BE49-F238E27FC236}">
                <a16:creationId xmlns:a16="http://schemas.microsoft.com/office/drawing/2014/main" id="{DF747CFB-62CB-3697-072D-86F8DBFA26C1}"/>
              </a:ext>
            </a:extLst>
          </p:cNvPr>
          <p:cNvSpPr/>
          <p:nvPr/>
        </p:nvSpPr>
        <p:spPr>
          <a:xfrm>
            <a:off x="6244645" y="1354302"/>
            <a:ext cx="1028023" cy="5355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B050"/>
                </a:solidFill>
                <a:latin typeface="Palatino Linotype" panose="02040502050505030304" pitchFamily="18" charset="0"/>
              </a:rPr>
              <a:t>+$</a:t>
            </a:r>
            <a:r>
              <a:rPr lang="en-US" sz="1200" b="1" dirty="0" err="1">
                <a:solidFill>
                  <a:srgbClr val="00B050"/>
                </a:solidFill>
                <a:latin typeface="Palatino Linotype" panose="02040502050505030304" pitchFamily="18" charset="0"/>
              </a:rPr>
              <a:t>x.xMM</a:t>
            </a:r>
            <a:endParaRPr lang="en-US" sz="1200" b="1" dirty="0">
              <a:solidFill>
                <a:srgbClr val="00B050"/>
              </a:solidFill>
              <a:latin typeface="Palatino Linotype" panose="02040502050505030304" pitchFamily="18" charset="0"/>
            </a:endParaRPr>
          </a:p>
        </p:txBody>
      </p:sp>
      <p:sp>
        <p:nvSpPr>
          <p:cNvPr id="1043" name="Rectangle 1042">
            <a:extLst>
              <a:ext uri="{FF2B5EF4-FFF2-40B4-BE49-F238E27FC236}">
                <a16:creationId xmlns:a16="http://schemas.microsoft.com/office/drawing/2014/main" id="{608014EB-520D-C9B0-D63B-B8C01AA39342}"/>
              </a:ext>
            </a:extLst>
          </p:cNvPr>
          <p:cNvSpPr/>
          <p:nvPr/>
        </p:nvSpPr>
        <p:spPr>
          <a:xfrm>
            <a:off x="6228224" y="1972538"/>
            <a:ext cx="997715" cy="5355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C00000"/>
                </a:solidFill>
                <a:latin typeface="Palatino Linotype" panose="02040502050505030304" pitchFamily="18" charset="0"/>
              </a:rPr>
              <a:t>-$</a:t>
            </a:r>
            <a:r>
              <a:rPr lang="en-US" sz="1200" b="1" dirty="0" err="1">
                <a:solidFill>
                  <a:srgbClr val="C00000"/>
                </a:solidFill>
                <a:latin typeface="Palatino Linotype" panose="02040502050505030304" pitchFamily="18" charset="0"/>
              </a:rPr>
              <a:t>x.xMM</a:t>
            </a:r>
            <a:endParaRPr lang="en-US" sz="1200" b="1" dirty="0">
              <a:solidFill>
                <a:srgbClr val="C00000"/>
              </a:solidFill>
              <a:latin typeface="Palatino Linotype" panose="02040502050505030304" pitchFamily="18" charset="0"/>
            </a:endParaRPr>
          </a:p>
        </p:txBody>
      </p:sp>
      <p:sp>
        <p:nvSpPr>
          <p:cNvPr id="1044" name="Rectangle 1043">
            <a:extLst>
              <a:ext uri="{FF2B5EF4-FFF2-40B4-BE49-F238E27FC236}">
                <a16:creationId xmlns:a16="http://schemas.microsoft.com/office/drawing/2014/main" id="{983FB226-B6F4-5AB4-8552-0AF68244051F}"/>
              </a:ext>
            </a:extLst>
          </p:cNvPr>
          <p:cNvSpPr/>
          <p:nvPr/>
        </p:nvSpPr>
        <p:spPr>
          <a:xfrm>
            <a:off x="4688657" y="1974637"/>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a:solidFill>
                  <a:schemeClr val="accent1"/>
                </a:solidFill>
                <a:latin typeface="Palatino Linotype" panose="02040502050505030304" pitchFamily="18" charset="0"/>
              </a:rPr>
              <a:t>$</a:t>
            </a:r>
            <a:r>
              <a:rPr lang="en-US" sz="1400" b="1" dirty="0" err="1">
                <a:solidFill>
                  <a:schemeClr val="accent1"/>
                </a:solidFill>
                <a:latin typeface="Palatino Linotype" panose="02040502050505030304" pitchFamily="18" charset="0"/>
              </a:rPr>
              <a:t>x.xMM</a:t>
            </a:r>
            <a:endParaRPr lang="en-US" sz="1400" b="1" dirty="0">
              <a:solidFill>
                <a:schemeClr val="accent1"/>
              </a:solidFill>
              <a:latin typeface="Palatino Linotype" panose="02040502050505030304" pitchFamily="18" charset="0"/>
            </a:endParaRPr>
          </a:p>
          <a:p>
            <a:pPr algn="ctr"/>
            <a:r>
              <a:rPr lang="en-US" sz="1000" dirty="0" err="1">
                <a:solidFill>
                  <a:schemeClr val="accent1"/>
                </a:solidFill>
                <a:latin typeface="Palatino Linotype" panose="02040502050505030304" pitchFamily="18" charset="0"/>
              </a:rPr>
              <a:t>Qx</a:t>
            </a:r>
            <a:r>
              <a:rPr lang="en-US" sz="1000" dirty="0">
                <a:solidFill>
                  <a:schemeClr val="accent1"/>
                </a:solidFill>
                <a:latin typeface="Palatino Linotype" panose="02040502050505030304" pitchFamily="18" charset="0"/>
              </a:rPr>
              <a:t> 202x Net Income</a:t>
            </a:r>
          </a:p>
        </p:txBody>
      </p:sp>
      <p:sp>
        <p:nvSpPr>
          <p:cNvPr id="1046" name="Isosceles Triangle 1045">
            <a:extLst>
              <a:ext uri="{FF2B5EF4-FFF2-40B4-BE49-F238E27FC236}">
                <a16:creationId xmlns:a16="http://schemas.microsoft.com/office/drawing/2014/main" id="{FA43A4E2-B93A-B073-0600-AB5EAAD1B678}"/>
              </a:ext>
            </a:extLst>
          </p:cNvPr>
          <p:cNvSpPr/>
          <p:nvPr/>
        </p:nvSpPr>
        <p:spPr>
          <a:xfrm rot="5400000">
            <a:off x="5922593" y="2174908"/>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47" name="Isosceles Triangle 1046">
            <a:extLst>
              <a:ext uri="{FF2B5EF4-FFF2-40B4-BE49-F238E27FC236}">
                <a16:creationId xmlns:a16="http://schemas.microsoft.com/office/drawing/2014/main" id="{1586F809-212A-B922-2D6A-C62738CD2969}"/>
              </a:ext>
            </a:extLst>
          </p:cNvPr>
          <p:cNvSpPr/>
          <p:nvPr/>
        </p:nvSpPr>
        <p:spPr>
          <a:xfrm rot="5400000">
            <a:off x="7049097" y="2174908"/>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58" name="Rectangle 1057">
            <a:extLst>
              <a:ext uri="{FF2B5EF4-FFF2-40B4-BE49-F238E27FC236}">
                <a16:creationId xmlns:a16="http://schemas.microsoft.com/office/drawing/2014/main" id="{0184E092-F4B8-0DE1-7AF0-15E041377EB9}"/>
              </a:ext>
            </a:extLst>
          </p:cNvPr>
          <p:cNvSpPr/>
          <p:nvPr/>
        </p:nvSpPr>
        <p:spPr>
          <a:xfrm>
            <a:off x="4688657" y="3227496"/>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err="1">
                <a:solidFill>
                  <a:schemeClr val="accent1"/>
                </a:solidFill>
                <a:latin typeface="Palatino Linotype" panose="02040502050505030304" pitchFamily="18" charset="0"/>
              </a:rPr>
              <a:t>x.x</a:t>
            </a:r>
            <a:r>
              <a:rPr lang="en-US" sz="1400" b="1" dirty="0">
                <a:solidFill>
                  <a:schemeClr val="accent1"/>
                </a:solidFill>
                <a:latin typeface="Palatino Linotype" panose="02040502050505030304" pitchFamily="18" charset="0"/>
              </a:rPr>
              <a:t>%</a:t>
            </a:r>
          </a:p>
          <a:p>
            <a:pPr algn="ctr"/>
            <a:r>
              <a:rPr lang="en-US" sz="1000" dirty="0">
                <a:solidFill>
                  <a:schemeClr val="accent1"/>
                </a:solidFill>
                <a:latin typeface="Palatino Linotype" panose="02040502050505030304" pitchFamily="18" charset="0"/>
              </a:rPr>
              <a:t>QX 202x Gross </a:t>
            </a:r>
          </a:p>
          <a:p>
            <a:pPr algn="ctr"/>
            <a:r>
              <a:rPr lang="en-US" sz="1000" dirty="0">
                <a:solidFill>
                  <a:schemeClr val="accent1"/>
                </a:solidFill>
                <a:latin typeface="Palatino Linotype" panose="02040502050505030304" pitchFamily="18" charset="0"/>
              </a:rPr>
              <a:t>Margin</a:t>
            </a:r>
          </a:p>
        </p:txBody>
      </p:sp>
      <p:sp>
        <p:nvSpPr>
          <p:cNvPr id="1059" name="Rectangle 1058">
            <a:extLst>
              <a:ext uri="{FF2B5EF4-FFF2-40B4-BE49-F238E27FC236}">
                <a16:creationId xmlns:a16="http://schemas.microsoft.com/office/drawing/2014/main" id="{C614A5DF-7BF8-15F2-2D8B-D797F4019930}"/>
              </a:ext>
            </a:extLst>
          </p:cNvPr>
          <p:cNvSpPr/>
          <p:nvPr/>
        </p:nvSpPr>
        <p:spPr>
          <a:xfrm>
            <a:off x="7521165" y="3227496"/>
            <a:ext cx="1314907" cy="535587"/>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1" dirty="0" err="1">
                <a:solidFill>
                  <a:schemeClr val="accent1"/>
                </a:solidFill>
                <a:latin typeface="Palatino Linotype" panose="02040502050505030304" pitchFamily="18" charset="0"/>
              </a:rPr>
              <a:t>x.X</a:t>
            </a:r>
            <a:r>
              <a:rPr lang="en-US" sz="1400" b="1" dirty="0">
                <a:solidFill>
                  <a:schemeClr val="accent1"/>
                </a:solidFill>
                <a:latin typeface="Palatino Linotype" panose="02040502050505030304" pitchFamily="18" charset="0"/>
              </a:rPr>
              <a:t>%</a:t>
            </a:r>
          </a:p>
          <a:p>
            <a:pPr algn="ctr"/>
            <a:r>
              <a:rPr lang="en-US" sz="1000" dirty="0" err="1">
                <a:solidFill>
                  <a:schemeClr val="accent1"/>
                </a:solidFill>
                <a:latin typeface="Palatino Linotype" panose="02040502050505030304" pitchFamily="18" charset="0"/>
              </a:rPr>
              <a:t>Qx</a:t>
            </a:r>
            <a:r>
              <a:rPr lang="en-US" sz="1000" dirty="0">
                <a:solidFill>
                  <a:schemeClr val="accent1"/>
                </a:solidFill>
                <a:latin typeface="Palatino Linotype" panose="02040502050505030304" pitchFamily="18" charset="0"/>
              </a:rPr>
              <a:t> 202x Gross Margin </a:t>
            </a:r>
          </a:p>
        </p:txBody>
      </p:sp>
      <p:cxnSp>
        <p:nvCxnSpPr>
          <p:cNvPr id="1060" name="Straight Connector 1059">
            <a:extLst>
              <a:ext uri="{FF2B5EF4-FFF2-40B4-BE49-F238E27FC236}">
                <a16:creationId xmlns:a16="http://schemas.microsoft.com/office/drawing/2014/main" id="{BBDD365C-5E2B-5388-01DB-D988BA03F6CD}"/>
              </a:ext>
            </a:extLst>
          </p:cNvPr>
          <p:cNvCxnSpPr>
            <a:cxnSpLocks/>
          </p:cNvCxnSpPr>
          <p:nvPr/>
        </p:nvCxnSpPr>
        <p:spPr>
          <a:xfrm>
            <a:off x="4688656" y="3175695"/>
            <a:ext cx="4140001" cy="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062" name="Rectangle 1061">
            <a:extLst>
              <a:ext uri="{FF2B5EF4-FFF2-40B4-BE49-F238E27FC236}">
                <a16:creationId xmlns:a16="http://schemas.microsoft.com/office/drawing/2014/main" id="{C4756C2A-CCA3-3FE4-64A7-7FD92895440D}"/>
              </a:ext>
            </a:extLst>
          </p:cNvPr>
          <p:cNvSpPr/>
          <p:nvPr/>
        </p:nvSpPr>
        <p:spPr>
          <a:xfrm>
            <a:off x="6291373" y="2613152"/>
            <a:ext cx="934566" cy="5355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B050"/>
                </a:solidFill>
                <a:latin typeface="Palatino Linotype" panose="02040502050505030304" pitchFamily="18" charset="0"/>
              </a:rPr>
              <a:t>+$</a:t>
            </a:r>
            <a:r>
              <a:rPr lang="en-US" sz="1200" b="1" dirty="0" err="1">
                <a:solidFill>
                  <a:srgbClr val="00B050"/>
                </a:solidFill>
                <a:latin typeface="Palatino Linotype" panose="02040502050505030304" pitchFamily="18" charset="0"/>
              </a:rPr>
              <a:t>x.xMM</a:t>
            </a:r>
            <a:endParaRPr lang="en-US" sz="1200" b="1" dirty="0">
              <a:solidFill>
                <a:srgbClr val="00B050"/>
              </a:solidFill>
              <a:latin typeface="Palatino Linotype" panose="02040502050505030304" pitchFamily="18" charset="0"/>
            </a:endParaRPr>
          </a:p>
        </p:txBody>
      </p:sp>
      <p:sp>
        <p:nvSpPr>
          <p:cNvPr id="1063" name="Isosceles Triangle 1062">
            <a:extLst>
              <a:ext uri="{FF2B5EF4-FFF2-40B4-BE49-F238E27FC236}">
                <a16:creationId xmlns:a16="http://schemas.microsoft.com/office/drawing/2014/main" id="{8CA68590-10AB-A606-8702-7D9B3E05ACA0}"/>
              </a:ext>
            </a:extLst>
          </p:cNvPr>
          <p:cNvSpPr/>
          <p:nvPr/>
        </p:nvSpPr>
        <p:spPr>
          <a:xfrm rot="5400000">
            <a:off x="5922593" y="2815522"/>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64" name="Isosceles Triangle 1063">
            <a:extLst>
              <a:ext uri="{FF2B5EF4-FFF2-40B4-BE49-F238E27FC236}">
                <a16:creationId xmlns:a16="http://schemas.microsoft.com/office/drawing/2014/main" id="{15640D8C-A57A-68ED-C338-AB4233682F7E}"/>
              </a:ext>
            </a:extLst>
          </p:cNvPr>
          <p:cNvSpPr/>
          <p:nvPr/>
        </p:nvSpPr>
        <p:spPr>
          <a:xfrm rot="5400000">
            <a:off x="7049097" y="2815522"/>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65" name="Rectangle 1064">
            <a:extLst>
              <a:ext uri="{FF2B5EF4-FFF2-40B4-BE49-F238E27FC236}">
                <a16:creationId xmlns:a16="http://schemas.microsoft.com/office/drawing/2014/main" id="{017AD4F8-FE8A-7617-5AE2-09F17ADE445C}"/>
              </a:ext>
            </a:extLst>
          </p:cNvPr>
          <p:cNvSpPr/>
          <p:nvPr/>
        </p:nvSpPr>
        <p:spPr>
          <a:xfrm>
            <a:off x="6291373" y="3215959"/>
            <a:ext cx="934566" cy="53558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B050"/>
                </a:solidFill>
                <a:latin typeface="Palatino Linotype" panose="02040502050505030304" pitchFamily="18" charset="0"/>
              </a:rPr>
              <a:t>+</a:t>
            </a:r>
            <a:r>
              <a:rPr lang="en-US" sz="1200" b="1" dirty="0" err="1">
                <a:solidFill>
                  <a:srgbClr val="00B050"/>
                </a:solidFill>
                <a:latin typeface="Palatino Linotype" panose="02040502050505030304" pitchFamily="18" charset="0"/>
              </a:rPr>
              <a:t>x.x</a:t>
            </a:r>
            <a:r>
              <a:rPr lang="en-US" sz="1200" b="1" dirty="0">
                <a:solidFill>
                  <a:srgbClr val="00B050"/>
                </a:solidFill>
                <a:latin typeface="Palatino Linotype" panose="02040502050505030304" pitchFamily="18" charset="0"/>
              </a:rPr>
              <a:t>%</a:t>
            </a:r>
          </a:p>
        </p:txBody>
      </p:sp>
      <p:sp>
        <p:nvSpPr>
          <p:cNvPr id="1066" name="Isosceles Triangle 1065">
            <a:extLst>
              <a:ext uri="{FF2B5EF4-FFF2-40B4-BE49-F238E27FC236}">
                <a16:creationId xmlns:a16="http://schemas.microsoft.com/office/drawing/2014/main" id="{15EF89E2-5BE1-CF80-BC94-91DC757835B2}"/>
              </a:ext>
            </a:extLst>
          </p:cNvPr>
          <p:cNvSpPr/>
          <p:nvPr/>
        </p:nvSpPr>
        <p:spPr>
          <a:xfrm rot="5400000">
            <a:off x="5922593" y="3418329"/>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67" name="Isosceles Triangle 1066">
            <a:extLst>
              <a:ext uri="{FF2B5EF4-FFF2-40B4-BE49-F238E27FC236}">
                <a16:creationId xmlns:a16="http://schemas.microsoft.com/office/drawing/2014/main" id="{FBACFD52-D724-EC87-9191-2CFA1E3A2007}"/>
              </a:ext>
            </a:extLst>
          </p:cNvPr>
          <p:cNvSpPr/>
          <p:nvPr/>
        </p:nvSpPr>
        <p:spPr>
          <a:xfrm rot="5400000">
            <a:off x="7049097" y="3418329"/>
            <a:ext cx="545623" cy="143886"/>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1068" name="TextBox 1067">
            <a:extLst>
              <a:ext uri="{FF2B5EF4-FFF2-40B4-BE49-F238E27FC236}">
                <a16:creationId xmlns:a16="http://schemas.microsoft.com/office/drawing/2014/main" id="{AC7A0058-B55B-2D27-128A-A11A0649B059}"/>
              </a:ext>
            </a:extLst>
          </p:cNvPr>
          <p:cNvSpPr txBox="1">
            <a:spLocks/>
          </p:cNvSpPr>
          <p:nvPr/>
        </p:nvSpPr>
        <p:spPr>
          <a:xfrm>
            <a:off x="323997" y="1319022"/>
            <a:ext cx="4140000" cy="433452"/>
          </a:xfrm>
          <a:prstGeom prst="rect">
            <a:avLst/>
          </a:prstGeom>
          <a:noFill/>
        </p:spPr>
        <p:txBody>
          <a:bodyPr vert="horz" wrap="square" lIns="0" tIns="45720" rIns="0" bIns="45720" rtlCol="0" anchor="t" anchorCtr="0">
            <a:spAutoFit/>
          </a:bodyPr>
          <a:lstStyle/>
          <a:p>
            <a:pPr marL="180975" indent="-180975">
              <a:spcBef>
                <a:spcPts val="100"/>
              </a:spcBef>
              <a:spcAft>
                <a:spcPts val="100"/>
              </a:spcAft>
              <a:buSzPct val="100000"/>
              <a:buFont typeface="Wingdings" panose="05000000000000000000" pitchFamily="2" charset="2"/>
              <a:buChar char="§"/>
            </a:pPr>
            <a:r>
              <a:rPr lang="en-US" sz="1050" dirty="0">
                <a:latin typeface="Palatino Linotype" panose="02040502050505030304" pitchFamily="18" charset="0"/>
              </a:rPr>
              <a:t>[x]</a:t>
            </a:r>
          </a:p>
          <a:p>
            <a:pPr marL="360000" lvl="1" indent="-180000">
              <a:spcBef>
                <a:spcPts val="100"/>
              </a:spcBef>
              <a:spcAft>
                <a:spcPts val="100"/>
              </a:spcAft>
              <a:buSzPct val="100000"/>
              <a:buFont typeface="Palatino Linotype" panose="02040502050505030304" pitchFamily="18" charset="0"/>
              <a:buChar char="–"/>
            </a:pPr>
            <a:r>
              <a:rPr lang="en-US" sz="1000" dirty="0">
                <a:latin typeface="Palatino Linotype" panose="02040502050505030304" pitchFamily="18" charset="0"/>
              </a:rPr>
              <a:t>[x]</a:t>
            </a:r>
          </a:p>
        </p:txBody>
      </p:sp>
      <p:grpSp>
        <p:nvGrpSpPr>
          <p:cNvPr id="1071" name="Group 1070">
            <a:extLst>
              <a:ext uri="{FF2B5EF4-FFF2-40B4-BE49-F238E27FC236}">
                <a16:creationId xmlns:a16="http://schemas.microsoft.com/office/drawing/2014/main" id="{E61D6DEC-94C1-696C-BF93-77F67A8BEEE4}"/>
              </a:ext>
            </a:extLst>
          </p:cNvPr>
          <p:cNvGrpSpPr/>
          <p:nvPr/>
        </p:nvGrpSpPr>
        <p:grpSpPr>
          <a:xfrm>
            <a:off x="4696070" y="4161281"/>
            <a:ext cx="4121148" cy="1056432"/>
            <a:chOff x="4649224" y="1951418"/>
            <a:chExt cx="4140000" cy="877380"/>
          </a:xfrm>
        </p:grpSpPr>
        <p:sp>
          <p:nvSpPr>
            <p:cNvPr id="1072" name="Freeform 7">
              <a:extLst>
                <a:ext uri="{FF2B5EF4-FFF2-40B4-BE49-F238E27FC236}">
                  <a16:creationId xmlns:a16="http://schemas.microsoft.com/office/drawing/2014/main" id="{3C6A5F6D-C8B8-C4D9-95DF-9363709B95A0}"/>
                </a:ext>
              </a:extLst>
            </p:cNvPr>
            <p:cNvSpPr>
              <a:spLocks/>
            </p:cNvSpPr>
            <p:nvPr/>
          </p:nvSpPr>
          <p:spPr bwMode="auto">
            <a:xfrm>
              <a:off x="4649224" y="1960822"/>
              <a:ext cx="4140000" cy="867976"/>
            </a:xfrm>
            <a:custGeom>
              <a:avLst/>
              <a:gdLst>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795 w 10000"/>
                <a:gd name="connsiteY119" fmla="*/ 5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795 w 10000"/>
                <a:gd name="connsiteY119" fmla="*/ 5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565 w 10000"/>
                <a:gd name="connsiteY119" fmla="*/ 127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485 w 10000"/>
                <a:gd name="connsiteY73" fmla="*/ 524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351 w 10000"/>
                <a:gd name="connsiteY88" fmla="*/ 2504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351 w 10000"/>
                <a:gd name="connsiteY88" fmla="*/ 2504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486 w 10000"/>
                <a:gd name="connsiteY158" fmla="*/ 650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486 w 10000"/>
                <a:gd name="connsiteY158" fmla="*/ 650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95 w 10000"/>
                <a:gd name="connsiteY163" fmla="*/ 7498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141 w 10047"/>
                <a:gd name="connsiteY0" fmla="*/ 8737 h 10141"/>
                <a:gd name="connsiteX1" fmla="*/ 468 w 10047"/>
                <a:gd name="connsiteY1" fmla="*/ 8726 h 10141"/>
                <a:gd name="connsiteX2" fmla="*/ 90 w 10047"/>
                <a:gd name="connsiteY2" fmla="*/ 9182 h 10141"/>
                <a:gd name="connsiteX3" fmla="*/ 67 w 10047"/>
                <a:gd name="connsiteY3" fmla="*/ 9375 h 10141"/>
                <a:gd name="connsiteX4" fmla="*/ 47 w 10047"/>
                <a:gd name="connsiteY4" fmla="*/ 9610 h 10141"/>
                <a:gd name="connsiteX5" fmla="*/ 228 w 10047"/>
                <a:gd name="connsiteY5" fmla="*/ 9819 h 10141"/>
                <a:gd name="connsiteX6" fmla="*/ 326 w 10047"/>
                <a:gd name="connsiteY6" fmla="*/ 9819 h 10141"/>
                <a:gd name="connsiteX7" fmla="*/ 492 w 10047"/>
                <a:gd name="connsiteY7" fmla="*/ 9819 h 10141"/>
                <a:gd name="connsiteX8" fmla="*/ 629 w 10047"/>
                <a:gd name="connsiteY8" fmla="*/ 9819 h 10141"/>
                <a:gd name="connsiteX9" fmla="*/ 633 w 10047"/>
                <a:gd name="connsiteY9" fmla="*/ 10002 h 10141"/>
                <a:gd name="connsiteX10" fmla="*/ 1211 w 10047"/>
                <a:gd name="connsiteY10" fmla="*/ 10141 h 10141"/>
                <a:gd name="connsiteX11" fmla="*/ 1310 w 10047"/>
                <a:gd name="connsiteY11" fmla="*/ 10141 h 10141"/>
                <a:gd name="connsiteX12" fmla="*/ 1408 w 10047"/>
                <a:gd name="connsiteY12" fmla="*/ 10141 h 10141"/>
                <a:gd name="connsiteX13" fmla="*/ 1514 w 10047"/>
                <a:gd name="connsiteY13" fmla="*/ 10141 h 10141"/>
                <a:gd name="connsiteX14" fmla="*/ 1613 w 10047"/>
                <a:gd name="connsiteY14" fmla="*/ 10141 h 10141"/>
                <a:gd name="connsiteX15" fmla="*/ 1750 w 10047"/>
                <a:gd name="connsiteY15" fmla="*/ 10082 h 10141"/>
                <a:gd name="connsiteX16" fmla="*/ 1888 w 10047"/>
                <a:gd name="connsiteY16" fmla="*/ 9996 h 10141"/>
                <a:gd name="connsiteX17" fmla="*/ 2234 w 10047"/>
                <a:gd name="connsiteY17" fmla="*/ 10082 h 10141"/>
                <a:gd name="connsiteX18" fmla="*/ 2333 w 10047"/>
                <a:gd name="connsiteY18" fmla="*/ 10082 h 10141"/>
                <a:gd name="connsiteX19" fmla="*/ 2474 w 10047"/>
                <a:gd name="connsiteY19" fmla="*/ 10012 h 10141"/>
                <a:gd name="connsiteX20" fmla="*/ 2620 w 10047"/>
                <a:gd name="connsiteY20" fmla="*/ 9948 h 10141"/>
                <a:gd name="connsiteX21" fmla="*/ 2754 w 10047"/>
                <a:gd name="connsiteY21" fmla="*/ 9948 h 10141"/>
                <a:gd name="connsiteX22" fmla="*/ 2860 w 10047"/>
                <a:gd name="connsiteY22" fmla="*/ 9948 h 10141"/>
                <a:gd name="connsiteX23" fmla="*/ 2962 w 10047"/>
                <a:gd name="connsiteY23" fmla="*/ 9948 h 10141"/>
                <a:gd name="connsiteX24" fmla="*/ 3163 w 10047"/>
                <a:gd name="connsiteY24" fmla="*/ 9948 h 10141"/>
                <a:gd name="connsiteX25" fmla="*/ 3292 w 10047"/>
                <a:gd name="connsiteY25" fmla="*/ 10018 h 10141"/>
                <a:gd name="connsiteX26" fmla="*/ 3422 w 10047"/>
                <a:gd name="connsiteY26" fmla="*/ 10082 h 10141"/>
                <a:gd name="connsiteX27" fmla="*/ 3517 w 10047"/>
                <a:gd name="connsiteY27" fmla="*/ 10141 h 10141"/>
                <a:gd name="connsiteX28" fmla="*/ 3619 w 10047"/>
                <a:gd name="connsiteY28" fmla="*/ 10136 h 10141"/>
                <a:gd name="connsiteX29" fmla="*/ 3721 w 10047"/>
                <a:gd name="connsiteY29" fmla="*/ 10082 h 10141"/>
                <a:gd name="connsiteX30" fmla="*/ 3835 w 10047"/>
                <a:gd name="connsiteY30" fmla="*/ 10012 h 10141"/>
                <a:gd name="connsiteX31" fmla="*/ 3981 w 10047"/>
                <a:gd name="connsiteY31" fmla="*/ 9996 h 10141"/>
                <a:gd name="connsiteX32" fmla="*/ 4134 w 10047"/>
                <a:gd name="connsiteY32" fmla="*/ 10082 h 10141"/>
                <a:gd name="connsiteX33" fmla="*/ 4229 w 10047"/>
                <a:gd name="connsiteY33" fmla="*/ 10141 h 10141"/>
                <a:gd name="connsiteX34" fmla="*/ 4335 w 10047"/>
                <a:gd name="connsiteY34" fmla="*/ 10136 h 10141"/>
                <a:gd name="connsiteX35" fmla="*/ 4433 w 10047"/>
                <a:gd name="connsiteY35" fmla="*/ 10136 h 10141"/>
                <a:gd name="connsiteX36" fmla="*/ 4571 w 10047"/>
                <a:gd name="connsiteY36" fmla="*/ 10130 h 10141"/>
                <a:gd name="connsiteX37" fmla="*/ 4709 w 10047"/>
                <a:gd name="connsiteY37" fmla="*/ 10077 h 10141"/>
                <a:gd name="connsiteX38" fmla="*/ 4854 w 10047"/>
                <a:gd name="connsiteY38" fmla="*/ 10018 h 10141"/>
                <a:gd name="connsiteX39" fmla="*/ 5063 w 10047"/>
                <a:gd name="connsiteY39" fmla="*/ 9948 h 10141"/>
                <a:gd name="connsiteX40" fmla="*/ 5169 w 10047"/>
                <a:gd name="connsiteY40" fmla="*/ 9948 h 10141"/>
                <a:gd name="connsiteX41" fmla="*/ 5440 w 10047"/>
                <a:gd name="connsiteY41" fmla="*/ 9948 h 10141"/>
                <a:gd name="connsiteX42" fmla="*/ 5586 w 10047"/>
                <a:gd name="connsiteY42" fmla="*/ 9884 h 10141"/>
                <a:gd name="connsiteX43" fmla="*/ 5692 w 10047"/>
                <a:gd name="connsiteY43" fmla="*/ 9819 h 10141"/>
                <a:gd name="connsiteX44" fmla="*/ 5826 w 10047"/>
                <a:gd name="connsiteY44" fmla="*/ 9814 h 10141"/>
                <a:gd name="connsiteX45" fmla="*/ 5905 w 10047"/>
                <a:gd name="connsiteY45" fmla="*/ 9600 h 10141"/>
                <a:gd name="connsiteX46" fmla="*/ 6349 w 10047"/>
                <a:gd name="connsiteY46" fmla="*/ 9691 h 10141"/>
                <a:gd name="connsiteX47" fmla="*/ 6487 w 10047"/>
                <a:gd name="connsiteY47" fmla="*/ 9691 h 10141"/>
                <a:gd name="connsiteX48" fmla="*/ 6589 w 10047"/>
                <a:gd name="connsiteY48" fmla="*/ 9691 h 10141"/>
                <a:gd name="connsiteX49" fmla="*/ 6691 w 10047"/>
                <a:gd name="connsiteY49" fmla="*/ 9627 h 10141"/>
                <a:gd name="connsiteX50" fmla="*/ 6798 w 10047"/>
                <a:gd name="connsiteY50" fmla="*/ 9627 h 10141"/>
                <a:gd name="connsiteX51" fmla="*/ 6935 w 10047"/>
                <a:gd name="connsiteY51" fmla="*/ 9627 h 10141"/>
                <a:gd name="connsiteX52" fmla="*/ 7069 w 10047"/>
                <a:gd name="connsiteY52" fmla="*/ 9627 h 10141"/>
                <a:gd name="connsiteX53" fmla="*/ 7160 w 10047"/>
                <a:gd name="connsiteY53" fmla="*/ 9600 h 10141"/>
                <a:gd name="connsiteX54" fmla="*/ 7584 w 10047"/>
                <a:gd name="connsiteY54" fmla="*/ 9557 h 10141"/>
                <a:gd name="connsiteX55" fmla="*/ 7714 w 10047"/>
                <a:gd name="connsiteY55" fmla="*/ 9627 h 10141"/>
                <a:gd name="connsiteX56" fmla="*/ 7852 w 10047"/>
                <a:gd name="connsiteY56" fmla="*/ 9627 h 10141"/>
                <a:gd name="connsiteX57" fmla="*/ 8017 w 10047"/>
                <a:gd name="connsiteY57" fmla="*/ 9627 h 10141"/>
                <a:gd name="connsiteX58" fmla="*/ 8131 w 10047"/>
                <a:gd name="connsiteY58" fmla="*/ 9562 h 10141"/>
                <a:gd name="connsiteX59" fmla="*/ 8206 w 10047"/>
                <a:gd name="connsiteY59" fmla="*/ 9600 h 10141"/>
                <a:gd name="connsiteX60" fmla="*/ 8513 w 10047"/>
                <a:gd name="connsiteY60" fmla="*/ 9439 h 10141"/>
                <a:gd name="connsiteX61" fmla="*/ 8662 w 10047"/>
                <a:gd name="connsiteY61" fmla="*/ 9375 h 10141"/>
                <a:gd name="connsiteX62" fmla="*/ 8812 w 10047"/>
                <a:gd name="connsiteY62" fmla="*/ 9241 h 10141"/>
                <a:gd name="connsiteX63" fmla="*/ 8961 w 10047"/>
                <a:gd name="connsiteY63" fmla="*/ 9117 h 10141"/>
                <a:gd name="connsiteX64" fmla="*/ 9079 w 10047"/>
                <a:gd name="connsiteY64" fmla="*/ 8919 h 10141"/>
                <a:gd name="connsiteX65" fmla="*/ 9237 w 10047"/>
                <a:gd name="connsiteY65" fmla="*/ 8732 h 10141"/>
                <a:gd name="connsiteX66" fmla="*/ 9382 w 10047"/>
                <a:gd name="connsiteY66" fmla="*/ 8415 h 10141"/>
                <a:gd name="connsiteX67" fmla="*/ 9677 w 10047"/>
                <a:gd name="connsiteY67" fmla="*/ 7515 h 10141"/>
                <a:gd name="connsiteX68" fmla="*/ 9717 w 10047"/>
                <a:gd name="connsiteY68" fmla="*/ 7236 h 10141"/>
                <a:gd name="connsiteX69" fmla="*/ 9756 w 10047"/>
                <a:gd name="connsiteY69" fmla="*/ 6749 h 10141"/>
                <a:gd name="connsiteX70" fmla="*/ 9787 w 10047"/>
                <a:gd name="connsiteY70" fmla="*/ 6486 h 10141"/>
                <a:gd name="connsiteX71" fmla="*/ 9846 w 10047"/>
                <a:gd name="connsiteY71" fmla="*/ 6052 h 10141"/>
                <a:gd name="connsiteX72" fmla="*/ 9898 w 10047"/>
                <a:gd name="connsiteY72" fmla="*/ 5463 h 10141"/>
                <a:gd name="connsiteX73" fmla="*/ 9805 w 10047"/>
                <a:gd name="connsiteY73" fmla="*/ 5273 h 10141"/>
                <a:gd name="connsiteX74" fmla="*/ 9945 w 10047"/>
                <a:gd name="connsiteY74" fmla="*/ 5018 h 10141"/>
                <a:gd name="connsiteX75" fmla="*/ 9988 w 10047"/>
                <a:gd name="connsiteY75" fmla="*/ 4632 h 10141"/>
                <a:gd name="connsiteX76" fmla="*/ 10023 w 10047"/>
                <a:gd name="connsiteY76" fmla="*/ 4316 h 10141"/>
                <a:gd name="connsiteX77" fmla="*/ 10043 w 10047"/>
                <a:gd name="connsiteY77" fmla="*/ 4123 h 10141"/>
                <a:gd name="connsiteX78" fmla="*/ 10000 w 10047"/>
                <a:gd name="connsiteY78" fmla="*/ 3924 h 10141"/>
                <a:gd name="connsiteX79" fmla="*/ 9984 w 10047"/>
                <a:gd name="connsiteY79" fmla="*/ 3742 h 10141"/>
                <a:gd name="connsiteX80" fmla="*/ 10016 w 10047"/>
                <a:gd name="connsiteY80" fmla="*/ 3485 h 10141"/>
                <a:gd name="connsiteX81" fmla="*/ 9937 w 10047"/>
                <a:gd name="connsiteY81" fmla="*/ 3297 h 10141"/>
                <a:gd name="connsiteX82" fmla="*/ 10047 w 10047"/>
                <a:gd name="connsiteY82" fmla="*/ 3164 h 10141"/>
                <a:gd name="connsiteX83" fmla="*/ 9953 w 10047"/>
                <a:gd name="connsiteY83" fmla="*/ 3094 h 10141"/>
                <a:gd name="connsiteX84" fmla="*/ 9862 w 10047"/>
                <a:gd name="connsiteY84" fmla="*/ 2965 h 10141"/>
                <a:gd name="connsiteX85" fmla="*/ 9740 w 10047"/>
                <a:gd name="connsiteY85" fmla="*/ 2842 h 10141"/>
                <a:gd name="connsiteX86" fmla="*/ 9658 w 10047"/>
                <a:gd name="connsiteY86" fmla="*/ 2713 h 10141"/>
                <a:gd name="connsiteX87" fmla="*/ 9575 w 10047"/>
                <a:gd name="connsiteY87" fmla="*/ 2520 h 10141"/>
                <a:gd name="connsiteX88" fmla="*/ 9573 w 10047"/>
                <a:gd name="connsiteY88" fmla="*/ 2108 h 10141"/>
                <a:gd name="connsiteX89" fmla="*/ 9327 w 10047"/>
                <a:gd name="connsiteY89" fmla="*/ 1947 h 10141"/>
                <a:gd name="connsiteX90" fmla="*/ 9237 w 10047"/>
                <a:gd name="connsiteY90" fmla="*/ 1883 h 10141"/>
                <a:gd name="connsiteX91" fmla="*/ 9158 w 10047"/>
                <a:gd name="connsiteY91" fmla="*/ 1695 h 10141"/>
                <a:gd name="connsiteX92" fmla="*/ 9064 w 10047"/>
                <a:gd name="connsiteY92" fmla="*/ 1717 h 10141"/>
                <a:gd name="connsiteX93" fmla="*/ 8796 w 10047"/>
                <a:gd name="connsiteY93" fmla="*/ 1245 h 10141"/>
                <a:gd name="connsiteX94" fmla="*/ 8662 w 10047"/>
                <a:gd name="connsiteY94" fmla="*/ 1245 h 10141"/>
                <a:gd name="connsiteX95" fmla="*/ 8532 w 10047"/>
                <a:gd name="connsiteY95" fmla="*/ 1175 h 10141"/>
                <a:gd name="connsiteX96" fmla="*/ 8403 w 10047"/>
                <a:gd name="connsiteY96" fmla="*/ 1175 h 10141"/>
                <a:gd name="connsiteX97" fmla="*/ 8237 w 10047"/>
                <a:gd name="connsiteY97" fmla="*/ 1111 h 10141"/>
                <a:gd name="connsiteX98" fmla="*/ 8104 w 10047"/>
                <a:gd name="connsiteY98" fmla="*/ 929 h 10141"/>
                <a:gd name="connsiteX99" fmla="*/ 7663 w 10047"/>
                <a:gd name="connsiteY99" fmla="*/ 736 h 10141"/>
                <a:gd name="connsiteX100" fmla="*/ 7529 w 10047"/>
                <a:gd name="connsiteY100" fmla="*/ 730 h 10141"/>
                <a:gd name="connsiteX101" fmla="*/ 7474 w 10047"/>
                <a:gd name="connsiteY101" fmla="*/ 929 h 10141"/>
                <a:gd name="connsiteX102" fmla="*/ 7392 w 10047"/>
                <a:gd name="connsiteY102" fmla="*/ 736 h 10141"/>
                <a:gd name="connsiteX103" fmla="*/ 7191 w 10047"/>
                <a:gd name="connsiteY103" fmla="*/ 736 h 10141"/>
                <a:gd name="connsiteX104" fmla="*/ 7089 w 10047"/>
                <a:gd name="connsiteY104" fmla="*/ 730 h 10141"/>
                <a:gd name="connsiteX105" fmla="*/ 7057 w 10047"/>
                <a:gd name="connsiteY105" fmla="*/ 934 h 10141"/>
                <a:gd name="connsiteX106" fmla="*/ 6896 w 10047"/>
                <a:gd name="connsiteY106" fmla="*/ 607 h 10141"/>
                <a:gd name="connsiteX107" fmla="*/ 6762 w 10047"/>
                <a:gd name="connsiteY107" fmla="*/ 602 h 10141"/>
                <a:gd name="connsiteX108" fmla="*/ 6680 w 10047"/>
                <a:gd name="connsiteY108" fmla="*/ 538 h 10141"/>
                <a:gd name="connsiteX109" fmla="*/ 6282 w 10047"/>
                <a:gd name="connsiteY109" fmla="*/ 350 h 10141"/>
                <a:gd name="connsiteX110" fmla="*/ 6152 w 10047"/>
                <a:gd name="connsiteY110" fmla="*/ 280 h 10141"/>
                <a:gd name="connsiteX111" fmla="*/ 6097 w 10047"/>
                <a:gd name="connsiteY111" fmla="*/ 146 h 10141"/>
                <a:gd name="connsiteX112" fmla="*/ 5759 w 10047"/>
                <a:gd name="connsiteY112" fmla="*/ 162 h 10141"/>
                <a:gd name="connsiteX113" fmla="*/ 5558 w 10047"/>
                <a:gd name="connsiteY113" fmla="*/ 157 h 10141"/>
                <a:gd name="connsiteX114" fmla="*/ 5468 w 10047"/>
                <a:gd name="connsiteY114" fmla="*/ 146 h 10141"/>
                <a:gd name="connsiteX115" fmla="*/ 5248 w 10047"/>
                <a:gd name="connsiteY115" fmla="*/ 157 h 10141"/>
                <a:gd name="connsiteX116" fmla="*/ 5149 w 10047"/>
                <a:gd name="connsiteY116" fmla="*/ 162 h 10141"/>
                <a:gd name="connsiteX117" fmla="*/ 5055 w 10047"/>
                <a:gd name="connsiteY117" fmla="*/ 141 h 10141"/>
                <a:gd name="connsiteX118" fmla="*/ 4976 w 10047"/>
                <a:gd name="connsiteY118" fmla="*/ 162 h 10141"/>
                <a:gd name="connsiteX119" fmla="*/ 4612 w 10047"/>
                <a:gd name="connsiteY119" fmla="*/ 268 h 10141"/>
                <a:gd name="connsiteX120" fmla="*/ 4139 w 10047"/>
                <a:gd name="connsiteY120" fmla="*/ 619 h 10141"/>
                <a:gd name="connsiteX121" fmla="*/ 3922 w 10047"/>
                <a:gd name="connsiteY121" fmla="*/ 162 h 10141"/>
                <a:gd name="connsiteX122" fmla="*/ 3796 w 10047"/>
                <a:gd name="connsiteY122" fmla="*/ 146 h 10141"/>
                <a:gd name="connsiteX123" fmla="*/ 3588 w 10047"/>
                <a:gd name="connsiteY123" fmla="*/ 162 h 10141"/>
                <a:gd name="connsiteX124" fmla="*/ 3450 w 10047"/>
                <a:gd name="connsiteY124" fmla="*/ 162 h 10141"/>
                <a:gd name="connsiteX125" fmla="*/ 3379 w 10047"/>
                <a:gd name="connsiteY125" fmla="*/ 141 h 10141"/>
                <a:gd name="connsiteX126" fmla="*/ 3115 w 10047"/>
                <a:gd name="connsiteY126" fmla="*/ 162 h 10141"/>
                <a:gd name="connsiteX127" fmla="*/ 2978 w 10047"/>
                <a:gd name="connsiteY127" fmla="*/ 157 h 10141"/>
                <a:gd name="connsiteX128" fmla="*/ 2872 w 10047"/>
                <a:gd name="connsiteY128" fmla="*/ 162 h 10141"/>
                <a:gd name="connsiteX129" fmla="*/ 2754 w 10047"/>
                <a:gd name="connsiteY129" fmla="*/ 146 h 10141"/>
                <a:gd name="connsiteX130" fmla="*/ 2337 w 10047"/>
                <a:gd name="connsiteY130" fmla="*/ 146 h 10141"/>
                <a:gd name="connsiteX131" fmla="*/ 1959 w 10047"/>
                <a:gd name="connsiteY131" fmla="*/ 479 h 10141"/>
                <a:gd name="connsiteX132" fmla="*/ 1841 w 10047"/>
                <a:gd name="connsiteY132" fmla="*/ 607 h 10141"/>
                <a:gd name="connsiteX133" fmla="*/ 1739 w 10047"/>
                <a:gd name="connsiteY133" fmla="*/ 607 h 10141"/>
                <a:gd name="connsiteX134" fmla="*/ 1664 w 10047"/>
                <a:gd name="connsiteY134" fmla="*/ 538 h 10141"/>
                <a:gd name="connsiteX135" fmla="*/ 1499 w 10047"/>
                <a:gd name="connsiteY135" fmla="*/ 923 h 10141"/>
                <a:gd name="connsiteX136" fmla="*/ 1357 w 10047"/>
                <a:gd name="connsiteY136" fmla="*/ 993 h 10141"/>
                <a:gd name="connsiteX137" fmla="*/ 1302 w 10047"/>
                <a:gd name="connsiteY137" fmla="*/ 1181 h 10141"/>
                <a:gd name="connsiteX138" fmla="*/ 1156 w 10047"/>
                <a:gd name="connsiteY138" fmla="*/ 1331 h 10141"/>
                <a:gd name="connsiteX139" fmla="*/ 1137 w 10047"/>
                <a:gd name="connsiteY139" fmla="*/ 1433 h 10141"/>
                <a:gd name="connsiteX140" fmla="*/ 1074 w 10047"/>
                <a:gd name="connsiteY140" fmla="*/ 1700 h 10141"/>
                <a:gd name="connsiteX141" fmla="*/ 948 w 10047"/>
                <a:gd name="connsiteY141" fmla="*/ 1958 h 10141"/>
                <a:gd name="connsiteX142" fmla="*/ 865 w 10047"/>
                <a:gd name="connsiteY142" fmla="*/ 2118 h 10141"/>
                <a:gd name="connsiteX143" fmla="*/ 869 w 10047"/>
                <a:gd name="connsiteY143" fmla="*/ 2654 h 10141"/>
                <a:gd name="connsiteX144" fmla="*/ 846 w 10047"/>
                <a:gd name="connsiteY144" fmla="*/ 2912 h 10141"/>
                <a:gd name="connsiteX145" fmla="*/ 885 w 10047"/>
                <a:gd name="connsiteY145" fmla="*/ 3223 h 10141"/>
                <a:gd name="connsiteX146" fmla="*/ 791 w 10047"/>
                <a:gd name="connsiteY146" fmla="*/ 3421 h 10141"/>
                <a:gd name="connsiteX147" fmla="*/ 692 w 10047"/>
                <a:gd name="connsiteY147" fmla="*/ 3694 h 10141"/>
                <a:gd name="connsiteX148" fmla="*/ 669 w 10047"/>
                <a:gd name="connsiteY148" fmla="*/ 4198 h 10141"/>
                <a:gd name="connsiteX149" fmla="*/ 558 w 10047"/>
                <a:gd name="connsiteY149" fmla="*/ 4251 h 10141"/>
                <a:gd name="connsiteX150" fmla="*/ 606 w 10047"/>
                <a:gd name="connsiteY150" fmla="*/ 4482 h 10141"/>
                <a:gd name="connsiteX151" fmla="*/ 539 w 10047"/>
                <a:gd name="connsiteY151" fmla="*/ 4450 h 10141"/>
                <a:gd name="connsiteX152" fmla="*/ 632 w 10047"/>
                <a:gd name="connsiteY152" fmla="*/ 4728 h 10141"/>
                <a:gd name="connsiteX153" fmla="*/ 562 w 10047"/>
                <a:gd name="connsiteY153" fmla="*/ 4825 h 10141"/>
                <a:gd name="connsiteX154" fmla="*/ 539 w 10047"/>
                <a:gd name="connsiteY154" fmla="*/ 5087 h 10141"/>
                <a:gd name="connsiteX155" fmla="*/ 476 w 10047"/>
                <a:gd name="connsiteY155" fmla="*/ 5661 h 10141"/>
                <a:gd name="connsiteX156" fmla="*/ 460 w 10047"/>
                <a:gd name="connsiteY156" fmla="*/ 5789 h 10141"/>
                <a:gd name="connsiteX157" fmla="*/ 433 w 10047"/>
                <a:gd name="connsiteY157" fmla="*/ 6057 h 10141"/>
                <a:gd name="connsiteX158" fmla="*/ 533 w 10047"/>
                <a:gd name="connsiteY158" fmla="*/ 6504 h 10141"/>
                <a:gd name="connsiteX159" fmla="*/ 350 w 10047"/>
                <a:gd name="connsiteY159" fmla="*/ 6813 h 10141"/>
                <a:gd name="connsiteX160" fmla="*/ 318 w 10047"/>
                <a:gd name="connsiteY160" fmla="*/ 7070 h 10141"/>
                <a:gd name="connsiteX161" fmla="*/ 295 w 10047"/>
                <a:gd name="connsiteY161" fmla="*/ 7322 h 10141"/>
                <a:gd name="connsiteX162" fmla="*/ 271 w 10047"/>
                <a:gd name="connsiteY162" fmla="*/ 7520 h 10141"/>
                <a:gd name="connsiteX163" fmla="*/ 142 w 10047"/>
                <a:gd name="connsiteY163" fmla="*/ 7498 h 10141"/>
                <a:gd name="connsiteX164" fmla="*/ 220 w 10047"/>
                <a:gd name="connsiteY164" fmla="*/ 8024 h 10141"/>
                <a:gd name="connsiteX165" fmla="*/ 193 w 10047"/>
                <a:gd name="connsiteY165" fmla="*/ 8228 h 10141"/>
                <a:gd name="connsiteX166" fmla="*/ 5 w 10047"/>
                <a:gd name="connsiteY166" fmla="*/ 8506 h 10141"/>
                <a:gd name="connsiteX167" fmla="*/ 153 w 10047"/>
                <a:gd name="connsiteY167" fmla="*/ 8603 h 10141"/>
                <a:gd name="connsiteX168" fmla="*/ 141 w 10047"/>
                <a:gd name="connsiteY168" fmla="*/ 8737 h 10141"/>
                <a:gd name="connsiteX0" fmla="*/ 141 w 10047"/>
                <a:gd name="connsiteY0" fmla="*/ 8737 h 10141"/>
                <a:gd name="connsiteX1" fmla="*/ 217 w 10047"/>
                <a:gd name="connsiteY1" fmla="*/ 8878 h 10141"/>
                <a:gd name="connsiteX2" fmla="*/ 90 w 10047"/>
                <a:gd name="connsiteY2" fmla="*/ 9182 h 10141"/>
                <a:gd name="connsiteX3" fmla="*/ 67 w 10047"/>
                <a:gd name="connsiteY3" fmla="*/ 9375 h 10141"/>
                <a:gd name="connsiteX4" fmla="*/ 47 w 10047"/>
                <a:gd name="connsiteY4" fmla="*/ 9610 h 10141"/>
                <a:gd name="connsiteX5" fmla="*/ 228 w 10047"/>
                <a:gd name="connsiteY5" fmla="*/ 9819 h 10141"/>
                <a:gd name="connsiteX6" fmla="*/ 326 w 10047"/>
                <a:gd name="connsiteY6" fmla="*/ 9819 h 10141"/>
                <a:gd name="connsiteX7" fmla="*/ 492 w 10047"/>
                <a:gd name="connsiteY7" fmla="*/ 9819 h 10141"/>
                <a:gd name="connsiteX8" fmla="*/ 629 w 10047"/>
                <a:gd name="connsiteY8" fmla="*/ 9819 h 10141"/>
                <a:gd name="connsiteX9" fmla="*/ 633 w 10047"/>
                <a:gd name="connsiteY9" fmla="*/ 10002 h 10141"/>
                <a:gd name="connsiteX10" fmla="*/ 1211 w 10047"/>
                <a:gd name="connsiteY10" fmla="*/ 10141 h 10141"/>
                <a:gd name="connsiteX11" fmla="*/ 1310 w 10047"/>
                <a:gd name="connsiteY11" fmla="*/ 10141 h 10141"/>
                <a:gd name="connsiteX12" fmla="*/ 1408 w 10047"/>
                <a:gd name="connsiteY12" fmla="*/ 10141 h 10141"/>
                <a:gd name="connsiteX13" fmla="*/ 1514 w 10047"/>
                <a:gd name="connsiteY13" fmla="*/ 10141 h 10141"/>
                <a:gd name="connsiteX14" fmla="*/ 1613 w 10047"/>
                <a:gd name="connsiteY14" fmla="*/ 10141 h 10141"/>
                <a:gd name="connsiteX15" fmla="*/ 1750 w 10047"/>
                <a:gd name="connsiteY15" fmla="*/ 10082 h 10141"/>
                <a:gd name="connsiteX16" fmla="*/ 1888 w 10047"/>
                <a:gd name="connsiteY16" fmla="*/ 9996 h 10141"/>
                <a:gd name="connsiteX17" fmla="*/ 2234 w 10047"/>
                <a:gd name="connsiteY17" fmla="*/ 10082 h 10141"/>
                <a:gd name="connsiteX18" fmla="*/ 2333 w 10047"/>
                <a:gd name="connsiteY18" fmla="*/ 10082 h 10141"/>
                <a:gd name="connsiteX19" fmla="*/ 2474 w 10047"/>
                <a:gd name="connsiteY19" fmla="*/ 10012 h 10141"/>
                <a:gd name="connsiteX20" fmla="*/ 2620 w 10047"/>
                <a:gd name="connsiteY20" fmla="*/ 9948 h 10141"/>
                <a:gd name="connsiteX21" fmla="*/ 2754 w 10047"/>
                <a:gd name="connsiteY21" fmla="*/ 9948 h 10141"/>
                <a:gd name="connsiteX22" fmla="*/ 2860 w 10047"/>
                <a:gd name="connsiteY22" fmla="*/ 9948 h 10141"/>
                <a:gd name="connsiteX23" fmla="*/ 2962 w 10047"/>
                <a:gd name="connsiteY23" fmla="*/ 9948 h 10141"/>
                <a:gd name="connsiteX24" fmla="*/ 3163 w 10047"/>
                <a:gd name="connsiteY24" fmla="*/ 9948 h 10141"/>
                <a:gd name="connsiteX25" fmla="*/ 3292 w 10047"/>
                <a:gd name="connsiteY25" fmla="*/ 10018 h 10141"/>
                <a:gd name="connsiteX26" fmla="*/ 3422 w 10047"/>
                <a:gd name="connsiteY26" fmla="*/ 10082 h 10141"/>
                <a:gd name="connsiteX27" fmla="*/ 3517 w 10047"/>
                <a:gd name="connsiteY27" fmla="*/ 10141 h 10141"/>
                <a:gd name="connsiteX28" fmla="*/ 3619 w 10047"/>
                <a:gd name="connsiteY28" fmla="*/ 10136 h 10141"/>
                <a:gd name="connsiteX29" fmla="*/ 3721 w 10047"/>
                <a:gd name="connsiteY29" fmla="*/ 10082 h 10141"/>
                <a:gd name="connsiteX30" fmla="*/ 3835 w 10047"/>
                <a:gd name="connsiteY30" fmla="*/ 10012 h 10141"/>
                <a:gd name="connsiteX31" fmla="*/ 3981 w 10047"/>
                <a:gd name="connsiteY31" fmla="*/ 9996 h 10141"/>
                <a:gd name="connsiteX32" fmla="*/ 4134 w 10047"/>
                <a:gd name="connsiteY32" fmla="*/ 10082 h 10141"/>
                <a:gd name="connsiteX33" fmla="*/ 4229 w 10047"/>
                <a:gd name="connsiteY33" fmla="*/ 10141 h 10141"/>
                <a:gd name="connsiteX34" fmla="*/ 4335 w 10047"/>
                <a:gd name="connsiteY34" fmla="*/ 10136 h 10141"/>
                <a:gd name="connsiteX35" fmla="*/ 4433 w 10047"/>
                <a:gd name="connsiteY35" fmla="*/ 10136 h 10141"/>
                <a:gd name="connsiteX36" fmla="*/ 4571 w 10047"/>
                <a:gd name="connsiteY36" fmla="*/ 10130 h 10141"/>
                <a:gd name="connsiteX37" fmla="*/ 4709 w 10047"/>
                <a:gd name="connsiteY37" fmla="*/ 10077 h 10141"/>
                <a:gd name="connsiteX38" fmla="*/ 4854 w 10047"/>
                <a:gd name="connsiteY38" fmla="*/ 10018 h 10141"/>
                <a:gd name="connsiteX39" fmla="*/ 5063 w 10047"/>
                <a:gd name="connsiteY39" fmla="*/ 9948 h 10141"/>
                <a:gd name="connsiteX40" fmla="*/ 5169 w 10047"/>
                <a:gd name="connsiteY40" fmla="*/ 9948 h 10141"/>
                <a:gd name="connsiteX41" fmla="*/ 5440 w 10047"/>
                <a:gd name="connsiteY41" fmla="*/ 9948 h 10141"/>
                <a:gd name="connsiteX42" fmla="*/ 5586 w 10047"/>
                <a:gd name="connsiteY42" fmla="*/ 9884 h 10141"/>
                <a:gd name="connsiteX43" fmla="*/ 5692 w 10047"/>
                <a:gd name="connsiteY43" fmla="*/ 9819 h 10141"/>
                <a:gd name="connsiteX44" fmla="*/ 5826 w 10047"/>
                <a:gd name="connsiteY44" fmla="*/ 9814 h 10141"/>
                <a:gd name="connsiteX45" fmla="*/ 5905 w 10047"/>
                <a:gd name="connsiteY45" fmla="*/ 9600 h 10141"/>
                <a:gd name="connsiteX46" fmla="*/ 6349 w 10047"/>
                <a:gd name="connsiteY46" fmla="*/ 9691 h 10141"/>
                <a:gd name="connsiteX47" fmla="*/ 6487 w 10047"/>
                <a:gd name="connsiteY47" fmla="*/ 9691 h 10141"/>
                <a:gd name="connsiteX48" fmla="*/ 6589 w 10047"/>
                <a:gd name="connsiteY48" fmla="*/ 9691 h 10141"/>
                <a:gd name="connsiteX49" fmla="*/ 6691 w 10047"/>
                <a:gd name="connsiteY49" fmla="*/ 9627 h 10141"/>
                <a:gd name="connsiteX50" fmla="*/ 6798 w 10047"/>
                <a:gd name="connsiteY50" fmla="*/ 9627 h 10141"/>
                <a:gd name="connsiteX51" fmla="*/ 6935 w 10047"/>
                <a:gd name="connsiteY51" fmla="*/ 9627 h 10141"/>
                <a:gd name="connsiteX52" fmla="*/ 7069 w 10047"/>
                <a:gd name="connsiteY52" fmla="*/ 9627 h 10141"/>
                <a:gd name="connsiteX53" fmla="*/ 7160 w 10047"/>
                <a:gd name="connsiteY53" fmla="*/ 9600 h 10141"/>
                <a:gd name="connsiteX54" fmla="*/ 7584 w 10047"/>
                <a:gd name="connsiteY54" fmla="*/ 9557 h 10141"/>
                <a:gd name="connsiteX55" fmla="*/ 7714 w 10047"/>
                <a:gd name="connsiteY55" fmla="*/ 9627 h 10141"/>
                <a:gd name="connsiteX56" fmla="*/ 7852 w 10047"/>
                <a:gd name="connsiteY56" fmla="*/ 9627 h 10141"/>
                <a:gd name="connsiteX57" fmla="*/ 8017 w 10047"/>
                <a:gd name="connsiteY57" fmla="*/ 9627 h 10141"/>
                <a:gd name="connsiteX58" fmla="*/ 8131 w 10047"/>
                <a:gd name="connsiteY58" fmla="*/ 9562 h 10141"/>
                <a:gd name="connsiteX59" fmla="*/ 8206 w 10047"/>
                <a:gd name="connsiteY59" fmla="*/ 9600 h 10141"/>
                <a:gd name="connsiteX60" fmla="*/ 8513 w 10047"/>
                <a:gd name="connsiteY60" fmla="*/ 9439 h 10141"/>
                <a:gd name="connsiteX61" fmla="*/ 8662 w 10047"/>
                <a:gd name="connsiteY61" fmla="*/ 9375 h 10141"/>
                <a:gd name="connsiteX62" fmla="*/ 8812 w 10047"/>
                <a:gd name="connsiteY62" fmla="*/ 9241 h 10141"/>
                <a:gd name="connsiteX63" fmla="*/ 8961 w 10047"/>
                <a:gd name="connsiteY63" fmla="*/ 9117 h 10141"/>
                <a:gd name="connsiteX64" fmla="*/ 9079 w 10047"/>
                <a:gd name="connsiteY64" fmla="*/ 8919 h 10141"/>
                <a:gd name="connsiteX65" fmla="*/ 9237 w 10047"/>
                <a:gd name="connsiteY65" fmla="*/ 8732 h 10141"/>
                <a:gd name="connsiteX66" fmla="*/ 9382 w 10047"/>
                <a:gd name="connsiteY66" fmla="*/ 8415 h 10141"/>
                <a:gd name="connsiteX67" fmla="*/ 9677 w 10047"/>
                <a:gd name="connsiteY67" fmla="*/ 7515 h 10141"/>
                <a:gd name="connsiteX68" fmla="*/ 9717 w 10047"/>
                <a:gd name="connsiteY68" fmla="*/ 7236 h 10141"/>
                <a:gd name="connsiteX69" fmla="*/ 9756 w 10047"/>
                <a:gd name="connsiteY69" fmla="*/ 6749 h 10141"/>
                <a:gd name="connsiteX70" fmla="*/ 9787 w 10047"/>
                <a:gd name="connsiteY70" fmla="*/ 6486 h 10141"/>
                <a:gd name="connsiteX71" fmla="*/ 9846 w 10047"/>
                <a:gd name="connsiteY71" fmla="*/ 6052 h 10141"/>
                <a:gd name="connsiteX72" fmla="*/ 9898 w 10047"/>
                <a:gd name="connsiteY72" fmla="*/ 5463 h 10141"/>
                <a:gd name="connsiteX73" fmla="*/ 9805 w 10047"/>
                <a:gd name="connsiteY73" fmla="*/ 5273 h 10141"/>
                <a:gd name="connsiteX74" fmla="*/ 9945 w 10047"/>
                <a:gd name="connsiteY74" fmla="*/ 5018 h 10141"/>
                <a:gd name="connsiteX75" fmla="*/ 9988 w 10047"/>
                <a:gd name="connsiteY75" fmla="*/ 4632 h 10141"/>
                <a:gd name="connsiteX76" fmla="*/ 10023 w 10047"/>
                <a:gd name="connsiteY76" fmla="*/ 4316 h 10141"/>
                <a:gd name="connsiteX77" fmla="*/ 10043 w 10047"/>
                <a:gd name="connsiteY77" fmla="*/ 4123 h 10141"/>
                <a:gd name="connsiteX78" fmla="*/ 10000 w 10047"/>
                <a:gd name="connsiteY78" fmla="*/ 3924 h 10141"/>
                <a:gd name="connsiteX79" fmla="*/ 9984 w 10047"/>
                <a:gd name="connsiteY79" fmla="*/ 3742 h 10141"/>
                <a:gd name="connsiteX80" fmla="*/ 10016 w 10047"/>
                <a:gd name="connsiteY80" fmla="*/ 3485 h 10141"/>
                <a:gd name="connsiteX81" fmla="*/ 9937 w 10047"/>
                <a:gd name="connsiteY81" fmla="*/ 3297 h 10141"/>
                <a:gd name="connsiteX82" fmla="*/ 10047 w 10047"/>
                <a:gd name="connsiteY82" fmla="*/ 3164 h 10141"/>
                <a:gd name="connsiteX83" fmla="*/ 9953 w 10047"/>
                <a:gd name="connsiteY83" fmla="*/ 3094 h 10141"/>
                <a:gd name="connsiteX84" fmla="*/ 9862 w 10047"/>
                <a:gd name="connsiteY84" fmla="*/ 2965 h 10141"/>
                <a:gd name="connsiteX85" fmla="*/ 9740 w 10047"/>
                <a:gd name="connsiteY85" fmla="*/ 2842 h 10141"/>
                <a:gd name="connsiteX86" fmla="*/ 9658 w 10047"/>
                <a:gd name="connsiteY86" fmla="*/ 2713 h 10141"/>
                <a:gd name="connsiteX87" fmla="*/ 9575 w 10047"/>
                <a:gd name="connsiteY87" fmla="*/ 2520 h 10141"/>
                <a:gd name="connsiteX88" fmla="*/ 9573 w 10047"/>
                <a:gd name="connsiteY88" fmla="*/ 2108 h 10141"/>
                <a:gd name="connsiteX89" fmla="*/ 9327 w 10047"/>
                <a:gd name="connsiteY89" fmla="*/ 1947 h 10141"/>
                <a:gd name="connsiteX90" fmla="*/ 9237 w 10047"/>
                <a:gd name="connsiteY90" fmla="*/ 1883 h 10141"/>
                <a:gd name="connsiteX91" fmla="*/ 9158 w 10047"/>
                <a:gd name="connsiteY91" fmla="*/ 1695 h 10141"/>
                <a:gd name="connsiteX92" fmla="*/ 9064 w 10047"/>
                <a:gd name="connsiteY92" fmla="*/ 1717 h 10141"/>
                <a:gd name="connsiteX93" fmla="*/ 8796 w 10047"/>
                <a:gd name="connsiteY93" fmla="*/ 1245 h 10141"/>
                <a:gd name="connsiteX94" fmla="*/ 8662 w 10047"/>
                <a:gd name="connsiteY94" fmla="*/ 1245 h 10141"/>
                <a:gd name="connsiteX95" fmla="*/ 8532 w 10047"/>
                <a:gd name="connsiteY95" fmla="*/ 1175 h 10141"/>
                <a:gd name="connsiteX96" fmla="*/ 8403 w 10047"/>
                <a:gd name="connsiteY96" fmla="*/ 1175 h 10141"/>
                <a:gd name="connsiteX97" fmla="*/ 8237 w 10047"/>
                <a:gd name="connsiteY97" fmla="*/ 1111 h 10141"/>
                <a:gd name="connsiteX98" fmla="*/ 8104 w 10047"/>
                <a:gd name="connsiteY98" fmla="*/ 929 h 10141"/>
                <a:gd name="connsiteX99" fmla="*/ 7663 w 10047"/>
                <a:gd name="connsiteY99" fmla="*/ 736 h 10141"/>
                <a:gd name="connsiteX100" fmla="*/ 7529 w 10047"/>
                <a:gd name="connsiteY100" fmla="*/ 730 h 10141"/>
                <a:gd name="connsiteX101" fmla="*/ 7474 w 10047"/>
                <a:gd name="connsiteY101" fmla="*/ 929 h 10141"/>
                <a:gd name="connsiteX102" fmla="*/ 7392 w 10047"/>
                <a:gd name="connsiteY102" fmla="*/ 736 h 10141"/>
                <a:gd name="connsiteX103" fmla="*/ 7191 w 10047"/>
                <a:gd name="connsiteY103" fmla="*/ 736 h 10141"/>
                <a:gd name="connsiteX104" fmla="*/ 7089 w 10047"/>
                <a:gd name="connsiteY104" fmla="*/ 730 h 10141"/>
                <a:gd name="connsiteX105" fmla="*/ 7057 w 10047"/>
                <a:gd name="connsiteY105" fmla="*/ 934 h 10141"/>
                <a:gd name="connsiteX106" fmla="*/ 6896 w 10047"/>
                <a:gd name="connsiteY106" fmla="*/ 607 h 10141"/>
                <a:gd name="connsiteX107" fmla="*/ 6762 w 10047"/>
                <a:gd name="connsiteY107" fmla="*/ 602 h 10141"/>
                <a:gd name="connsiteX108" fmla="*/ 6680 w 10047"/>
                <a:gd name="connsiteY108" fmla="*/ 538 h 10141"/>
                <a:gd name="connsiteX109" fmla="*/ 6282 w 10047"/>
                <a:gd name="connsiteY109" fmla="*/ 350 h 10141"/>
                <a:gd name="connsiteX110" fmla="*/ 6152 w 10047"/>
                <a:gd name="connsiteY110" fmla="*/ 280 h 10141"/>
                <a:gd name="connsiteX111" fmla="*/ 6097 w 10047"/>
                <a:gd name="connsiteY111" fmla="*/ 146 h 10141"/>
                <a:gd name="connsiteX112" fmla="*/ 5759 w 10047"/>
                <a:gd name="connsiteY112" fmla="*/ 162 h 10141"/>
                <a:gd name="connsiteX113" fmla="*/ 5558 w 10047"/>
                <a:gd name="connsiteY113" fmla="*/ 157 h 10141"/>
                <a:gd name="connsiteX114" fmla="*/ 5468 w 10047"/>
                <a:gd name="connsiteY114" fmla="*/ 146 h 10141"/>
                <a:gd name="connsiteX115" fmla="*/ 5248 w 10047"/>
                <a:gd name="connsiteY115" fmla="*/ 157 h 10141"/>
                <a:gd name="connsiteX116" fmla="*/ 5149 w 10047"/>
                <a:gd name="connsiteY116" fmla="*/ 162 h 10141"/>
                <a:gd name="connsiteX117" fmla="*/ 5055 w 10047"/>
                <a:gd name="connsiteY117" fmla="*/ 141 h 10141"/>
                <a:gd name="connsiteX118" fmla="*/ 4976 w 10047"/>
                <a:gd name="connsiteY118" fmla="*/ 162 h 10141"/>
                <a:gd name="connsiteX119" fmla="*/ 4612 w 10047"/>
                <a:gd name="connsiteY119" fmla="*/ 268 h 10141"/>
                <a:gd name="connsiteX120" fmla="*/ 4139 w 10047"/>
                <a:gd name="connsiteY120" fmla="*/ 619 h 10141"/>
                <a:gd name="connsiteX121" fmla="*/ 3922 w 10047"/>
                <a:gd name="connsiteY121" fmla="*/ 162 h 10141"/>
                <a:gd name="connsiteX122" fmla="*/ 3796 w 10047"/>
                <a:gd name="connsiteY122" fmla="*/ 146 h 10141"/>
                <a:gd name="connsiteX123" fmla="*/ 3588 w 10047"/>
                <a:gd name="connsiteY123" fmla="*/ 162 h 10141"/>
                <a:gd name="connsiteX124" fmla="*/ 3450 w 10047"/>
                <a:gd name="connsiteY124" fmla="*/ 162 h 10141"/>
                <a:gd name="connsiteX125" fmla="*/ 3379 w 10047"/>
                <a:gd name="connsiteY125" fmla="*/ 141 h 10141"/>
                <a:gd name="connsiteX126" fmla="*/ 3115 w 10047"/>
                <a:gd name="connsiteY126" fmla="*/ 162 h 10141"/>
                <a:gd name="connsiteX127" fmla="*/ 2978 w 10047"/>
                <a:gd name="connsiteY127" fmla="*/ 157 h 10141"/>
                <a:gd name="connsiteX128" fmla="*/ 2872 w 10047"/>
                <a:gd name="connsiteY128" fmla="*/ 162 h 10141"/>
                <a:gd name="connsiteX129" fmla="*/ 2754 w 10047"/>
                <a:gd name="connsiteY129" fmla="*/ 146 h 10141"/>
                <a:gd name="connsiteX130" fmla="*/ 2337 w 10047"/>
                <a:gd name="connsiteY130" fmla="*/ 146 h 10141"/>
                <a:gd name="connsiteX131" fmla="*/ 1959 w 10047"/>
                <a:gd name="connsiteY131" fmla="*/ 479 h 10141"/>
                <a:gd name="connsiteX132" fmla="*/ 1841 w 10047"/>
                <a:gd name="connsiteY132" fmla="*/ 607 h 10141"/>
                <a:gd name="connsiteX133" fmla="*/ 1739 w 10047"/>
                <a:gd name="connsiteY133" fmla="*/ 607 h 10141"/>
                <a:gd name="connsiteX134" fmla="*/ 1664 w 10047"/>
                <a:gd name="connsiteY134" fmla="*/ 538 h 10141"/>
                <a:gd name="connsiteX135" fmla="*/ 1499 w 10047"/>
                <a:gd name="connsiteY135" fmla="*/ 923 h 10141"/>
                <a:gd name="connsiteX136" fmla="*/ 1357 w 10047"/>
                <a:gd name="connsiteY136" fmla="*/ 993 h 10141"/>
                <a:gd name="connsiteX137" fmla="*/ 1302 w 10047"/>
                <a:gd name="connsiteY137" fmla="*/ 1181 h 10141"/>
                <a:gd name="connsiteX138" fmla="*/ 1156 w 10047"/>
                <a:gd name="connsiteY138" fmla="*/ 1331 h 10141"/>
                <a:gd name="connsiteX139" fmla="*/ 1137 w 10047"/>
                <a:gd name="connsiteY139" fmla="*/ 1433 h 10141"/>
                <a:gd name="connsiteX140" fmla="*/ 1074 w 10047"/>
                <a:gd name="connsiteY140" fmla="*/ 1700 h 10141"/>
                <a:gd name="connsiteX141" fmla="*/ 948 w 10047"/>
                <a:gd name="connsiteY141" fmla="*/ 1958 h 10141"/>
                <a:gd name="connsiteX142" fmla="*/ 865 w 10047"/>
                <a:gd name="connsiteY142" fmla="*/ 2118 h 10141"/>
                <a:gd name="connsiteX143" fmla="*/ 869 w 10047"/>
                <a:gd name="connsiteY143" fmla="*/ 2654 h 10141"/>
                <a:gd name="connsiteX144" fmla="*/ 846 w 10047"/>
                <a:gd name="connsiteY144" fmla="*/ 2912 h 10141"/>
                <a:gd name="connsiteX145" fmla="*/ 885 w 10047"/>
                <a:gd name="connsiteY145" fmla="*/ 3223 h 10141"/>
                <a:gd name="connsiteX146" fmla="*/ 791 w 10047"/>
                <a:gd name="connsiteY146" fmla="*/ 3421 h 10141"/>
                <a:gd name="connsiteX147" fmla="*/ 692 w 10047"/>
                <a:gd name="connsiteY147" fmla="*/ 3694 h 10141"/>
                <a:gd name="connsiteX148" fmla="*/ 669 w 10047"/>
                <a:gd name="connsiteY148" fmla="*/ 4198 h 10141"/>
                <a:gd name="connsiteX149" fmla="*/ 558 w 10047"/>
                <a:gd name="connsiteY149" fmla="*/ 4251 h 10141"/>
                <a:gd name="connsiteX150" fmla="*/ 606 w 10047"/>
                <a:gd name="connsiteY150" fmla="*/ 4482 h 10141"/>
                <a:gd name="connsiteX151" fmla="*/ 539 w 10047"/>
                <a:gd name="connsiteY151" fmla="*/ 4450 h 10141"/>
                <a:gd name="connsiteX152" fmla="*/ 632 w 10047"/>
                <a:gd name="connsiteY152" fmla="*/ 4728 h 10141"/>
                <a:gd name="connsiteX153" fmla="*/ 562 w 10047"/>
                <a:gd name="connsiteY153" fmla="*/ 4825 h 10141"/>
                <a:gd name="connsiteX154" fmla="*/ 539 w 10047"/>
                <a:gd name="connsiteY154" fmla="*/ 5087 h 10141"/>
                <a:gd name="connsiteX155" fmla="*/ 476 w 10047"/>
                <a:gd name="connsiteY155" fmla="*/ 5661 h 10141"/>
                <a:gd name="connsiteX156" fmla="*/ 460 w 10047"/>
                <a:gd name="connsiteY156" fmla="*/ 5789 h 10141"/>
                <a:gd name="connsiteX157" fmla="*/ 433 w 10047"/>
                <a:gd name="connsiteY157" fmla="*/ 6057 h 10141"/>
                <a:gd name="connsiteX158" fmla="*/ 533 w 10047"/>
                <a:gd name="connsiteY158" fmla="*/ 6504 h 10141"/>
                <a:gd name="connsiteX159" fmla="*/ 350 w 10047"/>
                <a:gd name="connsiteY159" fmla="*/ 6813 h 10141"/>
                <a:gd name="connsiteX160" fmla="*/ 318 w 10047"/>
                <a:gd name="connsiteY160" fmla="*/ 7070 h 10141"/>
                <a:gd name="connsiteX161" fmla="*/ 295 w 10047"/>
                <a:gd name="connsiteY161" fmla="*/ 7322 h 10141"/>
                <a:gd name="connsiteX162" fmla="*/ 271 w 10047"/>
                <a:gd name="connsiteY162" fmla="*/ 7520 h 10141"/>
                <a:gd name="connsiteX163" fmla="*/ 142 w 10047"/>
                <a:gd name="connsiteY163" fmla="*/ 7498 h 10141"/>
                <a:gd name="connsiteX164" fmla="*/ 220 w 10047"/>
                <a:gd name="connsiteY164" fmla="*/ 8024 h 10141"/>
                <a:gd name="connsiteX165" fmla="*/ 193 w 10047"/>
                <a:gd name="connsiteY165" fmla="*/ 8228 h 10141"/>
                <a:gd name="connsiteX166" fmla="*/ 5 w 10047"/>
                <a:gd name="connsiteY166" fmla="*/ 8506 h 10141"/>
                <a:gd name="connsiteX167" fmla="*/ 153 w 10047"/>
                <a:gd name="connsiteY167" fmla="*/ 8603 h 10141"/>
                <a:gd name="connsiteX168" fmla="*/ 141 w 10047"/>
                <a:gd name="connsiteY168" fmla="*/ 8737 h 10141"/>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237 w 10047"/>
                <a:gd name="connsiteY90" fmla="*/ 1910 h 10168"/>
                <a:gd name="connsiteX91" fmla="*/ 9158 w 10047"/>
                <a:gd name="connsiteY91" fmla="*/ 1722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58 w 10047"/>
                <a:gd name="connsiteY91" fmla="*/ 1722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47 w 10047"/>
                <a:gd name="connsiteY91" fmla="*/ 1387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739 w 10047"/>
                <a:gd name="connsiteY87" fmla="*/ 2334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953 w 10047"/>
                <a:gd name="connsiteY86" fmla="*/ 2740 h 10168"/>
                <a:gd name="connsiteX87" fmla="*/ 9739 w 10047"/>
                <a:gd name="connsiteY87" fmla="*/ 2334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953 w 10047"/>
                <a:gd name="connsiteY86" fmla="*/ 2740 h 10168"/>
                <a:gd name="connsiteX87" fmla="*/ 9739 w 10047"/>
                <a:gd name="connsiteY87" fmla="*/ 2334 h 10168"/>
                <a:gd name="connsiteX88" fmla="*/ 9660 w 10047"/>
                <a:gd name="connsiteY88" fmla="*/ 1891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953 w 10047"/>
                <a:gd name="connsiteY85" fmla="*/ 2740 h 10168"/>
                <a:gd name="connsiteX86" fmla="*/ 9739 w 10047"/>
                <a:gd name="connsiteY86" fmla="*/ 2334 h 10168"/>
                <a:gd name="connsiteX87" fmla="*/ 9660 w 10047"/>
                <a:gd name="connsiteY87" fmla="*/ 1891 h 10168"/>
                <a:gd name="connsiteX88" fmla="*/ 9546 w 10047"/>
                <a:gd name="connsiteY88" fmla="*/ 1822 h 10168"/>
                <a:gd name="connsiteX89" fmla="*/ 9401 w 10047"/>
                <a:gd name="connsiteY89" fmla="*/ 1392 h 10168"/>
                <a:gd name="connsiteX90" fmla="*/ 9147 w 10047"/>
                <a:gd name="connsiteY90" fmla="*/ 1387 h 10168"/>
                <a:gd name="connsiteX91" fmla="*/ 8998 w 10047"/>
                <a:gd name="connsiteY91" fmla="*/ 1318 h 10168"/>
                <a:gd name="connsiteX92" fmla="*/ 8796 w 10047"/>
                <a:gd name="connsiteY92" fmla="*/ 1272 h 10168"/>
                <a:gd name="connsiteX93" fmla="*/ 8662 w 10047"/>
                <a:gd name="connsiteY93" fmla="*/ 1272 h 10168"/>
                <a:gd name="connsiteX94" fmla="*/ 8532 w 10047"/>
                <a:gd name="connsiteY94" fmla="*/ 1202 h 10168"/>
                <a:gd name="connsiteX95" fmla="*/ 8403 w 10047"/>
                <a:gd name="connsiteY95" fmla="*/ 1202 h 10168"/>
                <a:gd name="connsiteX96" fmla="*/ 8237 w 10047"/>
                <a:gd name="connsiteY96" fmla="*/ 1138 h 10168"/>
                <a:gd name="connsiteX97" fmla="*/ 8104 w 10047"/>
                <a:gd name="connsiteY97" fmla="*/ 956 h 10168"/>
                <a:gd name="connsiteX98" fmla="*/ 7663 w 10047"/>
                <a:gd name="connsiteY98" fmla="*/ 763 h 10168"/>
                <a:gd name="connsiteX99" fmla="*/ 7529 w 10047"/>
                <a:gd name="connsiteY99" fmla="*/ 757 h 10168"/>
                <a:gd name="connsiteX100" fmla="*/ 7474 w 10047"/>
                <a:gd name="connsiteY100" fmla="*/ 956 h 10168"/>
                <a:gd name="connsiteX101" fmla="*/ 7392 w 10047"/>
                <a:gd name="connsiteY101" fmla="*/ 763 h 10168"/>
                <a:gd name="connsiteX102" fmla="*/ 7191 w 10047"/>
                <a:gd name="connsiteY102" fmla="*/ 763 h 10168"/>
                <a:gd name="connsiteX103" fmla="*/ 7089 w 10047"/>
                <a:gd name="connsiteY103" fmla="*/ 757 h 10168"/>
                <a:gd name="connsiteX104" fmla="*/ 7057 w 10047"/>
                <a:gd name="connsiteY104" fmla="*/ 961 h 10168"/>
                <a:gd name="connsiteX105" fmla="*/ 6896 w 10047"/>
                <a:gd name="connsiteY105" fmla="*/ 634 h 10168"/>
                <a:gd name="connsiteX106" fmla="*/ 6762 w 10047"/>
                <a:gd name="connsiteY106" fmla="*/ 629 h 10168"/>
                <a:gd name="connsiteX107" fmla="*/ 6680 w 10047"/>
                <a:gd name="connsiteY107" fmla="*/ 565 h 10168"/>
                <a:gd name="connsiteX108" fmla="*/ 6282 w 10047"/>
                <a:gd name="connsiteY108" fmla="*/ 377 h 10168"/>
                <a:gd name="connsiteX109" fmla="*/ 6152 w 10047"/>
                <a:gd name="connsiteY109" fmla="*/ 307 h 10168"/>
                <a:gd name="connsiteX110" fmla="*/ 6097 w 10047"/>
                <a:gd name="connsiteY110" fmla="*/ 173 h 10168"/>
                <a:gd name="connsiteX111" fmla="*/ 5759 w 10047"/>
                <a:gd name="connsiteY111" fmla="*/ 189 h 10168"/>
                <a:gd name="connsiteX112" fmla="*/ 5558 w 10047"/>
                <a:gd name="connsiteY112" fmla="*/ 184 h 10168"/>
                <a:gd name="connsiteX113" fmla="*/ 5468 w 10047"/>
                <a:gd name="connsiteY113" fmla="*/ 173 h 10168"/>
                <a:gd name="connsiteX114" fmla="*/ 5248 w 10047"/>
                <a:gd name="connsiteY114" fmla="*/ 184 h 10168"/>
                <a:gd name="connsiteX115" fmla="*/ 5149 w 10047"/>
                <a:gd name="connsiteY115" fmla="*/ 189 h 10168"/>
                <a:gd name="connsiteX116" fmla="*/ 5055 w 10047"/>
                <a:gd name="connsiteY116" fmla="*/ 168 h 10168"/>
                <a:gd name="connsiteX117" fmla="*/ 4976 w 10047"/>
                <a:gd name="connsiteY117" fmla="*/ 189 h 10168"/>
                <a:gd name="connsiteX118" fmla="*/ 4612 w 10047"/>
                <a:gd name="connsiteY118" fmla="*/ 295 h 10168"/>
                <a:gd name="connsiteX119" fmla="*/ 4161 w 10047"/>
                <a:gd name="connsiteY119" fmla="*/ 402 h 10168"/>
                <a:gd name="connsiteX120" fmla="*/ 3922 w 10047"/>
                <a:gd name="connsiteY120" fmla="*/ 189 h 10168"/>
                <a:gd name="connsiteX121" fmla="*/ 3796 w 10047"/>
                <a:gd name="connsiteY121" fmla="*/ 173 h 10168"/>
                <a:gd name="connsiteX122" fmla="*/ 3588 w 10047"/>
                <a:gd name="connsiteY122" fmla="*/ 189 h 10168"/>
                <a:gd name="connsiteX123" fmla="*/ 3450 w 10047"/>
                <a:gd name="connsiteY123" fmla="*/ 189 h 10168"/>
                <a:gd name="connsiteX124" fmla="*/ 3379 w 10047"/>
                <a:gd name="connsiteY124" fmla="*/ 168 h 10168"/>
                <a:gd name="connsiteX125" fmla="*/ 3115 w 10047"/>
                <a:gd name="connsiteY125" fmla="*/ 189 h 10168"/>
                <a:gd name="connsiteX126" fmla="*/ 2978 w 10047"/>
                <a:gd name="connsiteY126" fmla="*/ 184 h 10168"/>
                <a:gd name="connsiteX127" fmla="*/ 2872 w 10047"/>
                <a:gd name="connsiteY127" fmla="*/ 189 h 10168"/>
                <a:gd name="connsiteX128" fmla="*/ 2754 w 10047"/>
                <a:gd name="connsiteY128" fmla="*/ 173 h 10168"/>
                <a:gd name="connsiteX129" fmla="*/ 2337 w 10047"/>
                <a:gd name="connsiteY129" fmla="*/ 173 h 10168"/>
                <a:gd name="connsiteX130" fmla="*/ 1959 w 10047"/>
                <a:gd name="connsiteY130" fmla="*/ 506 h 10168"/>
                <a:gd name="connsiteX131" fmla="*/ 1841 w 10047"/>
                <a:gd name="connsiteY131" fmla="*/ 634 h 10168"/>
                <a:gd name="connsiteX132" fmla="*/ 1739 w 10047"/>
                <a:gd name="connsiteY132" fmla="*/ 634 h 10168"/>
                <a:gd name="connsiteX133" fmla="*/ 1664 w 10047"/>
                <a:gd name="connsiteY133" fmla="*/ 565 h 10168"/>
                <a:gd name="connsiteX134" fmla="*/ 1499 w 10047"/>
                <a:gd name="connsiteY134" fmla="*/ 950 h 10168"/>
                <a:gd name="connsiteX135" fmla="*/ 1357 w 10047"/>
                <a:gd name="connsiteY135" fmla="*/ 1020 h 10168"/>
                <a:gd name="connsiteX136" fmla="*/ 1302 w 10047"/>
                <a:gd name="connsiteY136" fmla="*/ 1208 h 10168"/>
                <a:gd name="connsiteX137" fmla="*/ 1156 w 10047"/>
                <a:gd name="connsiteY137" fmla="*/ 1358 h 10168"/>
                <a:gd name="connsiteX138" fmla="*/ 1137 w 10047"/>
                <a:gd name="connsiteY138" fmla="*/ 1460 h 10168"/>
                <a:gd name="connsiteX139" fmla="*/ 1074 w 10047"/>
                <a:gd name="connsiteY139" fmla="*/ 1727 h 10168"/>
                <a:gd name="connsiteX140" fmla="*/ 948 w 10047"/>
                <a:gd name="connsiteY140" fmla="*/ 1985 h 10168"/>
                <a:gd name="connsiteX141" fmla="*/ 865 w 10047"/>
                <a:gd name="connsiteY141" fmla="*/ 2145 h 10168"/>
                <a:gd name="connsiteX142" fmla="*/ 869 w 10047"/>
                <a:gd name="connsiteY142" fmla="*/ 2681 h 10168"/>
                <a:gd name="connsiteX143" fmla="*/ 846 w 10047"/>
                <a:gd name="connsiteY143" fmla="*/ 2939 h 10168"/>
                <a:gd name="connsiteX144" fmla="*/ 885 w 10047"/>
                <a:gd name="connsiteY144" fmla="*/ 3250 h 10168"/>
                <a:gd name="connsiteX145" fmla="*/ 791 w 10047"/>
                <a:gd name="connsiteY145" fmla="*/ 3448 h 10168"/>
                <a:gd name="connsiteX146" fmla="*/ 692 w 10047"/>
                <a:gd name="connsiteY146" fmla="*/ 3721 h 10168"/>
                <a:gd name="connsiteX147" fmla="*/ 669 w 10047"/>
                <a:gd name="connsiteY147" fmla="*/ 4225 h 10168"/>
                <a:gd name="connsiteX148" fmla="*/ 558 w 10047"/>
                <a:gd name="connsiteY148" fmla="*/ 4278 h 10168"/>
                <a:gd name="connsiteX149" fmla="*/ 606 w 10047"/>
                <a:gd name="connsiteY149" fmla="*/ 4509 h 10168"/>
                <a:gd name="connsiteX150" fmla="*/ 539 w 10047"/>
                <a:gd name="connsiteY150" fmla="*/ 4477 h 10168"/>
                <a:gd name="connsiteX151" fmla="*/ 632 w 10047"/>
                <a:gd name="connsiteY151" fmla="*/ 4755 h 10168"/>
                <a:gd name="connsiteX152" fmla="*/ 562 w 10047"/>
                <a:gd name="connsiteY152" fmla="*/ 4852 h 10168"/>
                <a:gd name="connsiteX153" fmla="*/ 539 w 10047"/>
                <a:gd name="connsiteY153" fmla="*/ 5114 h 10168"/>
                <a:gd name="connsiteX154" fmla="*/ 476 w 10047"/>
                <a:gd name="connsiteY154" fmla="*/ 5688 h 10168"/>
                <a:gd name="connsiteX155" fmla="*/ 460 w 10047"/>
                <a:gd name="connsiteY155" fmla="*/ 5816 h 10168"/>
                <a:gd name="connsiteX156" fmla="*/ 433 w 10047"/>
                <a:gd name="connsiteY156" fmla="*/ 6084 h 10168"/>
                <a:gd name="connsiteX157" fmla="*/ 533 w 10047"/>
                <a:gd name="connsiteY157" fmla="*/ 6531 h 10168"/>
                <a:gd name="connsiteX158" fmla="*/ 350 w 10047"/>
                <a:gd name="connsiteY158" fmla="*/ 6840 h 10168"/>
                <a:gd name="connsiteX159" fmla="*/ 318 w 10047"/>
                <a:gd name="connsiteY159" fmla="*/ 7097 h 10168"/>
                <a:gd name="connsiteX160" fmla="*/ 295 w 10047"/>
                <a:gd name="connsiteY160" fmla="*/ 7349 h 10168"/>
                <a:gd name="connsiteX161" fmla="*/ 271 w 10047"/>
                <a:gd name="connsiteY161" fmla="*/ 7547 h 10168"/>
                <a:gd name="connsiteX162" fmla="*/ 142 w 10047"/>
                <a:gd name="connsiteY162" fmla="*/ 7525 h 10168"/>
                <a:gd name="connsiteX163" fmla="*/ 220 w 10047"/>
                <a:gd name="connsiteY163" fmla="*/ 8051 h 10168"/>
                <a:gd name="connsiteX164" fmla="*/ 193 w 10047"/>
                <a:gd name="connsiteY164" fmla="*/ 8255 h 10168"/>
                <a:gd name="connsiteX165" fmla="*/ 5 w 10047"/>
                <a:gd name="connsiteY165" fmla="*/ 8533 h 10168"/>
                <a:gd name="connsiteX166" fmla="*/ 153 w 10047"/>
                <a:gd name="connsiteY166" fmla="*/ 8630 h 10168"/>
                <a:gd name="connsiteX167" fmla="*/ 141 w 10047"/>
                <a:gd name="connsiteY167"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953 w 10047"/>
                <a:gd name="connsiteY84" fmla="*/ 2740 h 10168"/>
                <a:gd name="connsiteX85" fmla="*/ 9739 w 10047"/>
                <a:gd name="connsiteY85" fmla="*/ 2334 h 10168"/>
                <a:gd name="connsiteX86" fmla="*/ 9660 w 10047"/>
                <a:gd name="connsiteY86" fmla="*/ 1891 h 10168"/>
                <a:gd name="connsiteX87" fmla="*/ 9546 w 10047"/>
                <a:gd name="connsiteY87" fmla="*/ 1822 h 10168"/>
                <a:gd name="connsiteX88" fmla="*/ 9401 w 10047"/>
                <a:gd name="connsiteY88" fmla="*/ 1392 h 10168"/>
                <a:gd name="connsiteX89" fmla="*/ 9147 w 10047"/>
                <a:gd name="connsiteY89" fmla="*/ 1387 h 10168"/>
                <a:gd name="connsiteX90" fmla="*/ 8998 w 10047"/>
                <a:gd name="connsiteY90" fmla="*/ 1318 h 10168"/>
                <a:gd name="connsiteX91" fmla="*/ 8796 w 10047"/>
                <a:gd name="connsiteY91" fmla="*/ 1272 h 10168"/>
                <a:gd name="connsiteX92" fmla="*/ 8662 w 10047"/>
                <a:gd name="connsiteY92" fmla="*/ 1272 h 10168"/>
                <a:gd name="connsiteX93" fmla="*/ 8532 w 10047"/>
                <a:gd name="connsiteY93" fmla="*/ 1202 h 10168"/>
                <a:gd name="connsiteX94" fmla="*/ 8403 w 10047"/>
                <a:gd name="connsiteY94" fmla="*/ 1202 h 10168"/>
                <a:gd name="connsiteX95" fmla="*/ 8237 w 10047"/>
                <a:gd name="connsiteY95" fmla="*/ 1138 h 10168"/>
                <a:gd name="connsiteX96" fmla="*/ 8104 w 10047"/>
                <a:gd name="connsiteY96" fmla="*/ 956 h 10168"/>
                <a:gd name="connsiteX97" fmla="*/ 7663 w 10047"/>
                <a:gd name="connsiteY97" fmla="*/ 763 h 10168"/>
                <a:gd name="connsiteX98" fmla="*/ 7529 w 10047"/>
                <a:gd name="connsiteY98" fmla="*/ 757 h 10168"/>
                <a:gd name="connsiteX99" fmla="*/ 7474 w 10047"/>
                <a:gd name="connsiteY99" fmla="*/ 956 h 10168"/>
                <a:gd name="connsiteX100" fmla="*/ 7392 w 10047"/>
                <a:gd name="connsiteY100" fmla="*/ 763 h 10168"/>
                <a:gd name="connsiteX101" fmla="*/ 7191 w 10047"/>
                <a:gd name="connsiteY101" fmla="*/ 763 h 10168"/>
                <a:gd name="connsiteX102" fmla="*/ 7089 w 10047"/>
                <a:gd name="connsiteY102" fmla="*/ 757 h 10168"/>
                <a:gd name="connsiteX103" fmla="*/ 7057 w 10047"/>
                <a:gd name="connsiteY103" fmla="*/ 961 h 10168"/>
                <a:gd name="connsiteX104" fmla="*/ 6896 w 10047"/>
                <a:gd name="connsiteY104" fmla="*/ 634 h 10168"/>
                <a:gd name="connsiteX105" fmla="*/ 6762 w 10047"/>
                <a:gd name="connsiteY105" fmla="*/ 629 h 10168"/>
                <a:gd name="connsiteX106" fmla="*/ 6680 w 10047"/>
                <a:gd name="connsiteY106" fmla="*/ 565 h 10168"/>
                <a:gd name="connsiteX107" fmla="*/ 6282 w 10047"/>
                <a:gd name="connsiteY107" fmla="*/ 377 h 10168"/>
                <a:gd name="connsiteX108" fmla="*/ 6152 w 10047"/>
                <a:gd name="connsiteY108" fmla="*/ 307 h 10168"/>
                <a:gd name="connsiteX109" fmla="*/ 6097 w 10047"/>
                <a:gd name="connsiteY109" fmla="*/ 173 h 10168"/>
                <a:gd name="connsiteX110" fmla="*/ 5759 w 10047"/>
                <a:gd name="connsiteY110" fmla="*/ 189 h 10168"/>
                <a:gd name="connsiteX111" fmla="*/ 5558 w 10047"/>
                <a:gd name="connsiteY111" fmla="*/ 184 h 10168"/>
                <a:gd name="connsiteX112" fmla="*/ 5468 w 10047"/>
                <a:gd name="connsiteY112" fmla="*/ 173 h 10168"/>
                <a:gd name="connsiteX113" fmla="*/ 5248 w 10047"/>
                <a:gd name="connsiteY113" fmla="*/ 184 h 10168"/>
                <a:gd name="connsiteX114" fmla="*/ 5149 w 10047"/>
                <a:gd name="connsiteY114" fmla="*/ 189 h 10168"/>
                <a:gd name="connsiteX115" fmla="*/ 5055 w 10047"/>
                <a:gd name="connsiteY115" fmla="*/ 168 h 10168"/>
                <a:gd name="connsiteX116" fmla="*/ 4976 w 10047"/>
                <a:gd name="connsiteY116" fmla="*/ 189 h 10168"/>
                <a:gd name="connsiteX117" fmla="*/ 4612 w 10047"/>
                <a:gd name="connsiteY117" fmla="*/ 295 h 10168"/>
                <a:gd name="connsiteX118" fmla="*/ 4161 w 10047"/>
                <a:gd name="connsiteY118" fmla="*/ 402 h 10168"/>
                <a:gd name="connsiteX119" fmla="*/ 3922 w 10047"/>
                <a:gd name="connsiteY119" fmla="*/ 189 h 10168"/>
                <a:gd name="connsiteX120" fmla="*/ 3796 w 10047"/>
                <a:gd name="connsiteY120" fmla="*/ 173 h 10168"/>
                <a:gd name="connsiteX121" fmla="*/ 3588 w 10047"/>
                <a:gd name="connsiteY121" fmla="*/ 189 h 10168"/>
                <a:gd name="connsiteX122" fmla="*/ 3450 w 10047"/>
                <a:gd name="connsiteY122" fmla="*/ 189 h 10168"/>
                <a:gd name="connsiteX123" fmla="*/ 3379 w 10047"/>
                <a:gd name="connsiteY123" fmla="*/ 168 h 10168"/>
                <a:gd name="connsiteX124" fmla="*/ 3115 w 10047"/>
                <a:gd name="connsiteY124" fmla="*/ 189 h 10168"/>
                <a:gd name="connsiteX125" fmla="*/ 2978 w 10047"/>
                <a:gd name="connsiteY125" fmla="*/ 184 h 10168"/>
                <a:gd name="connsiteX126" fmla="*/ 2872 w 10047"/>
                <a:gd name="connsiteY126" fmla="*/ 189 h 10168"/>
                <a:gd name="connsiteX127" fmla="*/ 2754 w 10047"/>
                <a:gd name="connsiteY127" fmla="*/ 173 h 10168"/>
                <a:gd name="connsiteX128" fmla="*/ 2337 w 10047"/>
                <a:gd name="connsiteY128" fmla="*/ 173 h 10168"/>
                <a:gd name="connsiteX129" fmla="*/ 1959 w 10047"/>
                <a:gd name="connsiteY129" fmla="*/ 506 h 10168"/>
                <a:gd name="connsiteX130" fmla="*/ 1841 w 10047"/>
                <a:gd name="connsiteY130" fmla="*/ 634 h 10168"/>
                <a:gd name="connsiteX131" fmla="*/ 1739 w 10047"/>
                <a:gd name="connsiteY131" fmla="*/ 634 h 10168"/>
                <a:gd name="connsiteX132" fmla="*/ 1664 w 10047"/>
                <a:gd name="connsiteY132" fmla="*/ 565 h 10168"/>
                <a:gd name="connsiteX133" fmla="*/ 1499 w 10047"/>
                <a:gd name="connsiteY133" fmla="*/ 950 h 10168"/>
                <a:gd name="connsiteX134" fmla="*/ 1357 w 10047"/>
                <a:gd name="connsiteY134" fmla="*/ 1020 h 10168"/>
                <a:gd name="connsiteX135" fmla="*/ 1302 w 10047"/>
                <a:gd name="connsiteY135" fmla="*/ 1208 h 10168"/>
                <a:gd name="connsiteX136" fmla="*/ 1156 w 10047"/>
                <a:gd name="connsiteY136" fmla="*/ 1358 h 10168"/>
                <a:gd name="connsiteX137" fmla="*/ 1137 w 10047"/>
                <a:gd name="connsiteY137" fmla="*/ 1460 h 10168"/>
                <a:gd name="connsiteX138" fmla="*/ 1074 w 10047"/>
                <a:gd name="connsiteY138" fmla="*/ 1727 h 10168"/>
                <a:gd name="connsiteX139" fmla="*/ 948 w 10047"/>
                <a:gd name="connsiteY139" fmla="*/ 1985 h 10168"/>
                <a:gd name="connsiteX140" fmla="*/ 865 w 10047"/>
                <a:gd name="connsiteY140" fmla="*/ 2145 h 10168"/>
                <a:gd name="connsiteX141" fmla="*/ 869 w 10047"/>
                <a:gd name="connsiteY141" fmla="*/ 2681 h 10168"/>
                <a:gd name="connsiteX142" fmla="*/ 846 w 10047"/>
                <a:gd name="connsiteY142" fmla="*/ 2939 h 10168"/>
                <a:gd name="connsiteX143" fmla="*/ 885 w 10047"/>
                <a:gd name="connsiteY143" fmla="*/ 3250 h 10168"/>
                <a:gd name="connsiteX144" fmla="*/ 791 w 10047"/>
                <a:gd name="connsiteY144" fmla="*/ 3448 h 10168"/>
                <a:gd name="connsiteX145" fmla="*/ 692 w 10047"/>
                <a:gd name="connsiteY145" fmla="*/ 3721 h 10168"/>
                <a:gd name="connsiteX146" fmla="*/ 669 w 10047"/>
                <a:gd name="connsiteY146" fmla="*/ 4225 h 10168"/>
                <a:gd name="connsiteX147" fmla="*/ 558 w 10047"/>
                <a:gd name="connsiteY147" fmla="*/ 4278 h 10168"/>
                <a:gd name="connsiteX148" fmla="*/ 606 w 10047"/>
                <a:gd name="connsiteY148" fmla="*/ 4509 h 10168"/>
                <a:gd name="connsiteX149" fmla="*/ 539 w 10047"/>
                <a:gd name="connsiteY149" fmla="*/ 4477 h 10168"/>
                <a:gd name="connsiteX150" fmla="*/ 632 w 10047"/>
                <a:gd name="connsiteY150" fmla="*/ 4755 h 10168"/>
                <a:gd name="connsiteX151" fmla="*/ 562 w 10047"/>
                <a:gd name="connsiteY151" fmla="*/ 4852 h 10168"/>
                <a:gd name="connsiteX152" fmla="*/ 539 w 10047"/>
                <a:gd name="connsiteY152" fmla="*/ 5114 h 10168"/>
                <a:gd name="connsiteX153" fmla="*/ 476 w 10047"/>
                <a:gd name="connsiteY153" fmla="*/ 5688 h 10168"/>
                <a:gd name="connsiteX154" fmla="*/ 460 w 10047"/>
                <a:gd name="connsiteY154" fmla="*/ 5816 h 10168"/>
                <a:gd name="connsiteX155" fmla="*/ 433 w 10047"/>
                <a:gd name="connsiteY155" fmla="*/ 6084 h 10168"/>
                <a:gd name="connsiteX156" fmla="*/ 533 w 10047"/>
                <a:gd name="connsiteY156" fmla="*/ 6531 h 10168"/>
                <a:gd name="connsiteX157" fmla="*/ 350 w 10047"/>
                <a:gd name="connsiteY157" fmla="*/ 6840 h 10168"/>
                <a:gd name="connsiteX158" fmla="*/ 318 w 10047"/>
                <a:gd name="connsiteY158" fmla="*/ 7097 h 10168"/>
                <a:gd name="connsiteX159" fmla="*/ 295 w 10047"/>
                <a:gd name="connsiteY159" fmla="*/ 7349 h 10168"/>
                <a:gd name="connsiteX160" fmla="*/ 271 w 10047"/>
                <a:gd name="connsiteY160" fmla="*/ 7547 h 10168"/>
                <a:gd name="connsiteX161" fmla="*/ 142 w 10047"/>
                <a:gd name="connsiteY161" fmla="*/ 7525 h 10168"/>
                <a:gd name="connsiteX162" fmla="*/ 220 w 10047"/>
                <a:gd name="connsiteY162" fmla="*/ 8051 h 10168"/>
                <a:gd name="connsiteX163" fmla="*/ 193 w 10047"/>
                <a:gd name="connsiteY163" fmla="*/ 8255 h 10168"/>
                <a:gd name="connsiteX164" fmla="*/ 5 w 10047"/>
                <a:gd name="connsiteY164" fmla="*/ 8533 h 10168"/>
                <a:gd name="connsiteX165" fmla="*/ 153 w 10047"/>
                <a:gd name="connsiteY165" fmla="*/ 8630 h 10168"/>
                <a:gd name="connsiteX166" fmla="*/ 141 w 10047"/>
                <a:gd name="connsiteY166"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2740 h 10168"/>
                <a:gd name="connsiteX84" fmla="*/ 9739 w 10047"/>
                <a:gd name="connsiteY84" fmla="*/ 2334 h 10168"/>
                <a:gd name="connsiteX85" fmla="*/ 9660 w 10047"/>
                <a:gd name="connsiteY85" fmla="*/ 1891 h 10168"/>
                <a:gd name="connsiteX86" fmla="*/ 9546 w 10047"/>
                <a:gd name="connsiteY86" fmla="*/ 1822 h 10168"/>
                <a:gd name="connsiteX87" fmla="*/ 9401 w 10047"/>
                <a:gd name="connsiteY87" fmla="*/ 1392 h 10168"/>
                <a:gd name="connsiteX88" fmla="*/ 9147 w 10047"/>
                <a:gd name="connsiteY88" fmla="*/ 1387 h 10168"/>
                <a:gd name="connsiteX89" fmla="*/ 8998 w 10047"/>
                <a:gd name="connsiteY89" fmla="*/ 1318 h 10168"/>
                <a:gd name="connsiteX90" fmla="*/ 8796 w 10047"/>
                <a:gd name="connsiteY90" fmla="*/ 1272 h 10168"/>
                <a:gd name="connsiteX91" fmla="*/ 8662 w 10047"/>
                <a:gd name="connsiteY91" fmla="*/ 1272 h 10168"/>
                <a:gd name="connsiteX92" fmla="*/ 8532 w 10047"/>
                <a:gd name="connsiteY92" fmla="*/ 1202 h 10168"/>
                <a:gd name="connsiteX93" fmla="*/ 8403 w 10047"/>
                <a:gd name="connsiteY93" fmla="*/ 1202 h 10168"/>
                <a:gd name="connsiteX94" fmla="*/ 8237 w 10047"/>
                <a:gd name="connsiteY94" fmla="*/ 1138 h 10168"/>
                <a:gd name="connsiteX95" fmla="*/ 8104 w 10047"/>
                <a:gd name="connsiteY95" fmla="*/ 956 h 10168"/>
                <a:gd name="connsiteX96" fmla="*/ 7663 w 10047"/>
                <a:gd name="connsiteY96" fmla="*/ 763 h 10168"/>
                <a:gd name="connsiteX97" fmla="*/ 7529 w 10047"/>
                <a:gd name="connsiteY97" fmla="*/ 757 h 10168"/>
                <a:gd name="connsiteX98" fmla="*/ 7474 w 10047"/>
                <a:gd name="connsiteY98" fmla="*/ 956 h 10168"/>
                <a:gd name="connsiteX99" fmla="*/ 7392 w 10047"/>
                <a:gd name="connsiteY99" fmla="*/ 763 h 10168"/>
                <a:gd name="connsiteX100" fmla="*/ 7191 w 10047"/>
                <a:gd name="connsiteY100" fmla="*/ 763 h 10168"/>
                <a:gd name="connsiteX101" fmla="*/ 7089 w 10047"/>
                <a:gd name="connsiteY101" fmla="*/ 757 h 10168"/>
                <a:gd name="connsiteX102" fmla="*/ 7057 w 10047"/>
                <a:gd name="connsiteY102" fmla="*/ 961 h 10168"/>
                <a:gd name="connsiteX103" fmla="*/ 6896 w 10047"/>
                <a:gd name="connsiteY103" fmla="*/ 634 h 10168"/>
                <a:gd name="connsiteX104" fmla="*/ 6762 w 10047"/>
                <a:gd name="connsiteY104" fmla="*/ 629 h 10168"/>
                <a:gd name="connsiteX105" fmla="*/ 6680 w 10047"/>
                <a:gd name="connsiteY105" fmla="*/ 565 h 10168"/>
                <a:gd name="connsiteX106" fmla="*/ 6282 w 10047"/>
                <a:gd name="connsiteY106" fmla="*/ 377 h 10168"/>
                <a:gd name="connsiteX107" fmla="*/ 6152 w 10047"/>
                <a:gd name="connsiteY107" fmla="*/ 307 h 10168"/>
                <a:gd name="connsiteX108" fmla="*/ 6097 w 10047"/>
                <a:gd name="connsiteY108" fmla="*/ 173 h 10168"/>
                <a:gd name="connsiteX109" fmla="*/ 5759 w 10047"/>
                <a:gd name="connsiteY109" fmla="*/ 189 h 10168"/>
                <a:gd name="connsiteX110" fmla="*/ 5558 w 10047"/>
                <a:gd name="connsiteY110" fmla="*/ 184 h 10168"/>
                <a:gd name="connsiteX111" fmla="*/ 5468 w 10047"/>
                <a:gd name="connsiteY111" fmla="*/ 173 h 10168"/>
                <a:gd name="connsiteX112" fmla="*/ 5248 w 10047"/>
                <a:gd name="connsiteY112" fmla="*/ 184 h 10168"/>
                <a:gd name="connsiteX113" fmla="*/ 5149 w 10047"/>
                <a:gd name="connsiteY113" fmla="*/ 189 h 10168"/>
                <a:gd name="connsiteX114" fmla="*/ 5055 w 10047"/>
                <a:gd name="connsiteY114" fmla="*/ 168 h 10168"/>
                <a:gd name="connsiteX115" fmla="*/ 4976 w 10047"/>
                <a:gd name="connsiteY115" fmla="*/ 189 h 10168"/>
                <a:gd name="connsiteX116" fmla="*/ 4612 w 10047"/>
                <a:gd name="connsiteY116" fmla="*/ 295 h 10168"/>
                <a:gd name="connsiteX117" fmla="*/ 4161 w 10047"/>
                <a:gd name="connsiteY117" fmla="*/ 402 h 10168"/>
                <a:gd name="connsiteX118" fmla="*/ 3922 w 10047"/>
                <a:gd name="connsiteY118" fmla="*/ 189 h 10168"/>
                <a:gd name="connsiteX119" fmla="*/ 3796 w 10047"/>
                <a:gd name="connsiteY119" fmla="*/ 173 h 10168"/>
                <a:gd name="connsiteX120" fmla="*/ 3588 w 10047"/>
                <a:gd name="connsiteY120" fmla="*/ 189 h 10168"/>
                <a:gd name="connsiteX121" fmla="*/ 3450 w 10047"/>
                <a:gd name="connsiteY121" fmla="*/ 189 h 10168"/>
                <a:gd name="connsiteX122" fmla="*/ 3379 w 10047"/>
                <a:gd name="connsiteY122" fmla="*/ 168 h 10168"/>
                <a:gd name="connsiteX123" fmla="*/ 3115 w 10047"/>
                <a:gd name="connsiteY123" fmla="*/ 189 h 10168"/>
                <a:gd name="connsiteX124" fmla="*/ 2978 w 10047"/>
                <a:gd name="connsiteY124" fmla="*/ 184 h 10168"/>
                <a:gd name="connsiteX125" fmla="*/ 2872 w 10047"/>
                <a:gd name="connsiteY125" fmla="*/ 189 h 10168"/>
                <a:gd name="connsiteX126" fmla="*/ 2754 w 10047"/>
                <a:gd name="connsiteY126" fmla="*/ 173 h 10168"/>
                <a:gd name="connsiteX127" fmla="*/ 2337 w 10047"/>
                <a:gd name="connsiteY127" fmla="*/ 173 h 10168"/>
                <a:gd name="connsiteX128" fmla="*/ 1959 w 10047"/>
                <a:gd name="connsiteY128" fmla="*/ 506 h 10168"/>
                <a:gd name="connsiteX129" fmla="*/ 1841 w 10047"/>
                <a:gd name="connsiteY129" fmla="*/ 634 h 10168"/>
                <a:gd name="connsiteX130" fmla="*/ 1739 w 10047"/>
                <a:gd name="connsiteY130" fmla="*/ 634 h 10168"/>
                <a:gd name="connsiteX131" fmla="*/ 1664 w 10047"/>
                <a:gd name="connsiteY131" fmla="*/ 565 h 10168"/>
                <a:gd name="connsiteX132" fmla="*/ 1499 w 10047"/>
                <a:gd name="connsiteY132" fmla="*/ 950 h 10168"/>
                <a:gd name="connsiteX133" fmla="*/ 1357 w 10047"/>
                <a:gd name="connsiteY133" fmla="*/ 1020 h 10168"/>
                <a:gd name="connsiteX134" fmla="*/ 1302 w 10047"/>
                <a:gd name="connsiteY134" fmla="*/ 1208 h 10168"/>
                <a:gd name="connsiteX135" fmla="*/ 1156 w 10047"/>
                <a:gd name="connsiteY135" fmla="*/ 1358 h 10168"/>
                <a:gd name="connsiteX136" fmla="*/ 1137 w 10047"/>
                <a:gd name="connsiteY136" fmla="*/ 1460 h 10168"/>
                <a:gd name="connsiteX137" fmla="*/ 1074 w 10047"/>
                <a:gd name="connsiteY137" fmla="*/ 1727 h 10168"/>
                <a:gd name="connsiteX138" fmla="*/ 948 w 10047"/>
                <a:gd name="connsiteY138" fmla="*/ 1985 h 10168"/>
                <a:gd name="connsiteX139" fmla="*/ 865 w 10047"/>
                <a:gd name="connsiteY139" fmla="*/ 2145 h 10168"/>
                <a:gd name="connsiteX140" fmla="*/ 869 w 10047"/>
                <a:gd name="connsiteY140" fmla="*/ 2681 h 10168"/>
                <a:gd name="connsiteX141" fmla="*/ 846 w 10047"/>
                <a:gd name="connsiteY141" fmla="*/ 2939 h 10168"/>
                <a:gd name="connsiteX142" fmla="*/ 885 w 10047"/>
                <a:gd name="connsiteY142" fmla="*/ 3250 h 10168"/>
                <a:gd name="connsiteX143" fmla="*/ 791 w 10047"/>
                <a:gd name="connsiteY143" fmla="*/ 3448 h 10168"/>
                <a:gd name="connsiteX144" fmla="*/ 692 w 10047"/>
                <a:gd name="connsiteY144" fmla="*/ 3721 h 10168"/>
                <a:gd name="connsiteX145" fmla="*/ 669 w 10047"/>
                <a:gd name="connsiteY145" fmla="*/ 4225 h 10168"/>
                <a:gd name="connsiteX146" fmla="*/ 558 w 10047"/>
                <a:gd name="connsiteY146" fmla="*/ 4278 h 10168"/>
                <a:gd name="connsiteX147" fmla="*/ 606 w 10047"/>
                <a:gd name="connsiteY147" fmla="*/ 4509 h 10168"/>
                <a:gd name="connsiteX148" fmla="*/ 539 w 10047"/>
                <a:gd name="connsiteY148" fmla="*/ 4477 h 10168"/>
                <a:gd name="connsiteX149" fmla="*/ 632 w 10047"/>
                <a:gd name="connsiteY149" fmla="*/ 4755 h 10168"/>
                <a:gd name="connsiteX150" fmla="*/ 562 w 10047"/>
                <a:gd name="connsiteY150" fmla="*/ 4852 h 10168"/>
                <a:gd name="connsiteX151" fmla="*/ 539 w 10047"/>
                <a:gd name="connsiteY151" fmla="*/ 5114 h 10168"/>
                <a:gd name="connsiteX152" fmla="*/ 476 w 10047"/>
                <a:gd name="connsiteY152" fmla="*/ 5688 h 10168"/>
                <a:gd name="connsiteX153" fmla="*/ 460 w 10047"/>
                <a:gd name="connsiteY153" fmla="*/ 5816 h 10168"/>
                <a:gd name="connsiteX154" fmla="*/ 433 w 10047"/>
                <a:gd name="connsiteY154" fmla="*/ 6084 h 10168"/>
                <a:gd name="connsiteX155" fmla="*/ 533 w 10047"/>
                <a:gd name="connsiteY155" fmla="*/ 6531 h 10168"/>
                <a:gd name="connsiteX156" fmla="*/ 350 w 10047"/>
                <a:gd name="connsiteY156" fmla="*/ 6840 h 10168"/>
                <a:gd name="connsiteX157" fmla="*/ 318 w 10047"/>
                <a:gd name="connsiteY157" fmla="*/ 7097 h 10168"/>
                <a:gd name="connsiteX158" fmla="*/ 295 w 10047"/>
                <a:gd name="connsiteY158" fmla="*/ 7349 h 10168"/>
                <a:gd name="connsiteX159" fmla="*/ 271 w 10047"/>
                <a:gd name="connsiteY159" fmla="*/ 7547 h 10168"/>
                <a:gd name="connsiteX160" fmla="*/ 142 w 10047"/>
                <a:gd name="connsiteY160" fmla="*/ 7525 h 10168"/>
                <a:gd name="connsiteX161" fmla="*/ 220 w 10047"/>
                <a:gd name="connsiteY161" fmla="*/ 8051 h 10168"/>
                <a:gd name="connsiteX162" fmla="*/ 193 w 10047"/>
                <a:gd name="connsiteY162" fmla="*/ 8255 h 10168"/>
                <a:gd name="connsiteX163" fmla="*/ 5 w 10047"/>
                <a:gd name="connsiteY163" fmla="*/ 8533 h 10168"/>
                <a:gd name="connsiteX164" fmla="*/ 153 w 10047"/>
                <a:gd name="connsiteY164" fmla="*/ 8630 h 10168"/>
                <a:gd name="connsiteX165" fmla="*/ 141 w 10047"/>
                <a:gd name="connsiteY165"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846 w 10058"/>
                <a:gd name="connsiteY71" fmla="*/ 6079 h 10168"/>
                <a:gd name="connsiteX72" fmla="*/ 9898 w 10058"/>
                <a:gd name="connsiteY72" fmla="*/ 5490 h 10168"/>
                <a:gd name="connsiteX73" fmla="*/ 9805 w 10058"/>
                <a:gd name="connsiteY73" fmla="*/ 5300 h 10168"/>
                <a:gd name="connsiteX74" fmla="*/ 9945 w 10058"/>
                <a:gd name="connsiteY74" fmla="*/ 5045 h 10168"/>
                <a:gd name="connsiteX75" fmla="*/ 9988 w 10058"/>
                <a:gd name="connsiteY75" fmla="*/ 4659 h 10168"/>
                <a:gd name="connsiteX76" fmla="*/ 10023 w 10058"/>
                <a:gd name="connsiteY76" fmla="*/ 4343 h 10168"/>
                <a:gd name="connsiteX77" fmla="*/ 10043 w 10058"/>
                <a:gd name="connsiteY77" fmla="*/ 4150 h 10168"/>
                <a:gd name="connsiteX78" fmla="*/ 10000 w 10058"/>
                <a:gd name="connsiteY78" fmla="*/ 3951 h 10168"/>
                <a:gd name="connsiteX79" fmla="*/ 9984 w 10058"/>
                <a:gd name="connsiteY79" fmla="*/ 3769 h 10168"/>
                <a:gd name="connsiteX80" fmla="*/ 10016 w 10058"/>
                <a:gd name="connsiteY80" fmla="*/ 3512 h 10168"/>
                <a:gd name="connsiteX81" fmla="*/ 10047 w 10058"/>
                <a:gd name="connsiteY81" fmla="*/ 3191 h 10168"/>
                <a:gd name="connsiteX82" fmla="*/ 9953 w 10058"/>
                <a:gd name="connsiteY82" fmla="*/ 2740 h 10168"/>
                <a:gd name="connsiteX83" fmla="*/ 9739 w 10058"/>
                <a:gd name="connsiteY83" fmla="*/ 2334 h 10168"/>
                <a:gd name="connsiteX84" fmla="*/ 9660 w 10058"/>
                <a:gd name="connsiteY84" fmla="*/ 1891 h 10168"/>
                <a:gd name="connsiteX85" fmla="*/ 9546 w 10058"/>
                <a:gd name="connsiteY85" fmla="*/ 1822 h 10168"/>
                <a:gd name="connsiteX86" fmla="*/ 9401 w 10058"/>
                <a:gd name="connsiteY86" fmla="*/ 1392 h 10168"/>
                <a:gd name="connsiteX87" fmla="*/ 9147 w 10058"/>
                <a:gd name="connsiteY87" fmla="*/ 1387 h 10168"/>
                <a:gd name="connsiteX88" fmla="*/ 8998 w 10058"/>
                <a:gd name="connsiteY88" fmla="*/ 1318 h 10168"/>
                <a:gd name="connsiteX89" fmla="*/ 8796 w 10058"/>
                <a:gd name="connsiteY89" fmla="*/ 1272 h 10168"/>
                <a:gd name="connsiteX90" fmla="*/ 8662 w 10058"/>
                <a:gd name="connsiteY90" fmla="*/ 1272 h 10168"/>
                <a:gd name="connsiteX91" fmla="*/ 8532 w 10058"/>
                <a:gd name="connsiteY91" fmla="*/ 1202 h 10168"/>
                <a:gd name="connsiteX92" fmla="*/ 8403 w 10058"/>
                <a:gd name="connsiteY92" fmla="*/ 1202 h 10168"/>
                <a:gd name="connsiteX93" fmla="*/ 8237 w 10058"/>
                <a:gd name="connsiteY93" fmla="*/ 1138 h 10168"/>
                <a:gd name="connsiteX94" fmla="*/ 8104 w 10058"/>
                <a:gd name="connsiteY94" fmla="*/ 956 h 10168"/>
                <a:gd name="connsiteX95" fmla="*/ 7663 w 10058"/>
                <a:gd name="connsiteY95" fmla="*/ 763 h 10168"/>
                <a:gd name="connsiteX96" fmla="*/ 7529 w 10058"/>
                <a:gd name="connsiteY96" fmla="*/ 757 h 10168"/>
                <a:gd name="connsiteX97" fmla="*/ 7474 w 10058"/>
                <a:gd name="connsiteY97" fmla="*/ 956 h 10168"/>
                <a:gd name="connsiteX98" fmla="*/ 7392 w 10058"/>
                <a:gd name="connsiteY98" fmla="*/ 763 h 10168"/>
                <a:gd name="connsiteX99" fmla="*/ 7191 w 10058"/>
                <a:gd name="connsiteY99" fmla="*/ 763 h 10168"/>
                <a:gd name="connsiteX100" fmla="*/ 7089 w 10058"/>
                <a:gd name="connsiteY100" fmla="*/ 757 h 10168"/>
                <a:gd name="connsiteX101" fmla="*/ 7057 w 10058"/>
                <a:gd name="connsiteY101" fmla="*/ 961 h 10168"/>
                <a:gd name="connsiteX102" fmla="*/ 6896 w 10058"/>
                <a:gd name="connsiteY102" fmla="*/ 634 h 10168"/>
                <a:gd name="connsiteX103" fmla="*/ 6762 w 10058"/>
                <a:gd name="connsiteY103" fmla="*/ 629 h 10168"/>
                <a:gd name="connsiteX104" fmla="*/ 6680 w 10058"/>
                <a:gd name="connsiteY104" fmla="*/ 565 h 10168"/>
                <a:gd name="connsiteX105" fmla="*/ 6282 w 10058"/>
                <a:gd name="connsiteY105" fmla="*/ 377 h 10168"/>
                <a:gd name="connsiteX106" fmla="*/ 6152 w 10058"/>
                <a:gd name="connsiteY106" fmla="*/ 307 h 10168"/>
                <a:gd name="connsiteX107" fmla="*/ 6097 w 10058"/>
                <a:gd name="connsiteY107" fmla="*/ 173 h 10168"/>
                <a:gd name="connsiteX108" fmla="*/ 5759 w 10058"/>
                <a:gd name="connsiteY108" fmla="*/ 189 h 10168"/>
                <a:gd name="connsiteX109" fmla="*/ 5558 w 10058"/>
                <a:gd name="connsiteY109" fmla="*/ 184 h 10168"/>
                <a:gd name="connsiteX110" fmla="*/ 5468 w 10058"/>
                <a:gd name="connsiteY110" fmla="*/ 173 h 10168"/>
                <a:gd name="connsiteX111" fmla="*/ 5248 w 10058"/>
                <a:gd name="connsiteY111" fmla="*/ 184 h 10168"/>
                <a:gd name="connsiteX112" fmla="*/ 5149 w 10058"/>
                <a:gd name="connsiteY112" fmla="*/ 189 h 10168"/>
                <a:gd name="connsiteX113" fmla="*/ 5055 w 10058"/>
                <a:gd name="connsiteY113" fmla="*/ 168 h 10168"/>
                <a:gd name="connsiteX114" fmla="*/ 4976 w 10058"/>
                <a:gd name="connsiteY114" fmla="*/ 189 h 10168"/>
                <a:gd name="connsiteX115" fmla="*/ 4612 w 10058"/>
                <a:gd name="connsiteY115" fmla="*/ 295 h 10168"/>
                <a:gd name="connsiteX116" fmla="*/ 4161 w 10058"/>
                <a:gd name="connsiteY116" fmla="*/ 402 h 10168"/>
                <a:gd name="connsiteX117" fmla="*/ 3922 w 10058"/>
                <a:gd name="connsiteY117" fmla="*/ 189 h 10168"/>
                <a:gd name="connsiteX118" fmla="*/ 3796 w 10058"/>
                <a:gd name="connsiteY118" fmla="*/ 173 h 10168"/>
                <a:gd name="connsiteX119" fmla="*/ 3588 w 10058"/>
                <a:gd name="connsiteY119" fmla="*/ 189 h 10168"/>
                <a:gd name="connsiteX120" fmla="*/ 3450 w 10058"/>
                <a:gd name="connsiteY120" fmla="*/ 189 h 10168"/>
                <a:gd name="connsiteX121" fmla="*/ 3379 w 10058"/>
                <a:gd name="connsiteY121" fmla="*/ 168 h 10168"/>
                <a:gd name="connsiteX122" fmla="*/ 3115 w 10058"/>
                <a:gd name="connsiteY122" fmla="*/ 189 h 10168"/>
                <a:gd name="connsiteX123" fmla="*/ 2978 w 10058"/>
                <a:gd name="connsiteY123" fmla="*/ 184 h 10168"/>
                <a:gd name="connsiteX124" fmla="*/ 2872 w 10058"/>
                <a:gd name="connsiteY124" fmla="*/ 189 h 10168"/>
                <a:gd name="connsiteX125" fmla="*/ 2754 w 10058"/>
                <a:gd name="connsiteY125" fmla="*/ 173 h 10168"/>
                <a:gd name="connsiteX126" fmla="*/ 2337 w 10058"/>
                <a:gd name="connsiteY126" fmla="*/ 173 h 10168"/>
                <a:gd name="connsiteX127" fmla="*/ 1959 w 10058"/>
                <a:gd name="connsiteY127" fmla="*/ 506 h 10168"/>
                <a:gd name="connsiteX128" fmla="*/ 1841 w 10058"/>
                <a:gd name="connsiteY128" fmla="*/ 634 h 10168"/>
                <a:gd name="connsiteX129" fmla="*/ 1739 w 10058"/>
                <a:gd name="connsiteY129" fmla="*/ 634 h 10168"/>
                <a:gd name="connsiteX130" fmla="*/ 1664 w 10058"/>
                <a:gd name="connsiteY130" fmla="*/ 565 h 10168"/>
                <a:gd name="connsiteX131" fmla="*/ 1499 w 10058"/>
                <a:gd name="connsiteY131" fmla="*/ 950 h 10168"/>
                <a:gd name="connsiteX132" fmla="*/ 1357 w 10058"/>
                <a:gd name="connsiteY132" fmla="*/ 1020 h 10168"/>
                <a:gd name="connsiteX133" fmla="*/ 1302 w 10058"/>
                <a:gd name="connsiteY133" fmla="*/ 1208 h 10168"/>
                <a:gd name="connsiteX134" fmla="*/ 1156 w 10058"/>
                <a:gd name="connsiteY134" fmla="*/ 1358 h 10168"/>
                <a:gd name="connsiteX135" fmla="*/ 1137 w 10058"/>
                <a:gd name="connsiteY135" fmla="*/ 1460 h 10168"/>
                <a:gd name="connsiteX136" fmla="*/ 1074 w 10058"/>
                <a:gd name="connsiteY136" fmla="*/ 1727 h 10168"/>
                <a:gd name="connsiteX137" fmla="*/ 948 w 10058"/>
                <a:gd name="connsiteY137" fmla="*/ 1985 h 10168"/>
                <a:gd name="connsiteX138" fmla="*/ 865 w 10058"/>
                <a:gd name="connsiteY138" fmla="*/ 2145 h 10168"/>
                <a:gd name="connsiteX139" fmla="*/ 869 w 10058"/>
                <a:gd name="connsiteY139" fmla="*/ 2681 h 10168"/>
                <a:gd name="connsiteX140" fmla="*/ 846 w 10058"/>
                <a:gd name="connsiteY140" fmla="*/ 2939 h 10168"/>
                <a:gd name="connsiteX141" fmla="*/ 885 w 10058"/>
                <a:gd name="connsiteY141" fmla="*/ 3250 h 10168"/>
                <a:gd name="connsiteX142" fmla="*/ 791 w 10058"/>
                <a:gd name="connsiteY142" fmla="*/ 3448 h 10168"/>
                <a:gd name="connsiteX143" fmla="*/ 692 w 10058"/>
                <a:gd name="connsiteY143" fmla="*/ 3721 h 10168"/>
                <a:gd name="connsiteX144" fmla="*/ 669 w 10058"/>
                <a:gd name="connsiteY144" fmla="*/ 4225 h 10168"/>
                <a:gd name="connsiteX145" fmla="*/ 558 w 10058"/>
                <a:gd name="connsiteY145" fmla="*/ 4278 h 10168"/>
                <a:gd name="connsiteX146" fmla="*/ 606 w 10058"/>
                <a:gd name="connsiteY146" fmla="*/ 4509 h 10168"/>
                <a:gd name="connsiteX147" fmla="*/ 539 w 10058"/>
                <a:gd name="connsiteY147" fmla="*/ 4477 h 10168"/>
                <a:gd name="connsiteX148" fmla="*/ 632 w 10058"/>
                <a:gd name="connsiteY148" fmla="*/ 4755 h 10168"/>
                <a:gd name="connsiteX149" fmla="*/ 562 w 10058"/>
                <a:gd name="connsiteY149" fmla="*/ 4852 h 10168"/>
                <a:gd name="connsiteX150" fmla="*/ 539 w 10058"/>
                <a:gd name="connsiteY150" fmla="*/ 5114 h 10168"/>
                <a:gd name="connsiteX151" fmla="*/ 476 w 10058"/>
                <a:gd name="connsiteY151" fmla="*/ 5688 h 10168"/>
                <a:gd name="connsiteX152" fmla="*/ 460 w 10058"/>
                <a:gd name="connsiteY152" fmla="*/ 5816 h 10168"/>
                <a:gd name="connsiteX153" fmla="*/ 433 w 10058"/>
                <a:gd name="connsiteY153" fmla="*/ 6084 h 10168"/>
                <a:gd name="connsiteX154" fmla="*/ 533 w 10058"/>
                <a:gd name="connsiteY154" fmla="*/ 6531 h 10168"/>
                <a:gd name="connsiteX155" fmla="*/ 350 w 10058"/>
                <a:gd name="connsiteY155" fmla="*/ 6840 h 10168"/>
                <a:gd name="connsiteX156" fmla="*/ 318 w 10058"/>
                <a:gd name="connsiteY156" fmla="*/ 7097 h 10168"/>
                <a:gd name="connsiteX157" fmla="*/ 295 w 10058"/>
                <a:gd name="connsiteY157" fmla="*/ 7349 h 10168"/>
                <a:gd name="connsiteX158" fmla="*/ 271 w 10058"/>
                <a:gd name="connsiteY158" fmla="*/ 7547 h 10168"/>
                <a:gd name="connsiteX159" fmla="*/ 142 w 10058"/>
                <a:gd name="connsiteY159" fmla="*/ 7525 h 10168"/>
                <a:gd name="connsiteX160" fmla="*/ 220 w 10058"/>
                <a:gd name="connsiteY160" fmla="*/ 8051 h 10168"/>
                <a:gd name="connsiteX161" fmla="*/ 193 w 10058"/>
                <a:gd name="connsiteY161" fmla="*/ 8255 h 10168"/>
                <a:gd name="connsiteX162" fmla="*/ 5 w 10058"/>
                <a:gd name="connsiteY162" fmla="*/ 8533 h 10168"/>
                <a:gd name="connsiteX163" fmla="*/ 153 w 10058"/>
                <a:gd name="connsiteY163" fmla="*/ 8630 h 10168"/>
                <a:gd name="connsiteX164" fmla="*/ 141 w 10058"/>
                <a:gd name="connsiteY164"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846 w 10058"/>
                <a:gd name="connsiteY71" fmla="*/ 6079 h 10168"/>
                <a:gd name="connsiteX72" fmla="*/ 9898 w 10058"/>
                <a:gd name="connsiteY72" fmla="*/ 5490 h 10168"/>
                <a:gd name="connsiteX73" fmla="*/ 9945 w 10058"/>
                <a:gd name="connsiteY73" fmla="*/ 504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944 w 10058"/>
                <a:gd name="connsiteY71" fmla="*/ 6079 h 10168"/>
                <a:gd name="connsiteX72" fmla="*/ 9898 w 10058"/>
                <a:gd name="connsiteY72" fmla="*/ 5490 h 10168"/>
                <a:gd name="connsiteX73" fmla="*/ 9945 w 10058"/>
                <a:gd name="connsiteY73" fmla="*/ 504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944 w 10058"/>
                <a:gd name="connsiteY71" fmla="*/ 6079 h 10168"/>
                <a:gd name="connsiteX72" fmla="*/ 9898 w 10058"/>
                <a:gd name="connsiteY72" fmla="*/ 5490 h 10168"/>
                <a:gd name="connsiteX73" fmla="*/ 10022 w 10058"/>
                <a:gd name="connsiteY73" fmla="*/ 501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94 h 10198"/>
                <a:gd name="connsiteX1" fmla="*/ 217 w 10058"/>
                <a:gd name="connsiteY1" fmla="*/ 8935 h 10198"/>
                <a:gd name="connsiteX2" fmla="*/ 90 w 10058"/>
                <a:gd name="connsiteY2" fmla="*/ 9239 h 10198"/>
                <a:gd name="connsiteX3" fmla="*/ 67 w 10058"/>
                <a:gd name="connsiteY3" fmla="*/ 9432 h 10198"/>
                <a:gd name="connsiteX4" fmla="*/ 47 w 10058"/>
                <a:gd name="connsiteY4" fmla="*/ 9667 h 10198"/>
                <a:gd name="connsiteX5" fmla="*/ 228 w 10058"/>
                <a:gd name="connsiteY5" fmla="*/ 9876 h 10198"/>
                <a:gd name="connsiteX6" fmla="*/ 326 w 10058"/>
                <a:gd name="connsiteY6" fmla="*/ 9876 h 10198"/>
                <a:gd name="connsiteX7" fmla="*/ 492 w 10058"/>
                <a:gd name="connsiteY7" fmla="*/ 9876 h 10198"/>
                <a:gd name="connsiteX8" fmla="*/ 629 w 10058"/>
                <a:gd name="connsiteY8" fmla="*/ 9876 h 10198"/>
                <a:gd name="connsiteX9" fmla="*/ 633 w 10058"/>
                <a:gd name="connsiteY9" fmla="*/ 10059 h 10198"/>
                <a:gd name="connsiteX10" fmla="*/ 1211 w 10058"/>
                <a:gd name="connsiteY10" fmla="*/ 10198 h 10198"/>
                <a:gd name="connsiteX11" fmla="*/ 1310 w 10058"/>
                <a:gd name="connsiteY11" fmla="*/ 10198 h 10198"/>
                <a:gd name="connsiteX12" fmla="*/ 1408 w 10058"/>
                <a:gd name="connsiteY12" fmla="*/ 10198 h 10198"/>
                <a:gd name="connsiteX13" fmla="*/ 1514 w 10058"/>
                <a:gd name="connsiteY13" fmla="*/ 10198 h 10198"/>
                <a:gd name="connsiteX14" fmla="*/ 1613 w 10058"/>
                <a:gd name="connsiteY14" fmla="*/ 10198 h 10198"/>
                <a:gd name="connsiteX15" fmla="*/ 1750 w 10058"/>
                <a:gd name="connsiteY15" fmla="*/ 10139 h 10198"/>
                <a:gd name="connsiteX16" fmla="*/ 1888 w 10058"/>
                <a:gd name="connsiteY16" fmla="*/ 10053 h 10198"/>
                <a:gd name="connsiteX17" fmla="*/ 2234 w 10058"/>
                <a:gd name="connsiteY17" fmla="*/ 10139 h 10198"/>
                <a:gd name="connsiteX18" fmla="*/ 2333 w 10058"/>
                <a:gd name="connsiteY18" fmla="*/ 10139 h 10198"/>
                <a:gd name="connsiteX19" fmla="*/ 2474 w 10058"/>
                <a:gd name="connsiteY19" fmla="*/ 10069 h 10198"/>
                <a:gd name="connsiteX20" fmla="*/ 2620 w 10058"/>
                <a:gd name="connsiteY20" fmla="*/ 10005 h 10198"/>
                <a:gd name="connsiteX21" fmla="*/ 2754 w 10058"/>
                <a:gd name="connsiteY21" fmla="*/ 10005 h 10198"/>
                <a:gd name="connsiteX22" fmla="*/ 2860 w 10058"/>
                <a:gd name="connsiteY22" fmla="*/ 10005 h 10198"/>
                <a:gd name="connsiteX23" fmla="*/ 2962 w 10058"/>
                <a:gd name="connsiteY23" fmla="*/ 10005 h 10198"/>
                <a:gd name="connsiteX24" fmla="*/ 3163 w 10058"/>
                <a:gd name="connsiteY24" fmla="*/ 10005 h 10198"/>
                <a:gd name="connsiteX25" fmla="*/ 3292 w 10058"/>
                <a:gd name="connsiteY25" fmla="*/ 10075 h 10198"/>
                <a:gd name="connsiteX26" fmla="*/ 3422 w 10058"/>
                <a:gd name="connsiteY26" fmla="*/ 10139 h 10198"/>
                <a:gd name="connsiteX27" fmla="*/ 3517 w 10058"/>
                <a:gd name="connsiteY27" fmla="*/ 10198 h 10198"/>
                <a:gd name="connsiteX28" fmla="*/ 3619 w 10058"/>
                <a:gd name="connsiteY28" fmla="*/ 10193 h 10198"/>
                <a:gd name="connsiteX29" fmla="*/ 3721 w 10058"/>
                <a:gd name="connsiteY29" fmla="*/ 10139 h 10198"/>
                <a:gd name="connsiteX30" fmla="*/ 3835 w 10058"/>
                <a:gd name="connsiteY30" fmla="*/ 10069 h 10198"/>
                <a:gd name="connsiteX31" fmla="*/ 3981 w 10058"/>
                <a:gd name="connsiteY31" fmla="*/ 10053 h 10198"/>
                <a:gd name="connsiteX32" fmla="*/ 4134 w 10058"/>
                <a:gd name="connsiteY32" fmla="*/ 10139 h 10198"/>
                <a:gd name="connsiteX33" fmla="*/ 4229 w 10058"/>
                <a:gd name="connsiteY33" fmla="*/ 10198 h 10198"/>
                <a:gd name="connsiteX34" fmla="*/ 4335 w 10058"/>
                <a:gd name="connsiteY34" fmla="*/ 10193 h 10198"/>
                <a:gd name="connsiteX35" fmla="*/ 4433 w 10058"/>
                <a:gd name="connsiteY35" fmla="*/ 10193 h 10198"/>
                <a:gd name="connsiteX36" fmla="*/ 4571 w 10058"/>
                <a:gd name="connsiteY36" fmla="*/ 10187 h 10198"/>
                <a:gd name="connsiteX37" fmla="*/ 4709 w 10058"/>
                <a:gd name="connsiteY37" fmla="*/ 10134 h 10198"/>
                <a:gd name="connsiteX38" fmla="*/ 4854 w 10058"/>
                <a:gd name="connsiteY38" fmla="*/ 10075 h 10198"/>
                <a:gd name="connsiteX39" fmla="*/ 5063 w 10058"/>
                <a:gd name="connsiteY39" fmla="*/ 10005 h 10198"/>
                <a:gd name="connsiteX40" fmla="*/ 5169 w 10058"/>
                <a:gd name="connsiteY40" fmla="*/ 10005 h 10198"/>
                <a:gd name="connsiteX41" fmla="*/ 5440 w 10058"/>
                <a:gd name="connsiteY41" fmla="*/ 10005 h 10198"/>
                <a:gd name="connsiteX42" fmla="*/ 5586 w 10058"/>
                <a:gd name="connsiteY42" fmla="*/ 9941 h 10198"/>
                <a:gd name="connsiteX43" fmla="*/ 5692 w 10058"/>
                <a:gd name="connsiteY43" fmla="*/ 9876 h 10198"/>
                <a:gd name="connsiteX44" fmla="*/ 5826 w 10058"/>
                <a:gd name="connsiteY44" fmla="*/ 9871 h 10198"/>
                <a:gd name="connsiteX45" fmla="*/ 5905 w 10058"/>
                <a:gd name="connsiteY45" fmla="*/ 9657 h 10198"/>
                <a:gd name="connsiteX46" fmla="*/ 6349 w 10058"/>
                <a:gd name="connsiteY46" fmla="*/ 9748 h 10198"/>
                <a:gd name="connsiteX47" fmla="*/ 6487 w 10058"/>
                <a:gd name="connsiteY47" fmla="*/ 9748 h 10198"/>
                <a:gd name="connsiteX48" fmla="*/ 6589 w 10058"/>
                <a:gd name="connsiteY48" fmla="*/ 9748 h 10198"/>
                <a:gd name="connsiteX49" fmla="*/ 6691 w 10058"/>
                <a:gd name="connsiteY49" fmla="*/ 9684 h 10198"/>
                <a:gd name="connsiteX50" fmla="*/ 6798 w 10058"/>
                <a:gd name="connsiteY50" fmla="*/ 9684 h 10198"/>
                <a:gd name="connsiteX51" fmla="*/ 6935 w 10058"/>
                <a:gd name="connsiteY51" fmla="*/ 9684 h 10198"/>
                <a:gd name="connsiteX52" fmla="*/ 7069 w 10058"/>
                <a:gd name="connsiteY52" fmla="*/ 9684 h 10198"/>
                <a:gd name="connsiteX53" fmla="*/ 7160 w 10058"/>
                <a:gd name="connsiteY53" fmla="*/ 9657 h 10198"/>
                <a:gd name="connsiteX54" fmla="*/ 7584 w 10058"/>
                <a:gd name="connsiteY54" fmla="*/ 9614 h 10198"/>
                <a:gd name="connsiteX55" fmla="*/ 7714 w 10058"/>
                <a:gd name="connsiteY55" fmla="*/ 9684 h 10198"/>
                <a:gd name="connsiteX56" fmla="*/ 7852 w 10058"/>
                <a:gd name="connsiteY56" fmla="*/ 9684 h 10198"/>
                <a:gd name="connsiteX57" fmla="*/ 8017 w 10058"/>
                <a:gd name="connsiteY57" fmla="*/ 9684 h 10198"/>
                <a:gd name="connsiteX58" fmla="*/ 8131 w 10058"/>
                <a:gd name="connsiteY58" fmla="*/ 9619 h 10198"/>
                <a:gd name="connsiteX59" fmla="*/ 8206 w 10058"/>
                <a:gd name="connsiteY59" fmla="*/ 9657 h 10198"/>
                <a:gd name="connsiteX60" fmla="*/ 8513 w 10058"/>
                <a:gd name="connsiteY60" fmla="*/ 9496 h 10198"/>
                <a:gd name="connsiteX61" fmla="*/ 8662 w 10058"/>
                <a:gd name="connsiteY61" fmla="*/ 9432 h 10198"/>
                <a:gd name="connsiteX62" fmla="*/ 8812 w 10058"/>
                <a:gd name="connsiteY62" fmla="*/ 9298 h 10198"/>
                <a:gd name="connsiteX63" fmla="*/ 8961 w 10058"/>
                <a:gd name="connsiteY63" fmla="*/ 9174 h 10198"/>
                <a:gd name="connsiteX64" fmla="*/ 9079 w 10058"/>
                <a:gd name="connsiteY64" fmla="*/ 8976 h 10198"/>
                <a:gd name="connsiteX65" fmla="*/ 9237 w 10058"/>
                <a:gd name="connsiteY65" fmla="*/ 8789 h 10198"/>
                <a:gd name="connsiteX66" fmla="*/ 9382 w 10058"/>
                <a:gd name="connsiteY66" fmla="*/ 8472 h 10198"/>
                <a:gd name="connsiteX67" fmla="*/ 9677 w 10058"/>
                <a:gd name="connsiteY67" fmla="*/ 7572 h 10198"/>
                <a:gd name="connsiteX68" fmla="*/ 9717 w 10058"/>
                <a:gd name="connsiteY68" fmla="*/ 7293 h 10198"/>
                <a:gd name="connsiteX69" fmla="*/ 9756 w 10058"/>
                <a:gd name="connsiteY69" fmla="*/ 6806 h 10198"/>
                <a:gd name="connsiteX70" fmla="*/ 9787 w 10058"/>
                <a:gd name="connsiteY70" fmla="*/ 6543 h 10198"/>
                <a:gd name="connsiteX71" fmla="*/ 9944 w 10058"/>
                <a:gd name="connsiteY71" fmla="*/ 6109 h 10198"/>
                <a:gd name="connsiteX72" fmla="*/ 9898 w 10058"/>
                <a:gd name="connsiteY72" fmla="*/ 5520 h 10198"/>
                <a:gd name="connsiteX73" fmla="*/ 10022 w 10058"/>
                <a:gd name="connsiteY73" fmla="*/ 5045 h 10198"/>
                <a:gd name="connsiteX74" fmla="*/ 9988 w 10058"/>
                <a:gd name="connsiteY74" fmla="*/ 4689 h 10198"/>
                <a:gd name="connsiteX75" fmla="*/ 10023 w 10058"/>
                <a:gd name="connsiteY75" fmla="*/ 4373 h 10198"/>
                <a:gd name="connsiteX76" fmla="*/ 10043 w 10058"/>
                <a:gd name="connsiteY76" fmla="*/ 4180 h 10198"/>
                <a:gd name="connsiteX77" fmla="*/ 10000 w 10058"/>
                <a:gd name="connsiteY77" fmla="*/ 3981 h 10198"/>
                <a:gd name="connsiteX78" fmla="*/ 9984 w 10058"/>
                <a:gd name="connsiteY78" fmla="*/ 3799 h 10198"/>
                <a:gd name="connsiteX79" fmla="*/ 10016 w 10058"/>
                <a:gd name="connsiteY79" fmla="*/ 3542 h 10198"/>
                <a:gd name="connsiteX80" fmla="*/ 10047 w 10058"/>
                <a:gd name="connsiteY80" fmla="*/ 3221 h 10198"/>
                <a:gd name="connsiteX81" fmla="*/ 9953 w 10058"/>
                <a:gd name="connsiteY81" fmla="*/ 2770 h 10198"/>
                <a:gd name="connsiteX82" fmla="*/ 9739 w 10058"/>
                <a:gd name="connsiteY82" fmla="*/ 2364 h 10198"/>
                <a:gd name="connsiteX83" fmla="*/ 9660 w 10058"/>
                <a:gd name="connsiteY83" fmla="*/ 1921 h 10198"/>
                <a:gd name="connsiteX84" fmla="*/ 9546 w 10058"/>
                <a:gd name="connsiteY84" fmla="*/ 1852 h 10198"/>
                <a:gd name="connsiteX85" fmla="*/ 9401 w 10058"/>
                <a:gd name="connsiteY85" fmla="*/ 1422 h 10198"/>
                <a:gd name="connsiteX86" fmla="*/ 9147 w 10058"/>
                <a:gd name="connsiteY86" fmla="*/ 1417 h 10198"/>
                <a:gd name="connsiteX87" fmla="*/ 8998 w 10058"/>
                <a:gd name="connsiteY87" fmla="*/ 1348 h 10198"/>
                <a:gd name="connsiteX88" fmla="*/ 8796 w 10058"/>
                <a:gd name="connsiteY88" fmla="*/ 1302 h 10198"/>
                <a:gd name="connsiteX89" fmla="*/ 8662 w 10058"/>
                <a:gd name="connsiteY89" fmla="*/ 1302 h 10198"/>
                <a:gd name="connsiteX90" fmla="*/ 8532 w 10058"/>
                <a:gd name="connsiteY90" fmla="*/ 1232 h 10198"/>
                <a:gd name="connsiteX91" fmla="*/ 8403 w 10058"/>
                <a:gd name="connsiteY91" fmla="*/ 1232 h 10198"/>
                <a:gd name="connsiteX92" fmla="*/ 8237 w 10058"/>
                <a:gd name="connsiteY92" fmla="*/ 1168 h 10198"/>
                <a:gd name="connsiteX93" fmla="*/ 8104 w 10058"/>
                <a:gd name="connsiteY93" fmla="*/ 986 h 10198"/>
                <a:gd name="connsiteX94" fmla="*/ 7663 w 10058"/>
                <a:gd name="connsiteY94" fmla="*/ 793 h 10198"/>
                <a:gd name="connsiteX95" fmla="*/ 7529 w 10058"/>
                <a:gd name="connsiteY95" fmla="*/ 787 h 10198"/>
                <a:gd name="connsiteX96" fmla="*/ 7474 w 10058"/>
                <a:gd name="connsiteY96" fmla="*/ 986 h 10198"/>
                <a:gd name="connsiteX97" fmla="*/ 7392 w 10058"/>
                <a:gd name="connsiteY97" fmla="*/ 793 h 10198"/>
                <a:gd name="connsiteX98" fmla="*/ 7191 w 10058"/>
                <a:gd name="connsiteY98" fmla="*/ 793 h 10198"/>
                <a:gd name="connsiteX99" fmla="*/ 7089 w 10058"/>
                <a:gd name="connsiteY99" fmla="*/ 787 h 10198"/>
                <a:gd name="connsiteX100" fmla="*/ 7057 w 10058"/>
                <a:gd name="connsiteY100" fmla="*/ 991 h 10198"/>
                <a:gd name="connsiteX101" fmla="*/ 6896 w 10058"/>
                <a:gd name="connsiteY101" fmla="*/ 664 h 10198"/>
                <a:gd name="connsiteX102" fmla="*/ 6762 w 10058"/>
                <a:gd name="connsiteY102" fmla="*/ 659 h 10198"/>
                <a:gd name="connsiteX103" fmla="*/ 6680 w 10058"/>
                <a:gd name="connsiteY103" fmla="*/ 595 h 10198"/>
                <a:gd name="connsiteX104" fmla="*/ 6282 w 10058"/>
                <a:gd name="connsiteY104" fmla="*/ 407 h 10198"/>
                <a:gd name="connsiteX105" fmla="*/ 6152 w 10058"/>
                <a:gd name="connsiteY105" fmla="*/ 337 h 10198"/>
                <a:gd name="connsiteX106" fmla="*/ 6097 w 10058"/>
                <a:gd name="connsiteY106" fmla="*/ 203 h 10198"/>
                <a:gd name="connsiteX107" fmla="*/ 5759 w 10058"/>
                <a:gd name="connsiteY107" fmla="*/ 219 h 10198"/>
                <a:gd name="connsiteX108" fmla="*/ 5558 w 10058"/>
                <a:gd name="connsiteY108" fmla="*/ 214 h 10198"/>
                <a:gd name="connsiteX109" fmla="*/ 5468 w 10058"/>
                <a:gd name="connsiteY109" fmla="*/ 203 h 10198"/>
                <a:gd name="connsiteX110" fmla="*/ 5248 w 10058"/>
                <a:gd name="connsiteY110" fmla="*/ 214 h 10198"/>
                <a:gd name="connsiteX111" fmla="*/ 5149 w 10058"/>
                <a:gd name="connsiteY111" fmla="*/ 219 h 10198"/>
                <a:gd name="connsiteX112" fmla="*/ 5055 w 10058"/>
                <a:gd name="connsiteY112" fmla="*/ 198 h 10198"/>
                <a:gd name="connsiteX113" fmla="*/ 4976 w 10058"/>
                <a:gd name="connsiteY113" fmla="*/ 219 h 10198"/>
                <a:gd name="connsiteX114" fmla="*/ 4612 w 10058"/>
                <a:gd name="connsiteY114" fmla="*/ 325 h 10198"/>
                <a:gd name="connsiteX115" fmla="*/ 4281 w 10058"/>
                <a:gd name="connsiteY115" fmla="*/ 402 h 10198"/>
                <a:gd name="connsiteX116" fmla="*/ 3922 w 10058"/>
                <a:gd name="connsiteY116" fmla="*/ 219 h 10198"/>
                <a:gd name="connsiteX117" fmla="*/ 3796 w 10058"/>
                <a:gd name="connsiteY117" fmla="*/ 203 h 10198"/>
                <a:gd name="connsiteX118" fmla="*/ 3588 w 10058"/>
                <a:gd name="connsiteY118" fmla="*/ 219 h 10198"/>
                <a:gd name="connsiteX119" fmla="*/ 3450 w 10058"/>
                <a:gd name="connsiteY119" fmla="*/ 219 h 10198"/>
                <a:gd name="connsiteX120" fmla="*/ 3379 w 10058"/>
                <a:gd name="connsiteY120" fmla="*/ 198 h 10198"/>
                <a:gd name="connsiteX121" fmla="*/ 3115 w 10058"/>
                <a:gd name="connsiteY121" fmla="*/ 219 h 10198"/>
                <a:gd name="connsiteX122" fmla="*/ 2978 w 10058"/>
                <a:gd name="connsiteY122" fmla="*/ 214 h 10198"/>
                <a:gd name="connsiteX123" fmla="*/ 2872 w 10058"/>
                <a:gd name="connsiteY123" fmla="*/ 219 h 10198"/>
                <a:gd name="connsiteX124" fmla="*/ 2754 w 10058"/>
                <a:gd name="connsiteY124" fmla="*/ 203 h 10198"/>
                <a:gd name="connsiteX125" fmla="*/ 2337 w 10058"/>
                <a:gd name="connsiteY125" fmla="*/ 203 h 10198"/>
                <a:gd name="connsiteX126" fmla="*/ 1959 w 10058"/>
                <a:gd name="connsiteY126" fmla="*/ 536 h 10198"/>
                <a:gd name="connsiteX127" fmla="*/ 1841 w 10058"/>
                <a:gd name="connsiteY127" fmla="*/ 664 h 10198"/>
                <a:gd name="connsiteX128" fmla="*/ 1739 w 10058"/>
                <a:gd name="connsiteY128" fmla="*/ 664 h 10198"/>
                <a:gd name="connsiteX129" fmla="*/ 1664 w 10058"/>
                <a:gd name="connsiteY129" fmla="*/ 595 h 10198"/>
                <a:gd name="connsiteX130" fmla="*/ 1499 w 10058"/>
                <a:gd name="connsiteY130" fmla="*/ 980 h 10198"/>
                <a:gd name="connsiteX131" fmla="*/ 1357 w 10058"/>
                <a:gd name="connsiteY131" fmla="*/ 1050 h 10198"/>
                <a:gd name="connsiteX132" fmla="*/ 1302 w 10058"/>
                <a:gd name="connsiteY132" fmla="*/ 1238 h 10198"/>
                <a:gd name="connsiteX133" fmla="*/ 1156 w 10058"/>
                <a:gd name="connsiteY133" fmla="*/ 1388 h 10198"/>
                <a:gd name="connsiteX134" fmla="*/ 1137 w 10058"/>
                <a:gd name="connsiteY134" fmla="*/ 1490 h 10198"/>
                <a:gd name="connsiteX135" fmla="*/ 1074 w 10058"/>
                <a:gd name="connsiteY135" fmla="*/ 1757 h 10198"/>
                <a:gd name="connsiteX136" fmla="*/ 948 w 10058"/>
                <a:gd name="connsiteY136" fmla="*/ 2015 h 10198"/>
                <a:gd name="connsiteX137" fmla="*/ 865 w 10058"/>
                <a:gd name="connsiteY137" fmla="*/ 2175 h 10198"/>
                <a:gd name="connsiteX138" fmla="*/ 869 w 10058"/>
                <a:gd name="connsiteY138" fmla="*/ 2711 h 10198"/>
                <a:gd name="connsiteX139" fmla="*/ 846 w 10058"/>
                <a:gd name="connsiteY139" fmla="*/ 2969 h 10198"/>
                <a:gd name="connsiteX140" fmla="*/ 885 w 10058"/>
                <a:gd name="connsiteY140" fmla="*/ 3280 h 10198"/>
                <a:gd name="connsiteX141" fmla="*/ 791 w 10058"/>
                <a:gd name="connsiteY141" fmla="*/ 3478 h 10198"/>
                <a:gd name="connsiteX142" fmla="*/ 692 w 10058"/>
                <a:gd name="connsiteY142" fmla="*/ 3751 h 10198"/>
                <a:gd name="connsiteX143" fmla="*/ 669 w 10058"/>
                <a:gd name="connsiteY143" fmla="*/ 4255 h 10198"/>
                <a:gd name="connsiteX144" fmla="*/ 558 w 10058"/>
                <a:gd name="connsiteY144" fmla="*/ 4308 h 10198"/>
                <a:gd name="connsiteX145" fmla="*/ 606 w 10058"/>
                <a:gd name="connsiteY145" fmla="*/ 4539 h 10198"/>
                <a:gd name="connsiteX146" fmla="*/ 539 w 10058"/>
                <a:gd name="connsiteY146" fmla="*/ 4507 h 10198"/>
                <a:gd name="connsiteX147" fmla="*/ 632 w 10058"/>
                <a:gd name="connsiteY147" fmla="*/ 4785 h 10198"/>
                <a:gd name="connsiteX148" fmla="*/ 562 w 10058"/>
                <a:gd name="connsiteY148" fmla="*/ 4882 h 10198"/>
                <a:gd name="connsiteX149" fmla="*/ 539 w 10058"/>
                <a:gd name="connsiteY149" fmla="*/ 5144 h 10198"/>
                <a:gd name="connsiteX150" fmla="*/ 476 w 10058"/>
                <a:gd name="connsiteY150" fmla="*/ 5718 h 10198"/>
                <a:gd name="connsiteX151" fmla="*/ 460 w 10058"/>
                <a:gd name="connsiteY151" fmla="*/ 5846 h 10198"/>
                <a:gd name="connsiteX152" fmla="*/ 433 w 10058"/>
                <a:gd name="connsiteY152" fmla="*/ 6114 h 10198"/>
                <a:gd name="connsiteX153" fmla="*/ 533 w 10058"/>
                <a:gd name="connsiteY153" fmla="*/ 6561 h 10198"/>
                <a:gd name="connsiteX154" fmla="*/ 350 w 10058"/>
                <a:gd name="connsiteY154" fmla="*/ 6870 h 10198"/>
                <a:gd name="connsiteX155" fmla="*/ 318 w 10058"/>
                <a:gd name="connsiteY155" fmla="*/ 7127 h 10198"/>
                <a:gd name="connsiteX156" fmla="*/ 295 w 10058"/>
                <a:gd name="connsiteY156" fmla="*/ 7379 h 10198"/>
                <a:gd name="connsiteX157" fmla="*/ 271 w 10058"/>
                <a:gd name="connsiteY157" fmla="*/ 7577 h 10198"/>
                <a:gd name="connsiteX158" fmla="*/ 142 w 10058"/>
                <a:gd name="connsiteY158" fmla="*/ 7555 h 10198"/>
                <a:gd name="connsiteX159" fmla="*/ 220 w 10058"/>
                <a:gd name="connsiteY159" fmla="*/ 8081 h 10198"/>
                <a:gd name="connsiteX160" fmla="*/ 193 w 10058"/>
                <a:gd name="connsiteY160" fmla="*/ 8285 h 10198"/>
                <a:gd name="connsiteX161" fmla="*/ 5 w 10058"/>
                <a:gd name="connsiteY161" fmla="*/ 8563 h 10198"/>
                <a:gd name="connsiteX162" fmla="*/ 153 w 10058"/>
                <a:gd name="connsiteY162" fmla="*/ 8660 h 10198"/>
                <a:gd name="connsiteX163" fmla="*/ 141 w 10058"/>
                <a:gd name="connsiteY163" fmla="*/ 8794 h 10198"/>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079 w 10058"/>
                <a:gd name="connsiteY64" fmla="*/ 8919 h 10141"/>
                <a:gd name="connsiteX65" fmla="*/ 9237 w 10058"/>
                <a:gd name="connsiteY65" fmla="*/ 8732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237 w 10058"/>
                <a:gd name="connsiteY65" fmla="*/ 8732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543 w 10058"/>
                <a:gd name="connsiteY65" fmla="*/ 9280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9026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779 w 10058"/>
                <a:gd name="connsiteY62" fmla="*/ 9454 h 10141"/>
                <a:gd name="connsiteX63" fmla="*/ 9026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82"/>
                <a:gd name="connsiteX1" fmla="*/ 217 w 10058"/>
                <a:gd name="connsiteY1" fmla="*/ 8878 h 10182"/>
                <a:gd name="connsiteX2" fmla="*/ 90 w 10058"/>
                <a:gd name="connsiteY2" fmla="*/ 9182 h 10182"/>
                <a:gd name="connsiteX3" fmla="*/ 67 w 10058"/>
                <a:gd name="connsiteY3" fmla="*/ 9375 h 10182"/>
                <a:gd name="connsiteX4" fmla="*/ 47 w 10058"/>
                <a:gd name="connsiteY4" fmla="*/ 9610 h 10182"/>
                <a:gd name="connsiteX5" fmla="*/ 228 w 10058"/>
                <a:gd name="connsiteY5" fmla="*/ 9819 h 10182"/>
                <a:gd name="connsiteX6" fmla="*/ 326 w 10058"/>
                <a:gd name="connsiteY6" fmla="*/ 9819 h 10182"/>
                <a:gd name="connsiteX7" fmla="*/ 492 w 10058"/>
                <a:gd name="connsiteY7" fmla="*/ 9819 h 10182"/>
                <a:gd name="connsiteX8" fmla="*/ 629 w 10058"/>
                <a:gd name="connsiteY8" fmla="*/ 9819 h 10182"/>
                <a:gd name="connsiteX9" fmla="*/ 633 w 10058"/>
                <a:gd name="connsiteY9" fmla="*/ 10002 h 10182"/>
                <a:gd name="connsiteX10" fmla="*/ 938 w 10058"/>
                <a:gd name="connsiteY10" fmla="*/ 9897 h 10182"/>
                <a:gd name="connsiteX11" fmla="*/ 1310 w 10058"/>
                <a:gd name="connsiteY11" fmla="*/ 10141 h 10182"/>
                <a:gd name="connsiteX12" fmla="*/ 1408 w 10058"/>
                <a:gd name="connsiteY12" fmla="*/ 10141 h 10182"/>
                <a:gd name="connsiteX13" fmla="*/ 1514 w 10058"/>
                <a:gd name="connsiteY13" fmla="*/ 10141 h 10182"/>
                <a:gd name="connsiteX14" fmla="*/ 1613 w 10058"/>
                <a:gd name="connsiteY14" fmla="*/ 10141 h 10182"/>
                <a:gd name="connsiteX15" fmla="*/ 1750 w 10058"/>
                <a:gd name="connsiteY15" fmla="*/ 10082 h 10182"/>
                <a:gd name="connsiteX16" fmla="*/ 1888 w 10058"/>
                <a:gd name="connsiteY16" fmla="*/ 9996 h 10182"/>
                <a:gd name="connsiteX17" fmla="*/ 2234 w 10058"/>
                <a:gd name="connsiteY17" fmla="*/ 10082 h 10182"/>
                <a:gd name="connsiteX18" fmla="*/ 2333 w 10058"/>
                <a:gd name="connsiteY18" fmla="*/ 10082 h 10182"/>
                <a:gd name="connsiteX19" fmla="*/ 2474 w 10058"/>
                <a:gd name="connsiteY19" fmla="*/ 10012 h 10182"/>
                <a:gd name="connsiteX20" fmla="*/ 2620 w 10058"/>
                <a:gd name="connsiteY20" fmla="*/ 9948 h 10182"/>
                <a:gd name="connsiteX21" fmla="*/ 2754 w 10058"/>
                <a:gd name="connsiteY21" fmla="*/ 9948 h 10182"/>
                <a:gd name="connsiteX22" fmla="*/ 2860 w 10058"/>
                <a:gd name="connsiteY22" fmla="*/ 9948 h 10182"/>
                <a:gd name="connsiteX23" fmla="*/ 2962 w 10058"/>
                <a:gd name="connsiteY23" fmla="*/ 9948 h 10182"/>
                <a:gd name="connsiteX24" fmla="*/ 3163 w 10058"/>
                <a:gd name="connsiteY24" fmla="*/ 9948 h 10182"/>
                <a:gd name="connsiteX25" fmla="*/ 3292 w 10058"/>
                <a:gd name="connsiteY25" fmla="*/ 10018 h 10182"/>
                <a:gd name="connsiteX26" fmla="*/ 3422 w 10058"/>
                <a:gd name="connsiteY26" fmla="*/ 10082 h 10182"/>
                <a:gd name="connsiteX27" fmla="*/ 3517 w 10058"/>
                <a:gd name="connsiteY27" fmla="*/ 10141 h 10182"/>
                <a:gd name="connsiteX28" fmla="*/ 3619 w 10058"/>
                <a:gd name="connsiteY28" fmla="*/ 10136 h 10182"/>
                <a:gd name="connsiteX29" fmla="*/ 3721 w 10058"/>
                <a:gd name="connsiteY29" fmla="*/ 10082 h 10182"/>
                <a:gd name="connsiteX30" fmla="*/ 3835 w 10058"/>
                <a:gd name="connsiteY30" fmla="*/ 10012 h 10182"/>
                <a:gd name="connsiteX31" fmla="*/ 3981 w 10058"/>
                <a:gd name="connsiteY31" fmla="*/ 9996 h 10182"/>
                <a:gd name="connsiteX32" fmla="*/ 4134 w 10058"/>
                <a:gd name="connsiteY32" fmla="*/ 10082 h 10182"/>
                <a:gd name="connsiteX33" fmla="*/ 4229 w 10058"/>
                <a:gd name="connsiteY33" fmla="*/ 10141 h 10182"/>
                <a:gd name="connsiteX34" fmla="*/ 4335 w 10058"/>
                <a:gd name="connsiteY34" fmla="*/ 10136 h 10182"/>
                <a:gd name="connsiteX35" fmla="*/ 4433 w 10058"/>
                <a:gd name="connsiteY35" fmla="*/ 10136 h 10182"/>
                <a:gd name="connsiteX36" fmla="*/ 4571 w 10058"/>
                <a:gd name="connsiteY36" fmla="*/ 10130 h 10182"/>
                <a:gd name="connsiteX37" fmla="*/ 4709 w 10058"/>
                <a:gd name="connsiteY37" fmla="*/ 10077 h 10182"/>
                <a:gd name="connsiteX38" fmla="*/ 4854 w 10058"/>
                <a:gd name="connsiteY38" fmla="*/ 10018 h 10182"/>
                <a:gd name="connsiteX39" fmla="*/ 5063 w 10058"/>
                <a:gd name="connsiteY39" fmla="*/ 9948 h 10182"/>
                <a:gd name="connsiteX40" fmla="*/ 5169 w 10058"/>
                <a:gd name="connsiteY40" fmla="*/ 9948 h 10182"/>
                <a:gd name="connsiteX41" fmla="*/ 5440 w 10058"/>
                <a:gd name="connsiteY41" fmla="*/ 9948 h 10182"/>
                <a:gd name="connsiteX42" fmla="*/ 5586 w 10058"/>
                <a:gd name="connsiteY42" fmla="*/ 9884 h 10182"/>
                <a:gd name="connsiteX43" fmla="*/ 5692 w 10058"/>
                <a:gd name="connsiteY43" fmla="*/ 9819 h 10182"/>
                <a:gd name="connsiteX44" fmla="*/ 5826 w 10058"/>
                <a:gd name="connsiteY44" fmla="*/ 9814 h 10182"/>
                <a:gd name="connsiteX45" fmla="*/ 5905 w 10058"/>
                <a:gd name="connsiteY45" fmla="*/ 9600 h 10182"/>
                <a:gd name="connsiteX46" fmla="*/ 6119 w 10058"/>
                <a:gd name="connsiteY46" fmla="*/ 9782 h 10182"/>
                <a:gd name="connsiteX47" fmla="*/ 6487 w 10058"/>
                <a:gd name="connsiteY47" fmla="*/ 9691 h 10182"/>
                <a:gd name="connsiteX48" fmla="*/ 6589 w 10058"/>
                <a:gd name="connsiteY48" fmla="*/ 9691 h 10182"/>
                <a:gd name="connsiteX49" fmla="*/ 6691 w 10058"/>
                <a:gd name="connsiteY49" fmla="*/ 9627 h 10182"/>
                <a:gd name="connsiteX50" fmla="*/ 6798 w 10058"/>
                <a:gd name="connsiteY50" fmla="*/ 9627 h 10182"/>
                <a:gd name="connsiteX51" fmla="*/ 6935 w 10058"/>
                <a:gd name="connsiteY51" fmla="*/ 9627 h 10182"/>
                <a:gd name="connsiteX52" fmla="*/ 7069 w 10058"/>
                <a:gd name="connsiteY52" fmla="*/ 9627 h 10182"/>
                <a:gd name="connsiteX53" fmla="*/ 7313 w 10058"/>
                <a:gd name="connsiteY53" fmla="*/ 9630 h 10182"/>
                <a:gd name="connsiteX54" fmla="*/ 7584 w 10058"/>
                <a:gd name="connsiteY54" fmla="*/ 9557 h 10182"/>
                <a:gd name="connsiteX55" fmla="*/ 7714 w 10058"/>
                <a:gd name="connsiteY55" fmla="*/ 9627 h 10182"/>
                <a:gd name="connsiteX56" fmla="*/ 7852 w 10058"/>
                <a:gd name="connsiteY56" fmla="*/ 9627 h 10182"/>
                <a:gd name="connsiteX57" fmla="*/ 8017 w 10058"/>
                <a:gd name="connsiteY57" fmla="*/ 9627 h 10182"/>
                <a:gd name="connsiteX58" fmla="*/ 8131 w 10058"/>
                <a:gd name="connsiteY58" fmla="*/ 9562 h 10182"/>
                <a:gd name="connsiteX59" fmla="*/ 8206 w 10058"/>
                <a:gd name="connsiteY59" fmla="*/ 9600 h 10182"/>
                <a:gd name="connsiteX60" fmla="*/ 8513 w 10058"/>
                <a:gd name="connsiteY60" fmla="*/ 9622 h 10182"/>
                <a:gd name="connsiteX61" fmla="*/ 8662 w 10058"/>
                <a:gd name="connsiteY61" fmla="*/ 9375 h 10182"/>
                <a:gd name="connsiteX62" fmla="*/ 8779 w 10058"/>
                <a:gd name="connsiteY62" fmla="*/ 9454 h 10182"/>
                <a:gd name="connsiteX63" fmla="*/ 9026 w 10058"/>
                <a:gd name="connsiteY63" fmla="*/ 9391 h 10182"/>
                <a:gd name="connsiteX64" fmla="*/ 9188 w 10058"/>
                <a:gd name="connsiteY64" fmla="*/ 9437 h 10182"/>
                <a:gd name="connsiteX65" fmla="*/ 9543 w 10058"/>
                <a:gd name="connsiteY65" fmla="*/ 9280 h 10182"/>
                <a:gd name="connsiteX66" fmla="*/ 9677 w 10058"/>
                <a:gd name="connsiteY66" fmla="*/ 8506 h 10182"/>
                <a:gd name="connsiteX67" fmla="*/ 9677 w 10058"/>
                <a:gd name="connsiteY67" fmla="*/ 7515 h 10182"/>
                <a:gd name="connsiteX68" fmla="*/ 9717 w 10058"/>
                <a:gd name="connsiteY68" fmla="*/ 7236 h 10182"/>
                <a:gd name="connsiteX69" fmla="*/ 9756 w 10058"/>
                <a:gd name="connsiteY69" fmla="*/ 6749 h 10182"/>
                <a:gd name="connsiteX70" fmla="*/ 9787 w 10058"/>
                <a:gd name="connsiteY70" fmla="*/ 6486 h 10182"/>
                <a:gd name="connsiteX71" fmla="*/ 9944 w 10058"/>
                <a:gd name="connsiteY71" fmla="*/ 6052 h 10182"/>
                <a:gd name="connsiteX72" fmla="*/ 9898 w 10058"/>
                <a:gd name="connsiteY72" fmla="*/ 5463 h 10182"/>
                <a:gd name="connsiteX73" fmla="*/ 10022 w 10058"/>
                <a:gd name="connsiteY73" fmla="*/ 4988 h 10182"/>
                <a:gd name="connsiteX74" fmla="*/ 9988 w 10058"/>
                <a:gd name="connsiteY74" fmla="*/ 4632 h 10182"/>
                <a:gd name="connsiteX75" fmla="*/ 10023 w 10058"/>
                <a:gd name="connsiteY75" fmla="*/ 4316 h 10182"/>
                <a:gd name="connsiteX76" fmla="*/ 10043 w 10058"/>
                <a:gd name="connsiteY76" fmla="*/ 4123 h 10182"/>
                <a:gd name="connsiteX77" fmla="*/ 10000 w 10058"/>
                <a:gd name="connsiteY77" fmla="*/ 3924 h 10182"/>
                <a:gd name="connsiteX78" fmla="*/ 9984 w 10058"/>
                <a:gd name="connsiteY78" fmla="*/ 3742 h 10182"/>
                <a:gd name="connsiteX79" fmla="*/ 10016 w 10058"/>
                <a:gd name="connsiteY79" fmla="*/ 3485 h 10182"/>
                <a:gd name="connsiteX80" fmla="*/ 10047 w 10058"/>
                <a:gd name="connsiteY80" fmla="*/ 3164 h 10182"/>
                <a:gd name="connsiteX81" fmla="*/ 9953 w 10058"/>
                <a:gd name="connsiteY81" fmla="*/ 2713 h 10182"/>
                <a:gd name="connsiteX82" fmla="*/ 9739 w 10058"/>
                <a:gd name="connsiteY82" fmla="*/ 2307 h 10182"/>
                <a:gd name="connsiteX83" fmla="*/ 9660 w 10058"/>
                <a:gd name="connsiteY83" fmla="*/ 1864 h 10182"/>
                <a:gd name="connsiteX84" fmla="*/ 9546 w 10058"/>
                <a:gd name="connsiteY84" fmla="*/ 1795 h 10182"/>
                <a:gd name="connsiteX85" fmla="*/ 9401 w 10058"/>
                <a:gd name="connsiteY85" fmla="*/ 1365 h 10182"/>
                <a:gd name="connsiteX86" fmla="*/ 9147 w 10058"/>
                <a:gd name="connsiteY86" fmla="*/ 1360 h 10182"/>
                <a:gd name="connsiteX87" fmla="*/ 8998 w 10058"/>
                <a:gd name="connsiteY87" fmla="*/ 1291 h 10182"/>
                <a:gd name="connsiteX88" fmla="*/ 8796 w 10058"/>
                <a:gd name="connsiteY88" fmla="*/ 1245 h 10182"/>
                <a:gd name="connsiteX89" fmla="*/ 8662 w 10058"/>
                <a:gd name="connsiteY89" fmla="*/ 1245 h 10182"/>
                <a:gd name="connsiteX90" fmla="*/ 8532 w 10058"/>
                <a:gd name="connsiteY90" fmla="*/ 1175 h 10182"/>
                <a:gd name="connsiteX91" fmla="*/ 8403 w 10058"/>
                <a:gd name="connsiteY91" fmla="*/ 1175 h 10182"/>
                <a:gd name="connsiteX92" fmla="*/ 8237 w 10058"/>
                <a:gd name="connsiteY92" fmla="*/ 1111 h 10182"/>
                <a:gd name="connsiteX93" fmla="*/ 8104 w 10058"/>
                <a:gd name="connsiteY93" fmla="*/ 929 h 10182"/>
                <a:gd name="connsiteX94" fmla="*/ 7663 w 10058"/>
                <a:gd name="connsiteY94" fmla="*/ 736 h 10182"/>
                <a:gd name="connsiteX95" fmla="*/ 7529 w 10058"/>
                <a:gd name="connsiteY95" fmla="*/ 730 h 10182"/>
                <a:gd name="connsiteX96" fmla="*/ 7474 w 10058"/>
                <a:gd name="connsiteY96" fmla="*/ 929 h 10182"/>
                <a:gd name="connsiteX97" fmla="*/ 7392 w 10058"/>
                <a:gd name="connsiteY97" fmla="*/ 736 h 10182"/>
                <a:gd name="connsiteX98" fmla="*/ 7191 w 10058"/>
                <a:gd name="connsiteY98" fmla="*/ 736 h 10182"/>
                <a:gd name="connsiteX99" fmla="*/ 7089 w 10058"/>
                <a:gd name="connsiteY99" fmla="*/ 730 h 10182"/>
                <a:gd name="connsiteX100" fmla="*/ 7057 w 10058"/>
                <a:gd name="connsiteY100" fmla="*/ 934 h 10182"/>
                <a:gd name="connsiteX101" fmla="*/ 6896 w 10058"/>
                <a:gd name="connsiteY101" fmla="*/ 607 h 10182"/>
                <a:gd name="connsiteX102" fmla="*/ 6762 w 10058"/>
                <a:gd name="connsiteY102" fmla="*/ 602 h 10182"/>
                <a:gd name="connsiteX103" fmla="*/ 6680 w 10058"/>
                <a:gd name="connsiteY103" fmla="*/ 538 h 10182"/>
                <a:gd name="connsiteX104" fmla="*/ 6282 w 10058"/>
                <a:gd name="connsiteY104" fmla="*/ 350 h 10182"/>
                <a:gd name="connsiteX105" fmla="*/ 6152 w 10058"/>
                <a:gd name="connsiteY105" fmla="*/ 280 h 10182"/>
                <a:gd name="connsiteX106" fmla="*/ 6097 w 10058"/>
                <a:gd name="connsiteY106" fmla="*/ 146 h 10182"/>
                <a:gd name="connsiteX107" fmla="*/ 5759 w 10058"/>
                <a:gd name="connsiteY107" fmla="*/ 162 h 10182"/>
                <a:gd name="connsiteX108" fmla="*/ 5558 w 10058"/>
                <a:gd name="connsiteY108" fmla="*/ 157 h 10182"/>
                <a:gd name="connsiteX109" fmla="*/ 5468 w 10058"/>
                <a:gd name="connsiteY109" fmla="*/ 146 h 10182"/>
                <a:gd name="connsiteX110" fmla="*/ 5248 w 10058"/>
                <a:gd name="connsiteY110" fmla="*/ 157 h 10182"/>
                <a:gd name="connsiteX111" fmla="*/ 5149 w 10058"/>
                <a:gd name="connsiteY111" fmla="*/ 162 h 10182"/>
                <a:gd name="connsiteX112" fmla="*/ 5055 w 10058"/>
                <a:gd name="connsiteY112" fmla="*/ 141 h 10182"/>
                <a:gd name="connsiteX113" fmla="*/ 4976 w 10058"/>
                <a:gd name="connsiteY113" fmla="*/ 162 h 10182"/>
                <a:gd name="connsiteX114" fmla="*/ 4612 w 10058"/>
                <a:gd name="connsiteY114" fmla="*/ 268 h 10182"/>
                <a:gd name="connsiteX115" fmla="*/ 4281 w 10058"/>
                <a:gd name="connsiteY115" fmla="*/ 345 h 10182"/>
                <a:gd name="connsiteX116" fmla="*/ 3922 w 10058"/>
                <a:gd name="connsiteY116" fmla="*/ 162 h 10182"/>
                <a:gd name="connsiteX117" fmla="*/ 3796 w 10058"/>
                <a:gd name="connsiteY117" fmla="*/ 146 h 10182"/>
                <a:gd name="connsiteX118" fmla="*/ 3588 w 10058"/>
                <a:gd name="connsiteY118" fmla="*/ 162 h 10182"/>
                <a:gd name="connsiteX119" fmla="*/ 3450 w 10058"/>
                <a:gd name="connsiteY119" fmla="*/ 162 h 10182"/>
                <a:gd name="connsiteX120" fmla="*/ 3379 w 10058"/>
                <a:gd name="connsiteY120" fmla="*/ 141 h 10182"/>
                <a:gd name="connsiteX121" fmla="*/ 3115 w 10058"/>
                <a:gd name="connsiteY121" fmla="*/ 162 h 10182"/>
                <a:gd name="connsiteX122" fmla="*/ 2978 w 10058"/>
                <a:gd name="connsiteY122" fmla="*/ 157 h 10182"/>
                <a:gd name="connsiteX123" fmla="*/ 2872 w 10058"/>
                <a:gd name="connsiteY123" fmla="*/ 162 h 10182"/>
                <a:gd name="connsiteX124" fmla="*/ 2754 w 10058"/>
                <a:gd name="connsiteY124" fmla="*/ 146 h 10182"/>
                <a:gd name="connsiteX125" fmla="*/ 2337 w 10058"/>
                <a:gd name="connsiteY125" fmla="*/ 146 h 10182"/>
                <a:gd name="connsiteX126" fmla="*/ 1959 w 10058"/>
                <a:gd name="connsiteY126" fmla="*/ 479 h 10182"/>
                <a:gd name="connsiteX127" fmla="*/ 1841 w 10058"/>
                <a:gd name="connsiteY127" fmla="*/ 607 h 10182"/>
                <a:gd name="connsiteX128" fmla="*/ 1739 w 10058"/>
                <a:gd name="connsiteY128" fmla="*/ 607 h 10182"/>
                <a:gd name="connsiteX129" fmla="*/ 1664 w 10058"/>
                <a:gd name="connsiteY129" fmla="*/ 538 h 10182"/>
                <a:gd name="connsiteX130" fmla="*/ 1499 w 10058"/>
                <a:gd name="connsiteY130" fmla="*/ 923 h 10182"/>
                <a:gd name="connsiteX131" fmla="*/ 1357 w 10058"/>
                <a:gd name="connsiteY131" fmla="*/ 993 h 10182"/>
                <a:gd name="connsiteX132" fmla="*/ 1302 w 10058"/>
                <a:gd name="connsiteY132" fmla="*/ 1181 h 10182"/>
                <a:gd name="connsiteX133" fmla="*/ 1156 w 10058"/>
                <a:gd name="connsiteY133" fmla="*/ 1331 h 10182"/>
                <a:gd name="connsiteX134" fmla="*/ 1137 w 10058"/>
                <a:gd name="connsiteY134" fmla="*/ 1433 h 10182"/>
                <a:gd name="connsiteX135" fmla="*/ 1074 w 10058"/>
                <a:gd name="connsiteY135" fmla="*/ 1700 h 10182"/>
                <a:gd name="connsiteX136" fmla="*/ 948 w 10058"/>
                <a:gd name="connsiteY136" fmla="*/ 1958 h 10182"/>
                <a:gd name="connsiteX137" fmla="*/ 865 w 10058"/>
                <a:gd name="connsiteY137" fmla="*/ 2118 h 10182"/>
                <a:gd name="connsiteX138" fmla="*/ 869 w 10058"/>
                <a:gd name="connsiteY138" fmla="*/ 2654 h 10182"/>
                <a:gd name="connsiteX139" fmla="*/ 846 w 10058"/>
                <a:gd name="connsiteY139" fmla="*/ 2912 h 10182"/>
                <a:gd name="connsiteX140" fmla="*/ 885 w 10058"/>
                <a:gd name="connsiteY140" fmla="*/ 3223 h 10182"/>
                <a:gd name="connsiteX141" fmla="*/ 791 w 10058"/>
                <a:gd name="connsiteY141" fmla="*/ 3421 h 10182"/>
                <a:gd name="connsiteX142" fmla="*/ 692 w 10058"/>
                <a:gd name="connsiteY142" fmla="*/ 3694 h 10182"/>
                <a:gd name="connsiteX143" fmla="*/ 669 w 10058"/>
                <a:gd name="connsiteY143" fmla="*/ 4198 h 10182"/>
                <a:gd name="connsiteX144" fmla="*/ 558 w 10058"/>
                <a:gd name="connsiteY144" fmla="*/ 4251 h 10182"/>
                <a:gd name="connsiteX145" fmla="*/ 606 w 10058"/>
                <a:gd name="connsiteY145" fmla="*/ 4482 h 10182"/>
                <a:gd name="connsiteX146" fmla="*/ 539 w 10058"/>
                <a:gd name="connsiteY146" fmla="*/ 4450 h 10182"/>
                <a:gd name="connsiteX147" fmla="*/ 632 w 10058"/>
                <a:gd name="connsiteY147" fmla="*/ 4728 h 10182"/>
                <a:gd name="connsiteX148" fmla="*/ 562 w 10058"/>
                <a:gd name="connsiteY148" fmla="*/ 4825 h 10182"/>
                <a:gd name="connsiteX149" fmla="*/ 539 w 10058"/>
                <a:gd name="connsiteY149" fmla="*/ 5087 h 10182"/>
                <a:gd name="connsiteX150" fmla="*/ 476 w 10058"/>
                <a:gd name="connsiteY150" fmla="*/ 5661 h 10182"/>
                <a:gd name="connsiteX151" fmla="*/ 460 w 10058"/>
                <a:gd name="connsiteY151" fmla="*/ 5789 h 10182"/>
                <a:gd name="connsiteX152" fmla="*/ 433 w 10058"/>
                <a:gd name="connsiteY152" fmla="*/ 6057 h 10182"/>
                <a:gd name="connsiteX153" fmla="*/ 533 w 10058"/>
                <a:gd name="connsiteY153" fmla="*/ 6504 h 10182"/>
                <a:gd name="connsiteX154" fmla="*/ 350 w 10058"/>
                <a:gd name="connsiteY154" fmla="*/ 6813 h 10182"/>
                <a:gd name="connsiteX155" fmla="*/ 318 w 10058"/>
                <a:gd name="connsiteY155" fmla="*/ 7070 h 10182"/>
                <a:gd name="connsiteX156" fmla="*/ 295 w 10058"/>
                <a:gd name="connsiteY156" fmla="*/ 7322 h 10182"/>
                <a:gd name="connsiteX157" fmla="*/ 271 w 10058"/>
                <a:gd name="connsiteY157" fmla="*/ 7520 h 10182"/>
                <a:gd name="connsiteX158" fmla="*/ 142 w 10058"/>
                <a:gd name="connsiteY158" fmla="*/ 7498 h 10182"/>
                <a:gd name="connsiteX159" fmla="*/ 220 w 10058"/>
                <a:gd name="connsiteY159" fmla="*/ 8024 h 10182"/>
                <a:gd name="connsiteX160" fmla="*/ 193 w 10058"/>
                <a:gd name="connsiteY160" fmla="*/ 8228 h 10182"/>
                <a:gd name="connsiteX161" fmla="*/ 5 w 10058"/>
                <a:gd name="connsiteY161" fmla="*/ 8506 h 10182"/>
                <a:gd name="connsiteX162" fmla="*/ 153 w 10058"/>
                <a:gd name="connsiteY162" fmla="*/ 8603 h 10182"/>
                <a:gd name="connsiteX163" fmla="*/ 141 w 10058"/>
                <a:gd name="connsiteY163" fmla="*/ 8737 h 10182"/>
                <a:gd name="connsiteX0" fmla="*/ 141 w 10058"/>
                <a:gd name="connsiteY0" fmla="*/ 8737 h 10191"/>
                <a:gd name="connsiteX1" fmla="*/ 217 w 10058"/>
                <a:gd name="connsiteY1" fmla="*/ 8878 h 10191"/>
                <a:gd name="connsiteX2" fmla="*/ 90 w 10058"/>
                <a:gd name="connsiteY2" fmla="*/ 9182 h 10191"/>
                <a:gd name="connsiteX3" fmla="*/ 67 w 10058"/>
                <a:gd name="connsiteY3" fmla="*/ 9375 h 10191"/>
                <a:gd name="connsiteX4" fmla="*/ 47 w 10058"/>
                <a:gd name="connsiteY4" fmla="*/ 9610 h 10191"/>
                <a:gd name="connsiteX5" fmla="*/ 228 w 10058"/>
                <a:gd name="connsiteY5" fmla="*/ 9819 h 10191"/>
                <a:gd name="connsiteX6" fmla="*/ 326 w 10058"/>
                <a:gd name="connsiteY6" fmla="*/ 9819 h 10191"/>
                <a:gd name="connsiteX7" fmla="*/ 492 w 10058"/>
                <a:gd name="connsiteY7" fmla="*/ 9819 h 10191"/>
                <a:gd name="connsiteX8" fmla="*/ 629 w 10058"/>
                <a:gd name="connsiteY8" fmla="*/ 9819 h 10191"/>
                <a:gd name="connsiteX9" fmla="*/ 633 w 10058"/>
                <a:gd name="connsiteY9" fmla="*/ 10002 h 10191"/>
                <a:gd name="connsiteX10" fmla="*/ 938 w 10058"/>
                <a:gd name="connsiteY10" fmla="*/ 9897 h 10191"/>
                <a:gd name="connsiteX11" fmla="*/ 1310 w 10058"/>
                <a:gd name="connsiteY11" fmla="*/ 10141 h 10191"/>
                <a:gd name="connsiteX12" fmla="*/ 1408 w 10058"/>
                <a:gd name="connsiteY12" fmla="*/ 10141 h 10191"/>
                <a:gd name="connsiteX13" fmla="*/ 1514 w 10058"/>
                <a:gd name="connsiteY13" fmla="*/ 10141 h 10191"/>
                <a:gd name="connsiteX14" fmla="*/ 1613 w 10058"/>
                <a:gd name="connsiteY14" fmla="*/ 10141 h 10191"/>
                <a:gd name="connsiteX15" fmla="*/ 1750 w 10058"/>
                <a:gd name="connsiteY15" fmla="*/ 10082 h 10191"/>
                <a:gd name="connsiteX16" fmla="*/ 1888 w 10058"/>
                <a:gd name="connsiteY16" fmla="*/ 9996 h 10191"/>
                <a:gd name="connsiteX17" fmla="*/ 2234 w 10058"/>
                <a:gd name="connsiteY17" fmla="*/ 10082 h 10191"/>
                <a:gd name="connsiteX18" fmla="*/ 2333 w 10058"/>
                <a:gd name="connsiteY18" fmla="*/ 10082 h 10191"/>
                <a:gd name="connsiteX19" fmla="*/ 2474 w 10058"/>
                <a:gd name="connsiteY19" fmla="*/ 10012 h 10191"/>
                <a:gd name="connsiteX20" fmla="*/ 2620 w 10058"/>
                <a:gd name="connsiteY20" fmla="*/ 9948 h 10191"/>
                <a:gd name="connsiteX21" fmla="*/ 2754 w 10058"/>
                <a:gd name="connsiteY21" fmla="*/ 9948 h 10191"/>
                <a:gd name="connsiteX22" fmla="*/ 2860 w 10058"/>
                <a:gd name="connsiteY22" fmla="*/ 9948 h 10191"/>
                <a:gd name="connsiteX23" fmla="*/ 2962 w 10058"/>
                <a:gd name="connsiteY23" fmla="*/ 9948 h 10191"/>
                <a:gd name="connsiteX24" fmla="*/ 3163 w 10058"/>
                <a:gd name="connsiteY24" fmla="*/ 9948 h 10191"/>
                <a:gd name="connsiteX25" fmla="*/ 3292 w 10058"/>
                <a:gd name="connsiteY25" fmla="*/ 10018 h 10191"/>
                <a:gd name="connsiteX26" fmla="*/ 3422 w 10058"/>
                <a:gd name="connsiteY26" fmla="*/ 10082 h 10191"/>
                <a:gd name="connsiteX27" fmla="*/ 3517 w 10058"/>
                <a:gd name="connsiteY27" fmla="*/ 10141 h 10191"/>
                <a:gd name="connsiteX28" fmla="*/ 3619 w 10058"/>
                <a:gd name="connsiteY28" fmla="*/ 10136 h 10191"/>
                <a:gd name="connsiteX29" fmla="*/ 3721 w 10058"/>
                <a:gd name="connsiteY29" fmla="*/ 10082 h 10191"/>
                <a:gd name="connsiteX30" fmla="*/ 3835 w 10058"/>
                <a:gd name="connsiteY30" fmla="*/ 10012 h 10191"/>
                <a:gd name="connsiteX31" fmla="*/ 3981 w 10058"/>
                <a:gd name="connsiteY31" fmla="*/ 9996 h 10191"/>
                <a:gd name="connsiteX32" fmla="*/ 4134 w 10058"/>
                <a:gd name="connsiteY32" fmla="*/ 10082 h 10191"/>
                <a:gd name="connsiteX33" fmla="*/ 4229 w 10058"/>
                <a:gd name="connsiteY33" fmla="*/ 10141 h 10191"/>
                <a:gd name="connsiteX34" fmla="*/ 4335 w 10058"/>
                <a:gd name="connsiteY34" fmla="*/ 10136 h 10191"/>
                <a:gd name="connsiteX35" fmla="*/ 4433 w 10058"/>
                <a:gd name="connsiteY35" fmla="*/ 10136 h 10191"/>
                <a:gd name="connsiteX36" fmla="*/ 4571 w 10058"/>
                <a:gd name="connsiteY36" fmla="*/ 10130 h 10191"/>
                <a:gd name="connsiteX37" fmla="*/ 4709 w 10058"/>
                <a:gd name="connsiteY37" fmla="*/ 10077 h 10191"/>
                <a:gd name="connsiteX38" fmla="*/ 4854 w 10058"/>
                <a:gd name="connsiteY38" fmla="*/ 10018 h 10191"/>
                <a:gd name="connsiteX39" fmla="*/ 5063 w 10058"/>
                <a:gd name="connsiteY39" fmla="*/ 9948 h 10191"/>
                <a:gd name="connsiteX40" fmla="*/ 5169 w 10058"/>
                <a:gd name="connsiteY40" fmla="*/ 9948 h 10191"/>
                <a:gd name="connsiteX41" fmla="*/ 5440 w 10058"/>
                <a:gd name="connsiteY41" fmla="*/ 9948 h 10191"/>
                <a:gd name="connsiteX42" fmla="*/ 5586 w 10058"/>
                <a:gd name="connsiteY42" fmla="*/ 9884 h 10191"/>
                <a:gd name="connsiteX43" fmla="*/ 5692 w 10058"/>
                <a:gd name="connsiteY43" fmla="*/ 9819 h 10191"/>
                <a:gd name="connsiteX44" fmla="*/ 5826 w 10058"/>
                <a:gd name="connsiteY44" fmla="*/ 9814 h 10191"/>
                <a:gd name="connsiteX45" fmla="*/ 5905 w 10058"/>
                <a:gd name="connsiteY45" fmla="*/ 9600 h 10191"/>
                <a:gd name="connsiteX46" fmla="*/ 6119 w 10058"/>
                <a:gd name="connsiteY46" fmla="*/ 9782 h 10191"/>
                <a:gd name="connsiteX47" fmla="*/ 6487 w 10058"/>
                <a:gd name="connsiteY47" fmla="*/ 9691 h 10191"/>
                <a:gd name="connsiteX48" fmla="*/ 6589 w 10058"/>
                <a:gd name="connsiteY48" fmla="*/ 9691 h 10191"/>
                <a:gd name="connsiteX49" fmla="*/ 6691 w 10058"/>
                <a:gd name="connsiteY49" fmla="*/ 9627 h 10191"/>
                <a:gd name="connsiteX50" fmla="*/ 6798 w 10058"/>
                <a:gd name="connsiteY50" fmla="*/ 9627 h 10191"/>
                <a:gd name="connsiteX51" fmla="*/ 6935 w 10058"/>
                <a:gd name="connsiteY51" fmla="*/ 9627 h 10191"/>
                <a:gd name="connsiteX52" fmla="*/ 7069 w 10058"/>
                <a:gd name="connsiteY52" fmla="*/ 9627 h 10191"/>
                <a:gd name="connsiteX53" fmla="*/ 7313 w 10058"/>
                <a:gd name="connsiteY53" fmla="*/ 9630 h 10191"/>
                <a:gd name="connsiteX54" fmla="*/ 7584 w 10058"/>
                <a:gd name="connsiteY54" fmla="*/ 9557 h 10191"/>
                <a:gd name="connsiteX55" fmla="*/ 7714 w 10058"/>
                <a:gd name="connsiteY55" fmla="*/ 9627 h 10191"/>
                <a:gd name="connsiteX56" fmla="*/ 7852 w 10058"/>
                <a:gd name="connsiteY56" fmla="*/ 9627 h 10191"/>
                <a:gd name="connsiteX57" fmla="*/ 8017 w 10058"/>
                <a:gd name="connsiteY57" fmla="*/ 9627 h 10191"/>
                <a:gd name="connsiteX58" fmla="*/ 8131 w 10058"/>
                <a:gd name="connsiteY58" fmla="*/ 9562 h 10191"/>
                <a:gd name="connsiteX59" fmla="*/ 8206 w 10058"/>
                <a:gd name="connsiteY59" fmla="*/ 9600 h 10191"/>
                <a:gd name="connsiteX60" fmla="*/ 8513 w 10058"/>
                <a:gd name="connsiteY60" fmla="*/ 9622 h 10191"/>
                <a:gd name="connsiteX61" fmla="*/ 8662 w 10058"/>
                <a:gd name="connsiteY61" fmla="*/ 9375 h 10191"/>
                <a:gd name="connsiteX62" fmla="*/ 8779 w 10058"/>
                <a:gd name="connsiteY62" fmla="*/ 9454 h 10191"/>
                <a:gd name="connsiteX63" fmla="*/ 9026 w 10058"/>
                <a:gd name="connsiteY63" fmla="*/ 9391 h 10191"/>
                <a:gd name="connsiteX64" fmla="*/ 9188 w 10058"/>
                <a:gd name="connsiteY64" fmla="*/ 9437 h 10191"/>
                <a:gd name="connsiteX65" fmla="*/ 9543 w 10058"/>
                <a:gd name="connsiteY65" fmla="*/ 9280 h 10191"/>
                <a:gd name="connsiteX66" fmla="*/ 9677 w 10058"/>
                <a:gd name="connsiteY66" fmla="*/ 8506 h 10191"/>
                <a:gd name="connsiteX67" fmla="*/ 9677 w 10058"/>
                <a:gd name="connsiteY67" fmla="*/ 7515 h 10191"/>
                <a:gd name="connsiteX68" fmla="*/ 9717 w 10058"/>
                <a:gd name="connsiteY68" fmla="*/ 7236 h 10191"/>
                <a:gd name="connsiteX69" fmla="*/ 9756 w 10058"/>
                <a:gd name="connsiteY69" fmla="*/ 6749 h 10191"/>
                <a:gd name="connsiteX70" fmla="*/ 9787 w 10058"/>
                <a:gd name="connsiteY70" fmla="*/ 6486 h 10191"/>
                <a:gd name="connsiteX71" fmla="*/ 9944 w 10058"/>
                <a:gd name="connsiteY71" fmla="*/ 6052 h 10191"/>
                <a:gd name="connsiteX72" fmla="*/ 9898 w 10058"/>
                <a:gd name="connsiteY72" fmla="*/ 5463 h 10191"/>
                <a:gd name="connsiteX73" fmla="*/ 10022 w 10058"/>
                <a:gd name="connsiteY73" fmla="*/ 4988 h 10191"/>
                <a:gd name="connsiteX74" fmla="*/ 9988 w 10058"/>
                <a:gd name="connsiteY74" fmla="*/ 4632 h 10191"/>
                <a:gd name="connsiteX75" fmla="*/ 10023 w 10058"/>
                <a:gd name="connsiteY75" fmla="*/ 4316 h 10191"/>
                <a:gd name="connsiteX76" fmla="*/ 10043 w 10058"/>
                <a:gd name="connsiteY76" fmla="*/ 4123 h 10191"/>
                <a:gd name="connsiteX77" fmla="*/ 10000 w 10058"/>
                <a:gd name="connsiteY77" fmla="*/ 3924 h 10191"/>
                <a:gd name="connsiteX78" fmla="*/ 9984 w 10058"/>
                <a:gd name="connsiteY78" fmla="*/ 3742 h 10191"/>
                <a:gd name="connsiteX79" fmla="*/ 10016 w 10058"/>
                <a:gd name="connsiteY79" fmla="*/ 3485 h 10191"/>
                <a:gd name="connsiteX80" fmla="*/ 10047 w 10058"/>
                <a:gd name="connsiteY80" fmla="*/ 3164 h 10191"/>
                <a:gd name="connsiteX81" fmla="*/ 9953 w 10058"/>
                <a:gd name="connsiteY81" fmla="*/ 2713 h 10191"/>
                <a:gd name="connsiteX82" fmla="*/ 9739 w 10058"/>
                <a:gd name="connsiteY82" fmla="*/ 2307 h 10191"/>
                <a:gd name="connsiteX83" fmla="*/ 9660 w 10058"/>
                <a:gd name="connsiteY83" fmla="*/ 1864 h 10191"/>
                <a:gd name="connsiteX84" fmla="*/ 9546 w 10058"/>
                <a:gd name="connsiteY84" fmla="*/ 1795 h 10191"/>
                <a:gd name="connsiteX85" fmla="*/ 9401 w 10058"/>
                <a:gd name="connsiteY85" fmla="*/ 1365 h 10191"/>
                <a:gd name="connsiteX86" fmla="*/ 9147 w 10058"/>
                <a:gd name="connsiteY86" fmla="*/ 1360 h 10191"/>
                <a:gd name="connsiteX87" fmla="*/ 8998 w 10058"/>
                <a:gd name="connsiteY87" fmla="*/ 1291 h 10191"/>
                <a:gd name="connsiteX88" fmla="*/ 8796 w 10058"/>
                <a:gd name="connsiteY88" fmla="*/ 1245 h 10191"/>
                <a:gd name="connsiteX89" fmla="*/ 8662 w 10058"/>
                <a:gd name="connsiteY89" fmla="*/ 1245 h 10191"/>
                <a:gd name="connsiteX90" fmla="*/ 8532 w 10058"/>
                <a:gd name="connsiteY90" fmla="*/ 1175 h 10191"/>
                <a:gd name="connsiteX91" fmla="*/ 8403 w 10058"/>
                <a:gd name="connsiteY91" fmla="*/ 1175 h 10191"/>
                <a:gd name="connsiteX92" fmla="*/ 8237 w 10058"/>
                <a:gd name="connsiteY92" fmla="*/ 1111 h 10191"/>
                <a:gd name="connsiteX93" fmla="*/ 8104 w 10058"/>
                <a:gd name="connsiteY93" fmla="*/ 929 h 10191"/>
                <a:gd name="connsiteX94" fmla="*/ 7663 w 10058"/>
                <a:gd name="connsiteY94" fmla="*/ 736 h 10191"/>
                <a:gd name="connsiteX95" fmla="*/ 7529 w 10058"/>
                <a:gd name="connsiteY95" fmla="*/ 730 h 10191"/>
                <a:gd name="connsiteX96" fmla="*/ 7474 w 10058"/>
                <a:gd name="connsiteY96" fmla="*/ 929 h 10191"/>
                <a:gd name="connsiteX97" fmla="*/ 7392 w 10058"/>
                <a:gd name="connsiteY97" fmla="*/ 736 h 10191"/>
                <a:gd name="connsiteX98" fmla="*/ 7191 w 10058"/>
                <a:gd name="connsiteY98" fmla="*/ 736 h 10191"/>
                <a:gd name="connsiteX99" fmla="*/ 7089 w 10058"/>
                <a:gd name="connsiteY99" fmla="*/ 730 h 10191"/>
                <a:gd name="connsiteX100" fmla="*/ 7057 w 10058"/>
                <a:gd name="connsiteY100" fmla="*/ 934 h 10191"/>
                <a:gd name="connsiteX101" fmla="*/ 6896 w 10058"/>
                <a:gd name="connsiteY101" fmla="*/ 607 h 10191"/>
                <a:gd name="connsiteX102" fmla="*/ 6762 w 10058"/>
                <a:gd name="connsiteY102" fmla="*/ 602 h 10191"/>
                <a:gd name="connsiteX103" fmla="*/ 6680 w 10058"/>
                <a:gd name="connsiteY103" fmla="*/ 538 h 10191"/>
                <a:gd name="connsiteX104" fmla="*/ 6282 w 10058"/>
                <a:gd name="connsiteY104" fmla="*/ 350 h 10191"/>
                <a:gd name="connsiteX105" fmla="*/ 6152 w 10058"/>
                <a:gd name="connsiteY105" fmla="*/ 280 h 10191"/>
                <a:gd name="connsiteX106" fmla="*/ 6097 w 10058"/>
                <a:gd name="connsiteY106" fmla="*/ 146 h 10191"/>
                <a:gd name="connsiteX107" fmla="*/ 5759 w 10058"/>
                <a:gd name="connsiteY107" fmla="*/ 162 h 10191"/>
                <a:gd name="connsiteX108" fmla="*/ 5558 w 10058"/>
                <a:gd name="connsiteY108" fmla="*/ 157 h 10191"/>
                <a:gd name="connsiteX109" fmla="*/ 5468 w 10058"/>
                <a:gd name="connsiteY109" fmla="*/ 146 h 10191"/>
                <a:gd name="connsiteX110" fmla="*/ 5248 w 10058"/>
                <a:gd name="connsiteY110" fmla="*/ 157 h 10191"/>
                <a:gd name="connsiteX111" fmla="*/ 5149 w 10058"/>
                <a:gd name="connsiteY111" fmla="*/ 162 h 10191"/>
                <a:gd name="connsiteX112" fmla="*/ 5055 w 10058"/>
                <a:gd name="connsiteY112" fmla="*/ 141 h 10191"/>
                <a:gd name="connsiteX113" fmla="*/ 4976 w 10058"/>
                <a:gd name="connsiteY113" fmla="*/ 162 h 10191"/>
                <a:gd name="connsiteX114" fmla="*/ 4612 w 10058"/>
                <a:gd name="connsiteY114" fmla="*/ 268 h 10191"/>
                <a:gd name="connsiteX115" fmla="*/ 4281 w 10058"/>
                <a:gd name="connsiteY115" fmla="*/ 345 h 10191"/>
                <a:gd name="connsiteX116" fmla="*/ 3922 w 10058"/>
                <a:gd name="connsiteY116" fmla="*/ 162 h 10191"/>
                <a:gd name="connsiteX117" fmla="*/ 3796 w 10058"/>
                <a:gd name="connsiteY117" fmla="*/ 146 h 10191"/>
                <a:gd name="connsiteX118" fmla="*/ 3588 w 10058"/>
                <a:gd name="connsiteY118" fmla="*/ 162 h 10191"/>
                <a:gd name="connsiteX119" fmla="*/ 3450 w 10058"/>
                <a:gd name="connsiteY119" fmla="*/ 162 h 10191"/>
                <a:gd name="connsiteX120" fmla="*/ 3379 w 10058"/>
                <a:gd name="connsiteY120" fmla="*/ 141 h 10191"/>
                <a:gd name="connsiteX121" fmla="*/ 3115 w 10058"/>
                <a:gd name="connsiteY121" fmla="*/ 162 h 10191"/>
                <a:gd name="connsiteX122" fmla="*/ 2978 w 10058"/>
                <a:gd name="connsiteY122" fmla="*/ 157 h 10191"/>
                <a:gd name="connsiteX123" fmla="*/ 2872 w 10058"/>
                <a:gd name="connsiteY123" fmla="*/ 162 h 10191"/>
                <a:gd name="connsiteX124" fmla="*/ 2754 w 10058"/>
                <a:gd name="connsiteY124" fmla="*/ 146 h 10191"/>
                <a:gd name="connsiteX125" fmla="*/ 2337 w 10058"/>
                <a:gd name="connsiteY125" fmla="*/ 146 h 10191"/>
                <a:gd name="connsiteX126" fmla="*/ 1959 w 10058"/>
                <a:gd name="connsiteY126" fmla="*/ 479 h 10191"/>
                <a:gd name="connsiteX127" fmla="*/ 1841 w 10058"/>
                <a:gd name="connsiteY127" fmla="*/ 607 h 10191"/>
                <a:gd name="connsiteX128" fmla="*/ 1739 w 10058"/>
                <a:gd name="connsiteY128" fmla="*/ 607 h 10191"/>
                <a:gd name="connsiteX129" fmla="*/ 1664 w 10058"/>
                <a:gd name="connsiteY129" fmla="*/ 538 h 10191"/>
                <a:gd name="connsiteX130" fmla="*/ 1499 w 10058"/>
                <a:gd name="connsiteY130" fmla="*/ 923 h 10191"/>
                <a:gd name="connsiteX131" fmla="*/ 1357 w 10058"/>
                <a:gd name="connsiteY131" fmla="*/ 993 h 10191"/>
                <a:gd name="connsiteX132" fmla="*/ 1302 w 10058"/>
                <a:gd name="connsiteY132" fmla="*/ 1181 h 10191"/>
                <a:gd name="connsiteX133" fmla="*/ 1156 w 10058"/>
                <a:gd name="connsiteY133" fmla="*/ 1331 h 10191"/>
                <a:gd name="connsiteX134" fmla="*/ 1137 w 10058"/>
                <a:gd name="connsiteY134" fmla="*/ 1433 h 10191"/>
                <a:gd name="connsiteX135" fmla="*/ 1074 w 10058"/>
                <a:gd name="connsiteY135" fmla="*/ 1700 h 10191"/>
                <a:gd name="connsiteX136" fmla="*/ 948 w 10058"/>
                <a:gd name="connsiteY136" fmla="*/ 1958 h 10191"/>
                <a:gd name="connsiteX137" fmla="*/ 865 w 10058"/>
                <a:gd name="connsiteY137" fmla="*/ 2118 h 10191"/>
                <a:gd name="connsiteX138" fmla="*/ 869 w 10058"/>
                <a:gd name="connsiteY138" fmla="*/ 2654 h 10191"/>
                <a:gd name="connsiteX139" fmla="*/ 846 w 10058"/>
                <a:gd name="connsiteY139" fmla="*/ 2912 h 10191"/>
                <a:gd name="connsiteX140" fmla="*/ 885 w 10058"/>
                <a:gd name="connsiteY140" fmla="*/ 3223 h 10191"/>
                <a:gd name="connsiteX141" fmla="*/ 791 w 10058"/>
                <a:gd name="connsiteY141" fmla="*/ 3421 h 10191"/>
                <a:gd name="connsiteX142" fmla="*/ 692 w 10058"/>
                <a:gd name="connsiteY142" fmla="*/ 3694 h 10191"/>
                <a:gd name="connsiteX143" fmla="*/ 669 w 10058"/>
                <a:gd name="connsiteY143" fmla="*/ 4198 h 10191"/>
                <a:gd name="connsiteX144" fmla="*/ 558 w 10058"/>
                <a:gd name="connsiteY144" fmla="*/ 4251 h 10191"/>
                <a:gd name="connsiteX145" fmla="*/ 606 w 10058"/>
                <a:gd name="connsiteY145" fmla="*/ 4482 h 10191"/>
                <a:gd name="connsiteX146" fmla="*/ 539 w 10058"/>
                <a:gd name="connsiteY146" fmla="*/ 4450 h 10191"/>
                <a:gd name="connsiteX147" fmla="*/ 632 w 10058"/>
                <a:gd name="connsiteY147" fmla="*/ 4728 h 10191"/>
                <a:gd name="connsiteX148" fmla="*/ 562 w 10058"/>
                <a:gd name="connsiteY148" fmla="*/ 4825 h 10191"/>
                <a:gd name="connsiteX149" fmla="*/ 539 w 10058"/>
                <a:gd name="connsiteY149" fmla="*/ 5087 h 10191"/>
                <a:gd name="connsiteX150" fmla="*/ 476 w 10058"/>
                <a:gd name="connsiteY150" fmla="*/ 5661 h 10191"/>
                <a:gd name="connsiteX151" fmla="*/ 460 w 10058"/>
                <a:gd name="connsiteY151" fmla="*/ 5789 h 10191"/>
                <a:gd name="connsiteX152" fmla="*/ 433 w 10058"/>
                <a:gd name="connsiteY152" fmla="*/ 6057 h 10191"/>
                <a:gd name="connsiteX153" fmla="*/ 533 w 10058"/>
                <a:gd name="connsiteY153" fmla="*/ 6504 h 10191"/>
                <a:gd name="connsiteX154" fmla="*/ 350 w 10058"/>
                <a:gd name="connsiteY154" fmla="*/ 6813 h 10191"/>
                <a:gd name="connsiteX155" fmla="*/ 318 w 10058"/>
                <a:gd name="connsiteY155" fmla="*/ 7070 h 10191"/>
                <a:gd name="connsiteX156" fmla="*/ 295 w 10058"/>
                <a:gd name="connsiteY156" fmla="*/ 7322 h 10191"/>
                <a:gd name="connsiteX157" fmla="*/ 271 w 10058"/>
                <a:gd name="connsiteY157" fmla="*/ 7520 h 10191"/>
                <a:gd name="connsiteX158" fmla="*/ 142 w 10058"/>
                <a:gd name="connsiteY158" fmla="*/ 7498 h 10191"/>
                <a:gd name="connsiteX159" fmla="*/ 220 w 10058"/>
                <a:gd name="connsiteY159" fmla="*/ 8024 h 10191"/>
                <a:gd name="connsiteX160" fmla="*/ 193 w 10058"/>
                <a:gd name="connsiteY160" fmla="*/ 8228 h 10191"/>
                <a:gd name="connsiteX161" fmla="*/ 5 w 10058"/>
                <a:gd name="connsiteY161" fmla="*/ 8506 h 10191"/>
                <a:gd name="connsiteX162" fmla="*/ 153 w 10058"/>
                <a:gd name="connsiteY162" fmla="*/ 8603 h 10191"/>
                <a:gd name="connsiteX163" fmla="*/ 141 w 10058"/>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86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95 w 10011"/>
                <a:gd name="connsiteY158" fmla="*/ 7498 h 10191"/>
                <a:gd name="connsiteX159" fmla="*/ 173 w 10011"/>
                <a:gd name="connsiteY159" fmla="*/ 8024 h 10191"/>
                <a:gd name="connsiteX160" fmla="*/ 146 w 10011"/>
                <a:gd name="connsiteY160" fmla="*/ 8228 h 10191"/>
                <a:gd name="connsiteX161" fmla="*/ 100 w 10011"/>
                <a:gd name="connsiteY161" fmla="*/ 8506 h 10191"/>
                <a:gd name="connsiteX162" fmla="*/ 106 w 10011"/>
                <a:gd name="connsiteY162" fmla="*/ 8603 h 10191"/>
                <a:gd name="connsiteX163" fmla="*/ 94 w 10011"/>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95 w 10011"/>
                <a:gd name="connsiteY158" fmla="*/ 7498 h 10191"/>
                <a:gd name="connsiteX159" fmla="*/ 173 w 10011"/>
                <a:gd name="connsiteY159" fmla="*/ 8024 h 10191"/>
                <a:gd name="connsiteX160" fmla="*/ 146 w 10011"/>
                <a:gd name="connsiteY160" fmla="*/ 8228 h 10191"/>
                <a:gd name="connsiteX161" fmla="*/ 100 w 10011"/>
                <a:gd name="connsiteY161" fmla="*/ 8506 h 10191"/>
                <a:gd name="connsiteX162" fmla="*/ 106 w 10011"/>
                <a:gd name="connsiteY162" fmla="*/ 8603 h 10191"/>
                <a:gd name="connsiteX163" fmla="*/ 94 w 10011"/>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556 w 10011"/>
                <a:gd name="connsiteY157" fmla="*/ 7611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100 w 10011"/>
                <a:gd name="connsiteY160" fmla="*/ 8506 h 10191"/>
                <a:gd name="connsiteX161" fmla="*/ 428 w 10011"/>
                <a:gd name="connsiteY161" fmla="*/ 8725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428 w 10011"/>
                <a:gd name="connsiteY160" fmla="*/ 8725 h 10191"/>
                <a:gd name="connsiteX161" fmla="*/ 94 w 10011"/>
                <a:gd name="connsiteY161" fmla="*/ 8737 h 10191"/>
                <a:gd name="connsiteX0" fmla="*/ 428 w 10011"/>
                <a:gd name="connsiteY0" fmla="*/ 8725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428 w 10011"/>
                <a:gd name="connsiteY160" fmla="*/ 8725 h 10191"/>
                <a:gd name="connsiteX0" fmla="*/ 428 w 10011"/>
                <a:gd name="connsiteY0" fmla="*/ 8725 h 10191"/>
                <a:gd name="connsiteX1" fmla="*/ 43 w 10011"/>
                <a:gd name="connsiteY1" fmla="*/ 9182 h 10191"/>
                <a:gd name="connsiteX2" fmla="*/ 20 w 10011"/>
                <a:gd name="connsiteY2" fmla="*/ 9375 h 10191"/>
                <a:gd name="connsiteX3" fmla="*/ 0 w 10011"/>
                <a:gd name="connsiteY3" fmla="*/ 9610 h 10191"/>
                <a:gd name="connsiteX4" fmla="*/ 181 w 10011"/>
                <a:gd name="connsiteY4" fmla="*/ 9819 h 10191"/>
                <a:gd name="connsiteX5" fmla="*/ 279 w 10011"/>
                <a:gd name="connsiteY5" fmla="*/ 9819 h 10191"/>
                <a:gd name="connsiteX6" fmla="*/ 445 w 10011"/>
                <a:gd name="connsiteY6" fmla="*/ 9819 h 10191"/>
                <a:gd name="connsiteX7" fmla="*/ 582 w 10011"/>
                <a:gd name="connsiteY7" fmla="*/ 9819 h 10191"/>
                <a:gd name="connsiteX8" fmla="*/ 586 w 10011"/>
                <a:gd name="connsiteY8" fmla="*/ 10002 h 10191"/>
                <a:gd name="connsiteX9" fmla="*/ 891 w 10011"/>
                <a:gd name="connsiteY9" fmla="*/ 9897 h 10191"/>
                <a:gd name="connsiteX10" fmla="*/ 1263 w 10011"/>
                <a:gd name="connsiteY10" fmla="*/ 10141 h 10191"/>
                <a:gd name="connsiteX11" fmla="*/ 1361 w 10011"/>
                <a:gd name="connsiteY11" fmla="*/ 10141 h 10191"/>
                <a:gd name="connsiteX12" fmla="*/ 1467 w 10011"/>
                <a:gd name="connsiteY12" fmla="*/ 10141 h 10191"/>
                <a:gd name="connsiteX13" fmla="*/ 1566 w 10011"/>
                <a:gd name="connsiteY13" fmla="*/ 10141 h 10191"/>
                <a:gd name="connsiteX14" fmla="*/ 1703 w 10011"/>
                <a:gd name="connsiteY14" fmla="*/ 10082 h 10191"/>
                <a:gd name="connsiteX15" fmla="*/ 1841 w 10011"/>
                <a:gd name="connsiteY15" fmla="*/ 9996 h 10191"/>
                <a:gd name="connsiteX16" fmla="*/ 2187 w 10011"/>
                <a:gd name="connsiteY16" fmla="*/ 10082 h 10191"/>
                <a:gd name="connsiteX17" fmla="*/ 2286 w 10011"/>
                <a:gd name="connsiteY17" fmla="*/ 10082 h 10191"/>
                <a:gd name="connsiteX18" fmla="*/ 2427 w 10011"/>
                <a:gd name="connsiteY18" fmla="*/ 10012 h 10191"/>
                <a:gd name="connsiteX19" fmla="*/ 2573 w 10011"/>
                <a:gd name="connsiteY19" fmla="*/ 9948 h 10191"/>
                <a:gd name="connsiteX20" fmla="*/ 2707 w 10011"/>
                <a:gd name="connsiteY20" fmla="*/ 9948 h 10191"/>
                <a:gd name="connsiteX21" fmla="*/ 2813 w 10011"/>
                <a:gd name="connsiteY21" fmla="*/ 9948 h 10191"/>
                <a:gd name="connsiteX22" fmla="*/ 2915 w 10011"/>
                <a:gd name="connsiteY22" fmla="*/ 9948 h 10191"/>
                <a:gd name="connsiteX23" fmla="*/ 3116 w 10011"/>
                <a:gd name="connsiteY23" fmla="*/ 9948 h 10191"/>
                <a:gd name="connsiteX24" fmla="*/ 3245 w 10011"/>
                <a:gd name="connsiteY24" fmla="*/ 10018 h 10191"/>
                <a:gd name="connsiteX25" fmla="*/ 3375 w 10011"/>
                <a:gd name="connsiteY25" fmla="*/ 10082 h 10191"/>
                <a:gd name="connsiteX26" fmla="*/ 3470 w 10011"/>
                <a:gd name="connsiteY26" fmla="*/ 10141 h 10191"/>
                <a:gd name="connsiteX27" fmla="*/ 3572 w 10011"/>
                <a:gd name="connsiteY27" fmla="*/ 10136 h 10191"/>
                <a:gd name="connsiteX28" fmla="*/ 3674 w 10011"/>
                <a:gd name="connsiteY28" fmla="*/ 10082 h 10191"/>
                <a:gd name="connsiteX29" fmla="*/ 3788 w 10011"/>
                <a:gd name="connsiteY29" fmla="*/ 10012 h 10191"/>
                <a:gd name="connsiteX30" fmla="*/ 3934 w 10011"/>
                <a:gd name="connsiteY30" fmla="*/ 9996 h 10191"/>
                <a:gd name="connsiteX31" fmla="*/ 4087 w 10011"/>
                <a:gd name="connsiteY31" fmla="*/ 10082 h 10191"/>
                <a:gd name="connsiteX32" fmla="*/ 4182 w 10011"/>
                <a:gd name="connsiteY32" fmla="*/ 10141 h 10191"/>
                <a:gd name="connsiteX33" fmla="*/ 4288 w 10011"/>
                <a:gd name="connsiteY33" fmla="*/ 10136 h 10191"/>
                <a:gd name="connsiteX34" fmla="*/ 4386 w 10011"/>
                <a:gd name="connsiteY34" fmla="*/ 10136 h 10191"/>
                <a:gd name="connsiteX35" fmla="*/ 4524 w 10011"/>
                <a:gd name="connsiteY35" fmla="*/ 10130 h 10191"/>
                <a:gd name="connsiteX36" fmla="*/ 4662 w 10011"/>
                <a:gd name="connsiteY36" fmla="*/ 10077 h 10191"/>
                <a:gd name="connsiteX37" fmla="*/ 4807 w 10011"/>
                <a:gd name="connsiteY37" fmla="*/ 10018 h 10191"/>
                <a:gd name="connsiteX38" fmla="*/ 5016 w 10011"/>
                <a:gd name="connsiteY38" fmla="*/ 9948 h 10191"/>
                <a:gd name="connsiteX39" fmla="*/ 5122 w 10011"/>
                <a:gd name="connsiteY39" fmla="*/ 9948 h 10191"/>
                <a:gd name="connsiteX40" fmla="*/ 5393 w 10011"/>
                <a:gd name="connsiteY40" fmla="*/ 9948 h 10191"/>
                <a:gd name="connsiteX41" fmla="*/ 5539 w 10011"/>
                <a:gd name="connsiteY41" fmla="*/ 9884 h 10191"/>
                <a:gd name="connsiteX42" fmla="*/ 5645 w 10011"/>
                <a:gd name="connsiteY42" fmla="*/ 9819 h 10191"/>
                <a:gd name="connsiteX43" fmla="*/ 5779 w 10011"/>
                <a:gd name="connsiteY43" fmla="*/ 9814 h 10191"/>
                <a:gd name="connsiteX44" fmla="*/ 5858 w 10011"/>
                <a:gd name="connsiteY44" fmla="*/ 9600 h 10191"/>
                <a:gd name="connsiteX45" fmla="*/ 6072 w 10011"/>
                <a:gd name="connsiteY45" fmla="*/ 9782 h 10191"/>
                <a:gd name="connsiteX46" fmla="*/ 6440 w 10011"/>
                <a:gd name="connsiteY46" fmla="*/ 9691 h 10191"/>
                <a:gd name="connsiteX47" fmla="*/ 6542 w 10011"/>
                <a:gd name="connsiteY47" fmla="*/ 9691 h 10191"/>
                <a:gd name="connsiteX48" fmla="*/ 6644 w 10011"/>
                <a:gd name="connsiteY48" fmla="*/ 9627 h 10191"/>
                <a:gd name="connsiteX49" fmla="*/ 6751 w 10011"/>
                <a:gd name="connsiteY49" fmla="*/ 9627 h 10191"/>
                <a:gd name="connsiteX50" fmla="*/ 6888 w 10011"/>
                <a:gd name="connsiteY50" fmla="*/ 9627 h 10191"/>
                <a:gd name="connsiteX51" fmla="*/ 7022 w 10011"/>
                <a:gd name="connsiteY51" fmla="*/ 9627 h 10191"/>
                <a:gd name="connsiteX52" fmla="*/ 7266 w 10011"/>
                <a:gd name="connsiteY52" fmla="*/ 9630 h 10191"/>
                <a:gd name="connsiteX53" fmla="*/ 7537 w 10011"/>
                <a:gd name="connsiteY53" fmla="*/ 9557 h 10191"/>
                <a:gd name="connsiteX54" fmla="*/ 7667 w 10011"/>
                <a:gd name="connsiteY54" fmla="*/ 9627 h 10191"/>
                <a:gd name="connsiteX55" fmla="*/ 7805 w 10011"/>
                <a:gd name="connsiteY55" fmla="*/ 9627 h 10191"/>
                <a:gd name="connsiteX56" fmla="*/ 7970 w 10011"/>
                <a:gd name="connsiteY56" fmla="*/ 9627 h 10191"/>
                <a:gd name="connsiteX57" fmla="*/ 8084 w 10011"/>
                <a:gd name="connsiteY57" fmla="*/ 9562 h 10191"/>
                <a:gd name="connsiteX58" fmla="*/ 8159 w 10011"/>
                <a:gd name="connsiteY58" fmla="*/ 9600 h 10191"/>
                <a:gd name="connsiteX59" fmla="*/ 8466 w 10011"/>
                <a:gd name="connsiteY59" fmla="*/ 9622 h 10191"/>
                <a:gd name="connsiteX60" fmla="*/ 8615 w 10011"/>
                <a:gd name="connsiteY60" fmla="*/ 9375 h 10191"/>
                <a:gd name="connsiteX61" fmla="*/ 8732 w 10011"/>
                <a:gd name="connsiteY61" fmla="*/ 9454 h 10191"/>
                <a:gd name="connsiteX62" fmla="*/ 8979 w 10011"/>
                <a:gd name="connsiteY62" fmla="*/ 9391 h 10191"/>
                <a:gd name="connsiteX63" fmla="*/ 9141 w 10011"/>
                <a:gd name="connsiteY63" fmla="*/ 9437 h 10191"/>
                <a:gd name="connsiteX64" fmla="*/ 9496 w 10011"/>
                <a:gd name="connsiteY64" fmla="*/ 9280 h 10191"/>
                <a:gd name="connsiteX65" fmla="*/ 9630 w 10011"/>
                <a:gd name="connsiteY65" fmla="*/ 8506 h 10191"/>
                <a:gd name="connsiteX66" fmla="*/ 9630 w 10011"/>
                <a:gd name="connsiteY66" fmla="*/ 7515 h 10191"/>
                <a:gd name="connsiteX67" fmla="*/ 9670 w 10011"/>
                <a:gd name="connsiteY67" fmla="*/ 7236 h 10191"/>
                <a:gd name="connsiteX68" fmla="*/ 9709 w 10011"/>
                <a:gd name="connsiteY68" fmla="*/ 6749 h 10191"/>
                <a:gd name="connsiteX69" fmla="*/ 9740 w 10011"/>
                <a:gd name="connsiteY69" fmla="*/ 6486 h 10191"/>
                <a:gd name="connsiteX70" fmla="*/ 9897 w 10011"/>
                <a:gd name="connsiteY70" fmla="*/ 6052 h 10191"/>
                <a:gd name="connsiteX71" fmla="*/ 9851 w 10011"/>
                <a:gd name="connsiteY71" fmla="*/ 5463 h 10191"/>
                <a:gd name="connsiteX72" fmla="*/ 9975 w 10011"/>
                <a:gd name="connsiteY72" fmla="*/ 4988 h 10191"/>
                <a:gd name="connsiteX73" fmla="*/ 9941 w 10011"/>
                <a:gd name="connsiteY73" fmla="*/ 4632 h 10191"/>
                <a:gd name="connsiteX74" fmla="*/ 9976 w 10011"/>
                <a:gd name="connsiteY74" fmla="*/ 4316 h 10191"/>
                <a:gd name="connsiteX75" fmla="*/ 9996 w 10011"/>
                <a:gd name="connsiteY75" fmla="*/ 4123 h 10191"/>
                <a:gd name="connsiteX76" fmla="*/ 9953 w 10011"/>
                <a:gd name="connsiteY76" fmla="*/ 3924 h 10191"/>
                <a:gd name="connsiteX77" fmla="*/ 9937 w 10011"/>
                <a:gd name="connsiteY77" fmla="*/ 3742 h 10191"/>
                <a:gd name="connsiteX78" fmla="*/ 9969 w 10011"/>
                <a:gd name="connsiteY78" fmla="*/ 3485 h 10191"/>
                <a:gd name="connsiteX79" fmla="*/ 10000 w 10011"/>
                <a:gd name="connsiteY79" fmla="*/ 3164 h 10191"/>
                <a:gd name="connsiteX80" fmla="*/ 9906 w 10011"/>
                <a:gd name="connsiteY80" fmla="*/ 2713 h 10191"/>
                <a:gd name="connsiteX81" fmla="*/ 9692 w 10011"/>
                <a:gd name="connsiteY81" fmla="*/ 2307 h 10191"/>
                <a:gd name="connsiteX82" fmla="*/ 9700 w 10011"/>
                <a:gd name="connsiteY82" fmla="*/ 1103 h 10191"/>
                <a:gd name="connsiteX83" fmla="*/ 9521 w 10011"/>
                <a:gd name="connsiteY83" fmla="*/ 1125 h 10191"/>
                <a:gd name="connsiteX84" fmla="*/ 9354 w 10011"/>
                <a:gd name="connsiteY84" fmla="*/ 878 h 10191"/>
                <a:gd name="connsiteX85" fmla="*/ 9056 w 10011"/>
                <a:gd name="connsiteY85" fmla="*/ 1025 h 10191"/>
                <a:gd name="connsiteX86" fmla="*/ 8951 w 10011"/>
                <a:gd name="connsiteY86" fmla="*/ 1291 h 10191"/>
                <a:gd name="connsiteX87" fmla="*/ 8749 w 10011"/>
                <a:gd name="connsiteY87" fmla="*/ 1245 h 10191"/>
                <a:gd name="connsiteX88" fmla="*/ 8615 w 10011"/>
                <a:gd name="connsiteY88" fmla="*/ 1245 h 10191"/>
                <a:gd name="connsiteX89" fmla="*/ 8485 w 10011"/>
                <a:gd name="connsiteY89" fmla="*/ 1175 h 10191"/>
                <a:gd name="connsiteX90" fmla="*/ 8356 w 10011"/>
                <a:gd name="connsiteY90" fmla="*/ 1175 h 10191"/>
                <a:gd name="connsiteX91" fmla="*/ 8190 w 10011"/>
                <a:gd name="connsiteY91" fmla="*/ 1111 h 10191"/>
                <a:gd name="connsiteX92" fmla="*/ 8057 w 10011"/>
                <a:gd name="connsiteY92" fmla="*/ 929 h 10191"/>
                <a:gd name="connsiteX93" fmla="*/ 7616 w 10011"/>
                <a:gd name="connsiteY93" fmla="*/ 736 h 10191"/>
                <a:gd name="connsiteX94" fmla="*/ 7482 w 10011"/>
                <a:gd name="connsiteY94" fmla="*/ 730 h 10191"/>
                <a:gd name="connsiteX95" fmla="*/ 7427 w 10011"/>
                <a:gd name="connsiteY95" fmla="*/ 929 h 10191"/>
                <a:gd name="connsiteX96" fmla="*/ 7345 w 10011"/>
                <a:gd name="connsiteY96" fmla="*/ 736 h 10191"/>
                <a:gd name="connsiteX97" fmla="*/ 7144 w 10011"/>
                <a:gd name="connsiteY97" fmla="*/ 736 h 10191"/>
                <a:gd name="connsiteX98" fmla="*/ 7042 w 10011"/>
                <a:gd name="connsiteY98" fmla="*/ 730 h 10191"/>
                <a:gd name="connsiteX99" fmla="*/ 7010 w 10011"/>
                <a:gd name="connsiteY99" fmla="*/ 934 h 10191"/>
                <a:gd name="connsiteX100" fmla="*/ 6849 w 10011"/>
                <a:gd name="connsiteY100" fmla="*/ 607 h 10191"/>
                <a:gd name="connsiteX101" fmla="*/ 6715 w 10011"/>
                <a:gd name="connsiteY101" fmla="*/ 602 h 10191"/>
                <a:gd name="connsiteX102" fmla="*/ 6633 w 10011"/>
                <a:gd name="connsiteY102" fmla="*/ 538 h 10191"/>
                <a:gd name="connsiteX103" fmla="*/ 6235 w 10011"/>
                <a:gd name="connsiteY103" fmla="*/ 350 h 10191"/>
                <a:gd name="connsiteX104" fmla="*/ 6105 w 10011"/>
                <a:gd name="connsiteY104" fmla="*/ 280 h 10191"/>
                <a:gd name="connsiteX105" fmla="*/ 6050 w 10011"/>
                <a:gd name="connsiteY105" fmla="*/ 146 h 10191"/>
                <a:gd name="connsiteX106" fmla="*/ 5712 w 10011"/>
                <a:gd name="connsiteY106" fmla="*/ 162 h 10191"/>
                <a:gd name="connsiteX107" fmla="*/ 5511 w 10011"/>
                <a:gd name="connsiteY107" fmla="*/ 157 h 10191"/>
                <a:gd name="connsiteX108" fmla="*/ 5421 w 10011"/>
                <a:gd name="connsiteY108" fmla="*/ 146 h 10191"/>
                <a:gd name="connsiteX109" fmla="*/ 5201 w 10011"/>
                <a:gd name="connsiteY109" fmla="*/ 157 h 10191"/>
                <a:gd name="connsiteX110" fmla="*/ 5102 w 10011"/>
                <a:gd name="connsiteY110" fmla="*/ 162 h 10191"/>
                <a:gd name="connsiteX111" fmla="*/ 5008 w 10011"/>
                <a:gd name="connsiteY111" fmla="*/ 141 h 10191"/>
                <a:gd name="connsiteX112" fmla="*/ 4929 w 10011"/>
                <a:gd name="connsiteY112" fmla="*/ 162 h 10191"/>
                <a:gd name="connsiteX113" fmla="*/ 4565 w 10011"/>
                <a:gd name="connsiteY113" fmla="*/ 268 h 10191"/>
                <a:gd name="connsiteX114" fmla="*/ 4234 w 10011"/>
                <a:gd name="connsiteY114" fmla="*/ 345 h 10191"/>
                <a:gd name="connsiteX115" fmla="*/ 3875 w 10011"/>
                <a:gd name="connsiteY115" fmla="*/ 162 h 10191"/>
                <a:gd name="connsiteX116" fmla="*/ 3749 w 10011"/>
                <a:gd name="connsiteY116" fmla="*/ 146 h 10191"/>
                <a:gd name="connsiteX117" fmla="*/ 3541 w 10011"/>
                <a:gd name="connsiteY117" fmla="*/ 162 h 10191"/>
                <a:gd name="connsiteX118" fmla="*/ 3403 w 10011"/>
                <a:gd name="connsiteY118" fmla="*/ 162 h 10191"/>
                <a:gd name="connsiteX119" fmla="*/ 3332 w 10011"/>
                <a:gd name="connsiteY119" fmla="*/ 141 h 10191"/>
                <a:gd name="connsiteX120" fmla="*/ 3068 w 10011"/>
                <a:gd name="connsiteY120" fmla="*/ 162 h 10191"/>
                <a:gd name="connsiteX121" fmla="*/ 2931 w 10011"/>
                <a:gd name="connsiteY121" fmla="*/ 157 h 10191"/>
                <a:gd name="connsiteX122" fmla="*/ 2825 w 10011"/>
                <a:gd name="connsiteY122" fmla="*/ 162 h 10191"/>
                <a:gd name="connsiteX123" fmla="*/ 2707 w 10011"/>
                <a:gd name="connsiteY123" fmla="*/ 146 h 10191"/>
                <a:gd name="connsiteX124" fmla="*/ 2290 w 10011"/>
                <a:gd name="connsiteY124" fmla="*/ 146 h 10191"/>
                <a:gd name="connsiteX125" fmla="*/ 1912 w 10011"/>
                <a:gd name="connsiteY125" fmla="*/ 479 h 10191"/>
                <a:gd name="connsiteX126" fmla="*/ 1794 w 10011"/>
                <a:gd name="connsiteY126" fmla="*/ 607 h 10191"/>
                <a:gd name="connsiteX127" fmla="*/ 1692 w 10011"/>
                <a:gd name="connsiteY127" fmla="*/ 607 h 10191"/>
                <a:gd name="connsiteX128" fmla="*/ 1617 w 10011"/>
                <a:gd name="connsiteY128" fmla="*/ 538 h 10191"/>
                <a:gd name="connsiteX129" fmla="*/ 1452 w 10011"/>
                <a:gd name="connsiteY129" fmla="*/ 923 h 10191"/>
                <a:gd name="connsiteX130" fmla="*/ 1310 w 10011"/>
                <a:gd name="connsiteY130" fmla="*/ 993 h 10191"/>
                <a:gd name="connsiteX131" fmla="*/ 1255 w 10011"/>
                <a:gd name="connsiteY131" fmla="*/ 1181 h 10191"/>
                <a:gd name="connsiteX132" fmla="*/ 1109 w 10011"/>
                <a:gd name="connsiteY132" fmla="*/ 1331 h 10191"/>
                <a:gd name="connsiteX133" fmla="*/ 1090 w 10011"/>
                <a:gd name="connsiteY133" fmla="*/ 1433 h 10191"/>
                <a:gd name="connsiteX134" fmla="*/ 1027 w 10011"/>
                <a:gd name="connsiteY134" fmla="*/ 1700 h 10191"/>
                <a:gd name="connsiteX135" fmla="*/ 901 w 10011"/>
                <a:gd name="connsiteY135" fmla="*/ 1958 h 10191"/>
                <a:gd name="connsiteX136" fmla="*/ 818 w 10011"/>
                <a:gd name="connsiteY136" fmla="*/ 2118 h 10191"/>
                <a:gd name="connsiteX137" fmla="*/ 822 w 10011"/>
                <a:gd name="connsiteY137" fmla="*/ 2654 h 10191"/>
                <a:gd name="connsiteX138" fmla="*/ 799 w 10011"/>
                <a:gd name="connsiteY138" fmla="*/ 2912 h 10191"/>
                <a:gd name="connsiteX139" fmla="*/ 838 w 10011"/>
                <a:gd name="connsiteY139" fmla="*/ 3223 h 10191"/>
                <a:gd name="connsiteX140" fmla="*/ 744 w 10011"/>
                <a:gd name="connsiteY140" fmla="*/ 3421 h 10191"/>
                <a:gd name="connsiteX141" fmla="*/ 645 w 10011"/>
                <a:gd name="connsiteY141" fmla="*/ 3694 h 10191"/>
                <a:gd name="connsiteX142" fmla="*/ 622 w 10011"/>
                <a:gd name="connsiteY142" fmla="*/ 4198 h 10191"/>
                <a:gd name="connsiteX143" fmla="*/ 511 w 10011"/>
                <a:gd name="connsiteY143" fmla="*/ 4251 h 10191"/>
                <a:gd name="connsiteX144" fmla="*/ 559 w 10011"/>
                <a:gd name="connsiteY144" fmla="*/ 4482 h 10191"/>
                <a:gd name="connsiteX145" fmla="*/ 492 w 10011"/>
                <a:gd name="connsiteY145" fmla="*/ 4450 h 10191"/>
                <a:gd name="connsiteX146" fmla="*/ 585 w 10011"/>
                <a:gd name="connsiteY146" fmla="*/ 4728 h 10191"/>
                <a:gd name="connsiteX147" fmla="*/ 515 w 10011"/>
                <a:gd name="connsiteY147" fmla="*/ 4825 h 10191"/>
                <a:gd name="connsiteX148" fmla="*/ 492 w 10011"/>
                <a:gd name="connsiteY148" fmla="*/ 5087 h 10191"/>
                <a:gd name="connsiteX149" fmla="*/ 429 w 10011"/>
                <a:gd name="connsiteY149" fmla="*/ 5661 h 10191"/>
                <a:gd name="connsiteX150" fmla="*/ 413 w 10011"/>
                <a:gd name="connsiteY150" fmla="*/ 5789 h 10191"/>
                <a:gd name="connsiteX151" fmla="*/ 386 w 10011"/>
                <a:gd name="connsiteY151" fmla="*/ 6057 h 10191"/>
                <a:gd name="connsiteX152" fmla="*/ 420 w 10011"/>
                <a:gd name="connsiteY152" fmla="*/ 6504 h 10191"/>
                <a:gd name="connsiteX153" fmla="*/ 303 w 10011"/>
                <a:gd name="connsiteY153" fmla="*/ 6813 h 10191"/>
                <a:gd name="connsiteX154" fmla="*/ 271 w 10011"/>
                <a:gd name="connsiteY154" fmla="*/ 7070 h 10191"/>
                <a:gd name="connsiteX155" fmla="*/ 508 w 10011"/>
                <a:gd name="connsiteY155" fmla="*/ 7322 h 10191"/>
                <a:gd name="connsiteX156" fmla="*/ 556 w 10011"/>
                <a:gd name="connsiteY156" fmla="*/ 7611 h 10191"/>
                <a:gd name="connsiteX157" fmla="*/ 505 w 10011"/>
                <a:gd name="connsiteY157" fmla="*/ 8054 h 10191"/>
                <a:gd name="connsiteX158" fmla="*/ 561 w 10011"/>
                <a:gd name="connsiteY158" fmla="*/ 8289 h 10191"/>
                <a:gd name="connsiteX159" fmla="*/ 428 w 10011"/>
                <a:gd name="connsiteY159" fmla="*/ 8725 h 10191"/>
                <a:gd name="connsiteX0" fmla="*/ 456 w 10039"/>
                <a:gd name="connsiteY0" fmla="*/ 8725 h 10191"/>
                <a:gd name="connsiteX1" fmla="*/ 71 w 10039"/>
                <a:gd name="connsiteY1" fmla="*/ 9182 h 10191"/>
                <a:gd name="connsiteX2" fmla="*/ 28 w 10039"/>
                <a:gd name="connsiteY2" fmla="*/ 9610 h 10191"/>
                <a:gd name="connsiteX3" fmla="*/ 209 w 10039"/>
                <a:gd name="connsiteY3" fmla="*/ 9819 h 10191"/>
                <a:gd name="connsiteX4" fmla="*/ 307 w 10039"/>
                <a:gd name="connsiteY4" fmla="*/ 9819 h 10191"/>
                <a:gd name="connsiteX5" fmla="*/ 473 w 10039"/>
                <a:gd name="connsiteY5" fmla="*/ 9819 h 10191"/>
                <a:gd name="connsiteX6" fmla="*/ 610 w 10039"/>
                <a:gd name="connsiteY6" fmla="*/ 9819 h 10191"/>
                <a:gd name="connsiteX7" fmla="*/ 614 w 10039"/>
                <a:gd name="connsiteY7" fmla="*/ 10002 h 10191"/>
                <a:gd name="connsiteX8" fmla="*/ 919 w 10039"/>
                <a:gd name="connsiteY8" fmla="*/ 9897 h 10191"/>
                <a:gd name="connsiteX9" fmla="*/ 1291 w 10039"/>
                <a:gd name="connsiteY9" fmla="*/ 10141 h 10191"/>
                <a:gd name="connsiteX10" fmla="*/ 1389 w 10039"/>
                <a:gd name="connsiteY10" fmla="*/ 10141 h 10191"/>
                <a:gd name="connsiteX11" fmla="*/ 1495 w 10039"/>
                <a:gd name="connsiteY11" fmla="*/ 10141 h 10191"/>
                <a:gd name="connsiteX12" fmla="*/ 1594 w 10039"/>
                <a:gd name="connsiteY12" fmla="*/ 10141 h 10191"/>
                <a:gd name="connsiteX13" fmla="*/ 1731 w 10039"/>
                <a:gd name="connsiteY13" fmla="*/ 10082 h 10191"/>
                <a:gd name="connsiteX14" fmla="*/ 1869 w 10039"/>
                <a:gd name="connsiteY14" fmla="*/ 9996 h 10191"/>
                <a:gd name="connsiteX15" fmla="*/ 2215 w 10039"/>
                <a:gd name="connsiteY15" fmla="*/ 10082 h 10191"/>
                <a:gd name="connsiteX16" fmla="*/ 2314 w 10039"/>
                <a:gd name="connsiteY16" fmla="*/ 10082 h 10191"/>
                <a:gd name="connsiteX17" fmla="*/ 2455 w 10039"/>
                <a:gd name="connsiteY17" fmla="*/ 10012 h 10191"/>
                <a:gd name="connsiteX18" fmla="*/ 2601 w 10039"/>
                <a:gd name="connsiteY18" fmla="*/ 9948 h 10191"/>
                <a:gd name="connsiteX19" fmla="*/ 2735 w 10039"/>
                <a:gd name="connsiteY19" fmla="*/ 9948 h 10191"/>
                <a:gd name="connsiteX20" fmla="*/ 2841 w 10039"/>
                <a:gd name="connsiteY20" fmla="*/ 9948 h 10191"/>
                <a:gd name="connsiteX21" fmla="*/ 2943 w 10039"/>
                <a:gd name="connsiteY21" fmla="*/ 9948 h 10191"/>
                <a:gd name="connsiteX22" fmla="*/ 3144 w 10039"/>
                <a:gd name="connsiteY22" fmla="*/ 9948 h 10191"/>
                <a:gd name="connsiteX23" fmla="*/ 3273 w 10039"/>
                <a:gd name="connsiteY23" fmla="*/ 10018 h 10191"/>
                <a:gd name="connsiteX24" fmla="*/ 3403 w 10039"/>
                <a:gd name="connsiteY24" fmla="*/ 10082 h 10191"/>
                <a:gd name="connsiteX25" fmla="*/ 3498 w 10039"/>
                <a:gd name="connsiteY25" fmla="*/ 10141 h 10191"/>
                <a:gd name="connsiteX26" fmla="*/ 3600 w 10039"/>
                <a:gd name="connsiteY26" fmla="*/ 10136 h 10191"/>
                <a:gd name="connsiteX27" fmla="*/ 3702 w 10039"/>
                <a:gd name="connsiteY27" fmla="*/ 10082 h 10191"/>
                <a:gd name="connsiteX28" fmla="*/ 3816 w 10039"/>
                <a:gd name="connsiteY28" fmla="*/ 10012 h 10191"/>
                <a:gd name="connsiteX29" fmla="*/ 3962 w 10039"/>
                <a:gd name="connsiteY29" fmla="*/ 9996 h 10191"/>
                <a:gd name="connsiteX30" fmla="*/ 4115 w 10039"/>
                <a:gd name="connsiteY30" fmla="*/ 10082 h 10191"/>
                <a:gd name="connsiteX31" fmla="*/ 4210 w 10039"/>
                <a:gd name="connsiteY31" fmla="*/ 10141 h 10191"/>
                <a:gd name="connsiteX32" fmla="*/ 4316 w 10039"/>
                <a:gd name="connsiteY32" fmla="*/ 10136 h 10191"/>
                <a:gd name="connsiteX33" fmla="*/ 4414 w 10039"/>
                <a:gd name="connsiteY33" fmla="*/ 10136 h 10191"/>
                <a:gd name="connsiteX34" fmla="*/ 4552 w 10039"/>
                <a:gd name="connsiteY34" fmla="*/ 10130 h 10191"/>
                <a:gd name="connsiteX35" fmla="*/ 4690 w 10039"/>
                <a:gd name="connsiteY35" fmla="*/ 10077 h 10191"/>
                <a:gd name="connsiteX36" fmla="*/ 4835 w 10039"/>
                <a:gd name="connsiteY36" fmla="*/ 10018 h 10191"/>
                <a:gd name="connsiteX37" fmla="*/ 5044 w 10039"/>
                <a:gd name="connsiteY37" fmla="*/ 9948 h 10191"/>
                <a:gd name="connsiteX38" fmla="*/ 5150 w 10039"/>
                <a:gd name="connsiteY38" fmla="*/ 9948 h 10191"/>
                <a:gd name="connsiteX39" fmla="*/ 5421 w 10039"/>
                <a:gd name="connsiteY39" fmla="*/ 9948 h 10191"/>
                <a:gd name="connsiteX40" fmla="*/ 5567 w 10039"/>
                <a:gd name="connsiteY40" fmla="*/ 9884 h 10191"/>
                <a:gd name="connsiteX41" fmla="*/ 5673 w 10039"/>
                <a:gd name="connsiteY41" fmla="*/ 9819 h 10191"/>
                <a:gd name="connsiteX42" fmla="*/ 5807 w 10039"/>
                <a:gd name="connsiteY42" fmla="*/ 9814 h 10191"/>
                <a:gd name="connsiteX43" fmla="*/ 5886 w 10039"/>
                <a:gd name="connsiteY43" fmla="*/ 9600 h 10191"/>
                <a:gd name="connsiteX44" fmla="*/ 6100 w 10039"/>
                <a:gd name="connsiteY44" fmla="*/ 9782 h 10191"/>
                <a:gd name="connsiteX45" fmla="*/ 6468 w 10039"/>
                <a:gd name="connsiteY45" fmla="*/ 9691 h 10191"/>
                <a:gd name="connsiteX46" fmla="*/ 6570 w 10039"/>
                <a:gd name="connsiteY46" fmla="*/ 9691 h 10191"/>
                <a:gd name="connsiteX47" fmla="*/ 6672 w 10039"/>
                <a:gd name="connsiteY47" fmla="*/ 9627 h 10191"/>
                <a:gd name="connsiteX48" fmla="*/ 6779 w 10039"/>
                <a:gd name="connsiteY48" fmla="*/ 9627 h 10191"/>
                <a:gd name="connsiteX49" fmla="*/ 6916 w 10039"/>
                <a:gd name="connsiteY49" fmla="*/ 9627 h 10191"/>
                <a:gd name="connsiteX50" fmla="*/ 7050 w 10039"/>
                <a:gd name="connsiteY50" fmla="*/ 9627 h 10191"/>
                <a:gd name="connsiteX51" fmla="*/ 7294 w 10039"/>
                <a:gd name="connsiteY51" fmla="*/ 9630 h 10191"/>
                <a:gd name="connsiteX52" fmla="*/ 7565 w 10039"/>
                <a:gd name="connsiteY52" fmla="*/ 9557 h 10191"/>
                <a:gd name="connsiteX53" fmla="*/ 7695 w 10039"/>
                <a:gd name="connsiteY53" fmla="*/ 9627 h 10191"/>
                <a:gd name="connsiteX54" fmla="*/ 7833 w 10039"/>
                <a:gd name="connsiteY54" fmla="*/ 9627 h 10191"/>
                <a:gd name="connsiteX55" fmla="*/ 7998 w 10039"/>
                <a:gd name="connsiteY55" fmla="*/ 9627 h 10191"/>
                <a:gd name="connsiteX56" fmla="*/ 8112 w 10039"/>
                <a:gd name="connsiteY56" fmla="*/ 9562 h 10191"/>
                <a:gd name="connsiteX57" fmla="*/ 8187 w 10039"/>
                <a:gd name="connsiteY57" fmla="*/ 9600 h 10191"/>
                <a:gd name="connsiteX58" fmla="*/ 8494 w 10039"/>
                <a:gd name="connsiteY58" fmla="*/ 9622 h 10191"/>
                <a:gd name="connsiteX59" fmla="*/ 8643 w 10039"/>
                <a:gd name="connsiteY59" fmla="*/ 9375 h 10191"/>
                <a:gd name="connsiteX60" fmla="*/ 8760 w 10039"/>
                <a:gd name="connsiteY60" fmla="*/ 9454 h 10191"/>
                <a:gd name="connsiteX61" fmla="*/ 9007 w 10039"/>
                <a:gd name="connsiteY61" fmla="*/ 9391 h 10191"/>
                <a:gd name="connsiteX62" fmla="*/ 9169 w 10039"/>
                <a:gd name="connsiteY62" fmla="*/ 9437 h 10191"/>
                <a:gd name="connsiteX63" fmla="*/ 9524 w 10039"/>
                <a:gd name="connsiteY63" fmla="*/ 9280 h 10191"/>
                <a:gd name="connsiteX64" fmla="*/ 9658 w 10039"/>
                <a:gd name="connsiteY64" fmla="*/ 8506 h 10191"/>
                <a:gd name="connsiteX65" fmla="*/ 9658 w 10039"/>
                <a:gd name="connsiteY65" fmla="*/ 7515 h 10191"/>
                <a:gd name="connsiteX66" fmla="*/ 9698 w 10039"/>
                <a:gd name="connsiteY66" fmla="*/ 7236 h 10191"/>
                <a:gd name="connsiteX67" fmla="*/ 9737 w 10039"/>
                <a:gd name="connsiteY67" fmla="*/ 6749 h 10191"/>
                <a:gd name="connsiteX68" fmla="*/ 9768 w 10039"/>
                <a:gd name="connsiteY68" fmla="*/ 6486 h 10191"/>
                <a:gd name="connsiteX69" fmla="*/ 9925 w 10039"/>
                <a:gd name="connsiteY69" fmla="*/ 6052 h 10191"/>
                <a:gd name="connsiteX70" fmla="*/ 9879 w 10039"/>
                <a:gd name="connsiteY70" fmla="*/ 5463 h 10191"/>
                <a:gd name="connsiteX71" fmla="*/ 10003 w 10039"/>
                <a:gd name="connsiteY71" fmla="*/ 4988 h 10191"/>
                <a:gd name="connsiteX72" fmla="*/ 9969 w 10039"/>
                <a:gd name="connsiteY72" fmla="*/ 4632 h 10191"/>
                <a:gd name="connsiteX73" fmla="*/ 10004 w 10039"/>
                <a:gd name="connsiteY73" fmla="*/ 4316 h 10191"/>
                <a:gd name="connsiteX74" fmla="*/ 10024 w 10039"/>
                <a:gd name="connsiteY74" fmla="*/ 4123 h 10191"/>
                <a:gd name="connsiteX75" fmla="*/ 9981 w 10039"/>
                <a:gd name="connsiteY75" fmla="*/ 3924 h 10191"/>
                <a:gd name="connsiteX76" fmla="*/ 9965 w 10039"/>
                <a:gd name="connsiteY76" fmla="*/ 3742 h 10191"/>
                <a:gd name="connsiteX77" fmla="*/ 9997 w 10039"/>
                <a:gd name="connsiteY77" fmla="*/ 3485 h 10191"/>
                <a:gd name="connsiteX78" fmla="*/ 10028 w 10039"/>
                <a:gd name="connsiteY78" fmla="*/ 3164 h 10191"/>
                <a:gd name="connsiteX79" fmla="*/ 9934 w 10039"/>
                <a:gd name="connsiteY79" fmla="*/ 2713 h 10191"/>
                <a:gd name="connsiteX80" fmla="*/ 9720 w 10039"/>
                <a:gd name="connsiteY80" fmla="*/ 2307 h 10191"/>
                <a:gd name="connsiteX81" fmla="*/ 9728 w 10039"/>
                <a:gd name="connsiteY81" fmla="*/ 1103 h 10191"/>
                <a:gd name="connsiteX82" fmla="*/ 9549 w 10039"/>
                <a:gd name="connsiteY82" fmla="*/ 1125 h 10191"/>
                <a:gd name="connsiteX83" fmla="*/ 9382 w 10039"/>
                <a:gd name="connsiteY83" fmla="*/ 878 h 10191"/>
                <a:gd name="connsiteX84" fmla="*/ 9084 w 10039"/>
                <a:gd name="connsiteY84" fmla="*/ 1025 h 10191"/>
                <a:gd name="connsiteX85" fmla="*/ 8979 w 10039"/>
                <a:gd name="connsiteY85" fmla="*/ 1291 h 10191"/>
                <a:gd name="connsiteX86" fmla="*/ 8777 w 10039"/>
                <a:gd name="connsiteY86" fmla="*/ 1245 h 10191"/>
                <a:gd name="connsiteX87" fmla="*/ 8643 w 10039"/>
                <a:gd name="connsiteY87" fmla="*/ 1245 h 10191"/>
                <a:gd name="connsiteX88" fmla="*/ 8513 w 10039"/>
                <a:gd name="connsiteY88" fmla="*/ 1175 h 10191"/>
                <a:gd name="connsiteX89" fmla="*/ 8384 w 10039"/>
                <a:gd name="connsiteY89" fmla="*/ 1175 h 10191"/>
                <a:gd name="connsiteX90" fmla="*/ 8218 w 10039"/>
                <a:gd name="connsiteY90" fmla="*/ 1111 h 10191"/>
                <a:gd name="connsiteX91" fmla="*/ 8085 w 10039"/>
                <a:gd name="connsiteY91" fmla="*/ 929 h 10191"/>
                <a:gd name="connsiteX92" fmla="*/ 7644 w 10039"/>
                <a:gd name="connsiteY92" fmla="*/ 736 h 10191"/>
                <a:gd name="connsiteX93" fmla="*/ 7510 w 10039"/>
                <a:gd name="connsiteY93" fmla="*/ 730 h 10191"/>
                <a:gd name="connsiteX94" fmla="*/ 7455 w 10039"/>
                <a:gd name="connsiteY94" fmla="*/ 929 h 10191"/>
                <a:gd name="connsiteX95" fmla="*/ 7373 w 10039"/>
                <a:gd name="connsiteY95" fmla="*/ 736 h 10191"/>
                <a:gd name="connsiteX96" fmla="*/ 7172 w 10039"/>
                <a:gd name="connsiteY96" fmla="*/ 736 h 10191"/>
                <a:gd name="connsiteX97" fmla="*/ 7070 w 10039"/>
                <a:gd name="connsiteY97" fmla="*/ 730 h 10191"/>
                <a:gd name="connsiteX98" fmla="*/ 7038 w 10039"/>
                <a:gd name="connsiteY98" fmla="*/ 934 h 10191"/>
                <a:gd name="connsiteX99" fmla="*/ 6877 w 10039"/>
                <a:gd name="connsiteY99" fmla="*/ 607 h 10191"/>
                <a:gd name="connsiteX100" fmla="*/ 6743 w 10039"/>
                <a:gd name="connsiteY100" fmla="*/ 602 h 10191"/>
                <a:gd name="connsiteX101" fmla="*/ 6661 w 10039"/>
                <a:gd name="connsiteY101" fmla="*/ 538 h 10191"/>
                <a:gd name="connsiteX102" fmla="*/ 6263 w 10039"/>
                <a:gd name="connsiteY102" fmla="*/ 350 h 10191"/>
                <a:gd name="connsiteX103" fmla="*/ 6133 w 10039"/>
                <a:gd name="connsiteY103" fmla="*/ 280 h 10191"/>
                <a:gd name="connsiteX104" fmla="*/ 6078 w 10039"/>
                <a:gd name="connsiteY104" fmla="*/ 146 h 10191"/>
                <a:gd name="connsiteX105" fmla="*/ 5740 w 10039"/>
                <a:gd name="connsiteY105" fmla="*/ 162 h 10191"/>
                <a:gd name="connsiteX106" fmla="*/ 5539 w 10039"/>
                <a:gd name="connsiteY106" fmla="*/ 157 h 10191"/>
                <a:gd name="connsiteX107" fmla="*/ 5449 w 10039"/>
                <a:gd name="connsiteY107" fmla="*/ 146 h 10191"/>
                <a:gd name="connsiteX108" fmla="*/ 5229 w 10039"/>
                <a:gd name="connsiteY108" fmla="*/ 157 h 10191"/>
                <a:gd name="connsiteX109" fmla="*/ 5130 w 10039"/>
                <a:gd name="connsiteY109" fmla="*/ 162 h 10191"/>
                <a:gd name="connsiteX110" fmla="*/ 5036 w 10039"/>
                <a:gd name="connsiteY110" fmla="*/ 141 h 10191"/>
                <a:gd name="connsiteX111" fmla="*/ 4957 w 10039"/>
                <a:gd name="connsiteY111" fmla="*/ 162 h 10191"/>
                <a:gd name="connsiteX112" fmla="*/ 4593 w 10039"/>
                <a:gd name="connsiteY112" fmla="*/ 268 h 10191"/>
                <a:gd name="connsiteX113" fmla="*/ 4262 w 10039"/>
                <a:gd name="connsiteY113" fmla="*/ 345 h 10191"/>
                <a:gd name="connsiteX114" fmla="*/ 3903 w 10039"/>
                <a:gd name="connsiteY114" fmla="*/ 162 h 10191"/>
                <a:gd name="connsiteX115" fmla="*/ 3777 w 10039"/>
                <a:gd name="connsiteY115" fmla="*/ 146 h 10191"/>
                <a:gd name="connsiteX116" fmla="*/ 3569 w 10039"/>
                <a:gd name="connsiteY116" fmla="*/ 162 h 10191"/>
                <a:gd name="connsiteX117" fmla="*/ 3431 w 10039"/>
                <a:gd name="connsiteY117" fmla="*/ 162 h 10191"/>
                <a:gd name="connsiteX118" fmla="*/ 3360 w 10039"/>
                <a:gd name="connsiteY118" fmla="*/ 141 h 10191"/>
                <a:gd name="connsiteX119" fmla="*/ 3096 w 10039"/>
                <a:gd name="connsiteY119" fmla="*/ 162 h 10191"/>
                <a:gd name="connsiteX120" fmla="*/ 2959 w 10039"/>
                <a:gd name="connsiteY120" fmla="*/ 157 h 10191"/>
                <a:gd name="connsiteX121" fmla="*/ 2853 w 10039"/>
                <a:gd name="connsiteY121" fmla="*/ 162 h 10191"/>
                <a:gd name="connsiteX122" fmla="*/ 2735 w 10039"/>
                <a:gd name="connsiteY122" fmla="*/ 146 h 10191"/>
                <a:gd name="connsiteX123" fmla="*/ 2318 w 10039"/>
                <a:gd name="connsiteY123" fmla="*/ 146 h 10191"/>
                <a:gd name="connsiteX124" fmla="*/ 1940 w 10039"/>
                <a:gd name="connsiteY124" fmla="*/ 479 h 10191"/>
                <a:gd name="connsiteX125" fmla="*/ 1822 w 10039"/>
                <a:gd name="connsiteY125" fmla="*/ 607 h 10191"/>
                <a:gd name="connsiteX126" fmla="*/ 1720 w 10039"/>
                <a:gd name="connsiteY126" fmla="*/ 607 h 10191"/>
                <a:gd name="connsiteX127" fmla="*/ 1645 w 10039"/>
                <a:gd name="connsiteY127" fmla="*/ 538 h 10191"/>
                <a:gd name="connsiteX128" fmla="*/ 1480 w 10039"/>
                <a:gd name="connsiteY128" fmla="*/ 923 h 10191"/>
                <a:gd name="connsiteX129" fmla="*/ 1338 w 10039"/>
                <a:gd name="connsiteY129" fmla="*/ 993 h 10191"/>
                <a:gd name="connsiteX130" fmla="*/ 1283 w 10039"/>
                <a:gd name="connsiteY130" fmla="*/ 1181 h 10191"/>
                <a:gd name="connsiteX131" fmla="*/ 1137 w 10039"/>
                <a:gd name="connsiteY131" fmla="*/ 1331 h 10191"/>
                <a:gd name="connsiteX132" fmla="*/ 1118 w 10039"/>
                <a:gd name="connsiteY132" fmla="*/ 1433 h 10191"/>
                <a:gd name="connsiteX133" fmla="*/ 1055 w 10039"/>
                <a:gd name="connsiteY133" fmla="*/ 1700 h 10191"/>
                <a:gd name="connsiteX134" fmla="*/ 929 w 10039"/>
                <a:gd name="connsiteY134" fmla="*/ 1958 h 10191"/>
                <a:gd name="connsiteX135" fmla="*/ 846 w 10039"/>
                <a:gd name="connsiteY135" fmla="*/ 2118 h 10191"/>
                <a:gd name="connsiteX136" fmla="*/ 850 w 10039"/>
                <a:gd name="connsiteY136" fmla="*/ 2654 h 10191"/>
                <a:gd name="connsiteX137" fmla="*/ 827 w 10039"/>
                <a:gd name="connsiteY137" fmla="*/ 2912 h 10191"/>
                <a:gd name="connsiteX138" fmla="*/ 866 w 10039"/>
                <a:gd name="connsiteY138" fmla="*/ 3223 h 10191"/>
                <a:gd name="connsiteX139" fmla="*/ 772 w 10039"/>
                <a:gd name="connsiteY139" fmla="*/ 3421 h 10191"/>
                <a:gd name="connsiteX140" fmla="*/ 673 w 10039"/>
                <a:gd name="connsiteY140" fmla="*/ 3694 h 10191"/>
                <a:gd name="connsiteX141" fmla="*/ 650 w 10039"/>
                <a:gd name="connsiteY141" fmla="*/ 4198 h 10191"/>
                <a:gd name="connsiteX142" fmla="*/ 539 w 10039"/>
                <a:gd name="connsiteY142" fmla="*/ 4251 h 10191"/>
                <a:gd name="connsiteX143" fmla="*/ 587 w 10039"/>
                <a:gd name="connsiteY143" fmla="*/ 4482 h 10191"/>
                <a:gd name="connsiteX144" fmla="*/ 520 w 10039"/>
                <a:gd name="connsiteY144" fmla="*/ 4450 h 10191"/>
                <a:gd name="connsiteX145" fmla="*/ 613 w 10039"/>
                <a:gd name="connsiteY145" fmla="*/ 4728 h 10191"/>
                <a:gd name="connsiteX146" fmla="*/ 543 w 10039"/>
                <a:gd name="connsiteY146" fmla="*/ 4825 h 10191"/>
                <a:gd name="connsiteX147" fmla="*/ 520 w 10039"/>
                <a:gd name="connsiteY147" fmla="*/ 5087 h 10191"/>
                <a:gd name="connsiteX148" fmla="*/ 457 w 10039"/>
                <a:gd name="connsiteY148" fmla="*/ 5661 h 10191"/>
                <a:gd name="connsiteX149" fmla="*/ 441 w 10039"/>
                <a:gd name="connsiteY149" fmla="*/ 5789 h 10191"/>
                <a:gd name="connsiteX150" fmla="*/ 414 w 10039"/>
                <a:gd name="connsiteY150" fmla="*/ 6057 h 10191"/>
                <a:gd name="connsiteX151" fmla="*/ 448 w 10039"/>
                <a:gd name="connsiteY151" fmla="*/ 6504 h 10191"/>
                <a:gd name="connsiteX152" fmla="*/ 331 w 10039"/>
                <a:gd name="connsiteY152" fmla="*/ 6813 h 10191"/>
                <a:gd name="connsiteX153" fmla="*/ 299 w 10039"/>
                <a:gd name="connsiteY153" fmla="*/ 7070 h 10191"/>
                <a:gd name="connsiteX154" fmla="*/ 536 w 10039"/>
                <a:gd name="connsiteY154" fmla="*/ 7322 h 10191"/>
                <a:gd name="connsiteX155" fmla="*/ 584 w 10039"/>
                <a:gd name="connsiteY155" fmla="*/ 7611 h 10191"/>
                <a:gd name="connsiteX156" fmla="*/ 533 w 10039"/>
                <a:gd name="connsiteY156" fmla="*/ 8054 h 10191"/>
                <a:gd name="connsiteX157" fmla="*/ 589 w 10039"/>
                <a:gd name="connsiteY157" fmla="*/ 8289 h 10191"/>
                <a:gd name="connsiteX158" fmla="*/ 456 w 10039"/>
                <a:gd name="connsiteY158" fmla="*/ 8725 h 10191"/>
                <a:gd name="connsiteX0" fmla="*/ 428 w 10011"/>
                <a:gd name="connsiteY0" fmla="*/ 8725 h 10191"/>
                <a:gd name="connsiteX1" fmla="*/ 0 w 10011"/>
                <a:gd name="connsiteY1" fmla="*/ 9610 h 10191"/>
                <a:gd name="connsiteX2" fmla="*/ 181 w 10011"/>
                <a:gd name="connsiteY2" fmla="*/ 9819 h 10191"/>
                <a:gd name="connsiteX3" fmla="*/ 279 w 10011"/>
                <a:gd name="connsiteY3" fmla="*/ 9819 h 10191"/>
                <a:gd name="connsiteX4" fmla="*/ 445 w 10011"/>
                <a:gd name="connsiteY4" fmla="*/ 9819 h 10191"/>
                <a:gd name="connsiteX5" fmla="*/ 582 w 10011"/>
                <a:gd name="connsiteY5" fmla="*/ 9819 h 10191"/>
                <a:gd name="connsiteX6" fmla="*/ 586 w 10011"/>
                <a:gd name="connsiteY6" fmla="*/ 10002 h 10191"/>
                <a:gd name="connsiteX7" fmla="*/ 891 w 10011"/>
                <a:gd name="connsiteY7" fmla="*/ 9897 h 10191"/>
                <a:gd name="connsiteX8" fmla="*/ 1263 w 10011"/>
                <a:gd name="connsiteY8" fmla="*/ 10141 h 10191"/>
                <a:gd name="connsiteX9" fmla="*/ 1361 w 10011"/>
                <a:gd name="connsiteY9" fmla="*/ 10141 h 10191"/>
                <a:gd name="connsiteX10" fmla="*/ 1467 w 10011"/>
                <a:gd name="connsiteY10" fmla="*/ 10141 h 10191"/>
                <a:gd name="connsiteX11" fmla="*/ 1566 w 10011"/>
                <a:gd name="connsiteY11" fmla="*/ 10141 h 10191"/>
                <a:gd name="connsiteX12" fmla="*/ 1703 w 10011"/>
                <a:gd name="connsiteY12" fmla="*/ 10082 h 10191"/>
                <a:gd name="connsiteX13" fmla="*/ 1841 w 10011"/>
                <a:gd name="connsiteY13" fmla="*/ 9996 h 10191"/>
                <a:gd name="connsiteX14" fmla="*/ 2187 w 10011"/>
                <a:gd name="connsiteY14" fmla="*/ 10082 h 10191"/>
                <a:gd name="connsiteX15" fmla="*/ 2286 w 10011"/>
                <a:gd name="connsiteY15" fmla="*/ 10082 h 10191"/>
                <a:gd name="connsiteX16" fmla="*/ 2427 w 10011"/>
                <a:gd name="connsiteY16" fmla="*/ 10012 h 10191"/>
                <a:gd name="connsiteX17" fmla="*/ 2573 w 10011"/>
                <a:gd name="connsiteY17" fmla="*/ 9948 h 10191"/>
                <a:gd name="connsiteX18" fmla="*/ 2707 w 10011"/>
                <a:gd name="connsiteY18" fmla="*/ 9948 h 10191"/>
                <a:gd name="connsiteX19" fmla="*/ 2813 w 10011"/>
                <a:gd name="connsiteY19" fmla="*/ 9948 h 10191"/>
                <a:gd name="connsiteX20" fmla="*/ 2915 w 10011"/>
                <a:gd name="connsiteY20" fmla="*/ 9948 h 10191"/>
                <a:gd name="connsiteX21" fmla="*/ 3116 w 10011"/>
                <a:gd name="connsiteY21" fmla="*/ 9948 h 10191"/>
                <a:gd name="connsiteX22" fmla="*/ 3245 w 10011"/>
                <a:gd name="connsiteY22" fmla="*/ 10018 h 10191"/>
                <a:gd name="connsiteX23" fmla="*/ 3375 w 10011"/>
                <a:gd name="connsiteY23" fmla="*/ 10082 h 10191"/>
                <a:gd name="connsiteX24" fmla="*/ 3470 w 10011"/>
                <a:gd name="connsiteY24" fmla="*/ 10141 h 10191"/>
                <a:gd name="connsiteX25" fmla="*/ 3572 w 10011"/>
                <a:gd name="connsiteY25" fmla="*/ 10136 h 10191"/>
                <a:gd name="connsiteX26" fmla="*/ 3674 w 10011"/>
                <a:gd name="connsiteY26" fmla="*/ 10082 h 10191"/>
                <a:gd name="connsiteX27" fmla="*/ 3788 w 10011"/>
                <a:gd name="connsiteY27" fmla="*/ 10012 h 10191"/>
                <a:gd name="connsiteX28" fmla="*/ 3934 w 10011"/>
                <a:gd name="connsiteY28" fmla="*/ 9996 h 10191"/>
                <a:gd name="connsiteX29" fmla="*/ 4087 w 10011"/>
                <a:gd name="connsiteY29" fmla="*/ 10082 h 10191"/>
                <a:gd name="connsiteX30" fmla="*/ 4182 w 10011"/>
                <a:gd name="connsiteY30" fmla="*/ 10141 h 10191"/>
                <a:gd name="connsiteX31" fmla="*/ 4288 w 10011"/>
                <a:gd name="connsiteY31" fmla="*/ 10136 h 10191"/>
                <a:gd name="connsiteX32" fmla="*/ 4386 w 10011"/>
                <a:gd name="connsiteY32" fmla="*/ 10136 h 10191"/>
                <a:gd name="connsiteX33" fmla="*/ 4524 w 10011"/>
                <a:gd name="connsiteY33" fmla="*/ 10130 h 10191"/>
                <a:gd name="connsiteX34" fmla="*/ 4662 w 10011"/>
                <a:gd name="connsiteY34" fmla="*/ 10077 h 10191"/>
                <a:gd name="connsiteX35" fmla="*/ 4807 w 10011"/>
                <a:gd name="connsiteY35" fmla="*/ 10018 h 10191"/>
                <a:gd name="connsiteX36" fmla="*/ 5016 w 10011"/>
                <a:gd name="connsiteY36" fmla="*/ 9948 h 10191"/>
                <a:gd name="connsiteX37" fmla="*/ 5122 w 10011"/>
                <a:gd name="connsiteY37" fmla="*/ 9948 h 10191"/>
                <a:gd name="connsiteX38" fmla="*/ 5393 w 10011"/>
                <a:gd name="connsiteY38" fmla="*/ 9948 h 10191"/>
                <a:gd name="connsiteX39" fmla="*/ 5539 w 10011"/>
                <a:gd name="connsiteY39" fmla="*/ 9884 h 10191"/>
                <a:gd name="connsiteX40" fmla="*/ 5645 w 10011"/>
                <a:gd name="connsiteY40" fmla="*/ 9819 h 10191"/>
                <a:gd name="connsiteX41" fmla="*/ 5779 w 10011"/>
                <a:gd name="connsiteY41" fmla="*/ 9814 h 10191"/>
                <a:gd name="connsiteX42" fmla="*/ 5858 w 10011"/>
                <a:gd name="connsiteY42" fmla="*/ 9600 h 10191"/>
                <a:gd name="connsiteX43" fmla="*/ 6072 w 10011"/>
                <a:gd name="connsiteY43" fmla="*/ 9782 h 10191"/>
                <a:gd name="connsiteX44" fmla="*/ 6440 w 10011"/>
                <a:gd name="connsiteY44" fmla="*/ 9691 h 10191"/>
                <a:gd name="connsiteX45" fmla="*/ 6542 w 10011"/>
                <a:gd name="connsiteY45" fmla="*/ 9691 h 10191"/>
                <a:gd name="connsiteX46" fmla="*/ 6644 w 10011"/>
                <a:gd name="connsiteY46" fmla="*/ 9627 h 10191"/>
                <a:gd name="connsiteX47" fmla="*/ 6751 w 10011"/>
                <a:gd name="connsiteY47" fmla="*/ 9627 h 10191"/>
                <a:gd name="connsiteX48" fmla="*/ 6888 w 10011"/>
                <a:gd name="connsiteY48" fmla="*/ 9627 h 10191"/>
                <a:gd name="connsiteX49" fmla="*/ 7022 w 10011"/>
                <a:gd name="connsiteY49" fmla="*/ 9627 h 10191"/>
                <a:gd name="connsiteX50" fmla="*/ 7266 w 10011"/>
                <a:gd name="connsiteY50" fmla="*/ 9630 h 10191"/>
                <a:gd name="connsiteX51" fmla="*/ 7537 w 10011"/>
                <a:gd name="connsiteY51" fmla="*/ 9557 h 10191"/>
                <a:gd name="connsiteX52" fmla="*/ 7667 w 10011"/>
                <a:gd name="connsiteY52" fmla="*/ 9627 h 10191"/>
                <a:gd name="connsiteX53" fmla="*/ 7805 w 10011"/>
                <a:gd name="connsiteY53" fmla="*/ 9627 h 10191"/>
                <a:gd name="connsiteX54" fmla="*/ 7970 w 10011"/>
                <a:gd name="connsiteY54" fmla="*/ 9627 h 10191"/>
                <a:gd name="connsiteX55" fmla="*/ 8084 w 10011"/>
                <a:gd name="connsiteY55" fmla="*/ 9562 h 10191"/>
                <a:gd name="connsiteX56" fmla="*/ 8159 w 10011"/>
                <a:gd name="connsiteY56" fmla="*/ 9600 h 10191"/>
                <a:gd name="connsiteX57" fmla="*/ 8466 w 10011"/>
                <a:gd name="connsiteY57" fmla="*/ 9622 h 10191"/>
                <a:gd name="connsiteX58" fmla="*/ 8615 w 10011"/>
                <a:gd name="connsiteY58" fmla="*/ 9375 h 10191"/>
                <a:gd name="connsiteX59" fmla="*/ 8732 w 10011"/>
                <a:gd name="connsiteY59" fmla="*/ 9454 h 10191"/>
                <a:gd name="connsiteX60" fmla="*/ 8979 w 10011"/>
                <a:gd name="connsiteY60" fmla="*/ 9391 h 10191"/>
                <a:gd name="connsiteX61" fmla="*/ 9141 w 10011"/>
                <a:gd name="connsiteY61" fmla="*/ 9437 h 10191"/>
                <a:gd name="connsiteX62" fmla="*/ 9496 w 10011"/>
                <a:gd name="connsiteY62" fmla="*/ 9280 h 10191"/>
                <a:gd name="connsiteX63" fmla="*/ 9630 w 10011"/>
                <a:gd name="connsiteY63" fmla="*/ 8506 h 10191"/>
                <a:gd name="connsiteX64" fmla="*/ 9630 w 10011"/>
                <a:gd name="connsiteY64" fmla="*/ 7515 h 10191"/>
                <a:gd name="connsiteX65" fmla="*/ 9670 w 10011"/>
                <a:gd name="connsiteY65" fmla="*/ 7236 h 10191"/>
                <a:gd name="connsiteX66" fmla="*/ 9709 w 10011"/>
                <a:gd name="connsiteY66" fmla="*/ 6749 h 10191"/>
                <a:gd name="connsiteX67" fmla="*/ 9740 w 10011"/>
                <a:gd name="connsiteY67" fmla="*/ 6486 h 10191"/>
                <a:gd name="connsiteX68" fmla="*/ 9897 w 10011"/>
                <a:gd name="connsiteY68" fmla="*/ 6052 h 10191"/>
                <a:gd name="connsiteX69" fmla="*/ 9851 w 10011"/>
                <a:gd name="connsiteY69" fmla="*/ 5463 h 10191"/>
                <a:gd name="connsiteX70" fmla="*/ 9975 w 10011"/>
                <a:gd name="connsiteY70" fmla="*/ 4988 h 10191"/>
                <a:gd name="connsiteX71" fmla="*/ 9941 w 10011"/>
                <a:gd name="connsiteY71" fmla="*/ 4632 h 10191"/>
                <a:gd name="connsiteX72" fmla="*/ 9976 w 10011"/>
                <a:gd name="connsiteY72" fmla="*/ 4316 h 10191"/>
                <a:gd name="connsiteX73" fmla="*/ 9996 w 10011"/>
                <a:gd name="connsiteY73" fmla="*/ 4123 h 10191"/>
                <a:gd name="connsiteX74" fmla="*/ 9953 w 10011"/>
                <a:gd name="connsiteY74" fmla="*/ 3924 h 10191"/>
                <a:gd name="connsiteX75" fmla="*/ 9937 w 10011"/>
                <a:gd name="connsiteY75" fmla="*/ 3742 h 10191"/>
                <a:gd name="connsiteX76" fmla="*/ 9969 w 10011"/>
                <a:gd name="connsiteY76" fmla="*/ 3485 h 10191"/>
                <a:gd name="connsiteX77" fmla="*/ 10000 w 10011"/>
                <a:gd name="connsiteY77" fmla="*/ 3164 h 10191"/>
                <a:gd name="connsiteX78" fmla="*/ 9906 w 10011"/>
                <a:gd name="connsiteY78" fmla="*/ 2713 h 10191"/>
                <a:gd name="connsiteX79" fmla="*/ 9692 w 10011"/>
                <a:gd name="connsiteY79" fmla="*/ 2307 h 10191"/>
                <a:gd name="connsiteX80" fmla="*/ 9700 w 10011"/>
                <a:gd name="connsiteY80" fmla="*/ 1103 h 10191"/>
                <a:gd name="connsiteX81" fmla="*/ 9521 w 10011"/>
                <a:gd name="connsiteY81" fmla="*/ 1125 h 10191"/>
                <a:gd name="connsiteX82" fmla="*/ 9354 w 10011"/>
                <a:gd name="connsiteY82" fmla="*/ 878 h 10191"/>
                <a:gd name="connsiteX83" fmla="*/ 9056 w 10011"/>
                <a:gd name="connsiteY83" fmla="*/ 1025 h 10191"/>
                <a:gd name="connsiteX84" fmla="*/ 8951 w 10011"/>
                <a:gd name="connsiteY84" fmla="*/ 1291 h 10191"/>
                <a:gd name="connsiteX85" fmla="*/ 8749 w 10011"/>
                <a:gd name="connsiteY85" fmla="*/ 1245 h 10191"/>
                <a:gd name="connsiteX86" fmla="*/ 8615 w 10011"/>
                <a:gd name="connsiteY86" fmla="*/ 1245 h 10191"/>
                <a:gd name="connsiteX87" fmla="*/ 8485 w 10011"/>
                <a:gd name="connsiteY87" fmla="*/ 1175 h 10191"/>
                <a:gd name="connsiteX88" fmla="*/ 8356 w 10011"/>
                <a:gd name="connsiteY88" fmla="*/ 1175 h 10191"/>
                <a:gd name="connsiteX89" fmla="*/ 8190 w 10011"/>
                <a:gd name="connsiteY89" fmla="*/ 1111 h 10191"/>
                <a:gd name="connsiteX90" fmla="*/ 8057 w 10011"/>
                <a:gd name="connsiteY90" fmla="*/ 929 h 10191"/>
                <a:gd name="connsiteX91" fmla="*/ 7616 w 10011"/>
                <a:gd name="connsiteY91" fmla="*/ 736 h 10191"/>
                <a:gd name="connsiteX92" fmla="*/ 7482 w 10011"/>
                <a:gd name="connsiteY92" fmla="*/ 730 h 10191"/>
                <a:gd name="connsiteX93" fmla="*/ 7427 w 10011"/>
                <a:gd name="connsiteY93" fmla="*/ 929 h 10191"/>
                <a:gd name="connsiteX94" fmla="*/ 7345 w 10011"/>
                <a:gd name="connsiteY94" fmla="*/ 736 h 10191"/>
                <a:gd name="connsiteX95" fmla="*/ 7144 w 10011"/>
                <a:gd name="connsiteY95" fmla="*/ 736 h 10191"/>
                <a:gd name="connsiteX96" fmla="*/ 7042 w 10011"/>
                <a:gd name="connsiteY96" fmla="*/ 730 h 10191"/>
                <a:gd name="connsiteX97" fmla="*/ 7010 w 10011"/>
                <a:gd name="connsiteY97" fmla="*/ 934 h 10191"/>
                <a:gd name="connsiteX98" fmla="*/ 6849 w 10011"/>
                <a:gd name="connsiteY98" fmla="*/ 607 h 10191"/>
                <a:gd name="connsiteX99" fmla="*/ 6715 w 10011"/>
                <a:gd name="connsiteY99" fmla="*/ 602 h 10191"/>
                <a:gd name="connsiteX100" fmla="*/ 6633 w 10011"/>
                <a:gd name="connsiteY100" fmla="*/ 538 h 10191"/>
                <a:gd name="connsiteX101" fmla="*/ 6235 w 10011"/>
                <a:gd name="connsiteY101" fmla="*/ 350 h 10191"/>
                <a:gd name="connsiteX102" fmla="*/ 6105 w 10011"/>
                <a:gd name="connsiteY102" fmla="*/ 280 h 10191"/>
                <a:gd name="connsiteX103" fmla="*/ 6050 w 10011"/>
                <a:gd name="connsiteY103" fmla="*/ 146 h 10191"/>
                <a:gd name="connsiteX104" fmla="*/ 5712 w 10011"/>
                <a:gd name="connsiteY104" fmla="*/ 162 h 10191"/>
                <a:gd name="connsiteX105" fmla="*/ 5511 w 10011"/>
                <a:gd name="connsiteY105" fmla="*/ 157 h 10191"/>
                <a:gd name="connsiteX106" fmla="*/ 5421 w 10011"/>
                <a:gd name="connsiteY106" fmla="*/ 146 h 10191"/>
                <a:gd name="connsiteX107" fmla="*/ 5201 w 10011"/>
                <a:gd name="connsiteY107" fmla="*/ 157 h 10191"/>
                <a:gd name="connsiteX108" fmla="*/ 5102 w 10011"/>
                <a:gd name="connsiteY108" fmla="*/ 162 h 10191"/>
                <a:gd name="connsiteX109" fmla="*/ 5008 w 10011"/>
                <a:gd name="connsiteY109" fmla="*/ 141 h 10191"/>
                <a:gd name="connsiteX110" fmla="*/ 4929 w 10011"/>
                <a:gd name="connsiteY110" fmla="*/ 162 h 10191"/>
                <a:gd name="connsiteX111" fmla="*/ 4565 w 10011"/>
                <a:gd name="connsiteY111" fmla="*/ 268 h 10191"/>
                <a:gd name="connsiteX112" fmla="*/ 4234 w 10011"/>
                <a:gd name="connsiteY112" fmla="*/ 345 h 10191"/>
                <a:gd name="connsiteX113" fmla="*/ 3875 w 10011"/>
                <a:gd name="connsiteY113" fmla="*/ 162 h 10191"/>
                <a:gd name="connsiteX114" fmla="*/ 3749 w 10011"/>
                <a:gd name="connsiteY114" fmla="*/ 146 h 10191"/>
                <a:gd name="connsiteX115" fmla="*/ 3541 w 10011"/>
                <a:gd name="connsiteY115" fmla="*/ 162 h 10191"/>
                <a:gd name="connsiteX116" fmla="*/ 3403 w 10011"/>
                <a:gd name="connsiteY116" fmla="*/ 162 h 10191"/>
                <a:gd name="connsiteX117" fmla="*/ 3332 w 10011"/>
                <a:gd name="connsiteY117" fmla="*/ 141 h 10191"/>
                <a:gd name="connsiteX118" fmla="*/ 3068 w 10011"/>
                <a:gd name="connsiteY118" fmla="*/ 162 h 10191"/>
                <a:gd name="connsiteX119" fmla="*/ 2931 w 10011"/>
                <a:gd name="connsiteY119" fmla="*/ 157 h 10191"/>
                <a:gd name="connsiteX120" fmla="*/ 2825 w 10011"/>
                <a:gd name="connsiteY120" fmla="*/ 162 h 10191"/>
                <a:gd name="connsiteX121" fmla="*/ 2707 w 10011"/>
                <a:gd name="connsiteY121" fmla="*/ 146 h 10191"/>
                <a:gd name="connsiteX122" fmla="*/ 2290 w 10011"/>
                <a:gd name="connsiteY122" fmla="*/ 146 h 10191"/>
                <a:gd name="connsiteX123" fmla="*/ 1912 w 10011"/>
                <a:gd name="connsiteY123" fmla="*/ 479 h 10191"/>
                <a:gd name="connsiteX124" fmla="*/ 1794 w 10011"/>
                <a:gd name="connsiteY124" fmla="*/ 607 h 10191"/>
                <a:gd name="connsiteX125" fmla="*/ 1692 w 10011"/>
                <a:gd name="connsiteY125" fmla="*/ 607 h 10191"/>
                <a:gd name="connsiteX126" fmla="*/ 1617 w 10011"/>
                <a:gd name="connsiteY126" fmla="*/ 538 h 10191"/>
                <a:gd name="connsiteX127" fmla="*/ 1452 w 10011"/>
                <a:gd name="connsiteY127" fmla="*/ 923 h 10191"/>
                <a:gd name="connsiteX128" fmla="*/ 1310 w 10011"/>
                <a:gd name="connsiteY128" fmla="*/ 993 h 10191"/>
                <a:gd name="connsiteX129" fmla="*/ 1255 w 10011"/>
                <a:gd name="connsiteY129" fmla="*/ 1181 h 10191"/>
                <a:gd name="connsiteX130" fmla="*/ 1109 w 10011"/>
                <a:gd name="connsiteY130" fmla="*/ 1331 h 10191"/>
                <a:gd name="connsiteX131" fmla="*/ 1090 w 10011"/>
                <a:gd name="connsiteY131" fmla="*/ 1433 h 10191"/>
                <a:gd name="connsiteX132" fmla="*/ 1027 w 10011"/>
                <a:gd name="connsiteY132" fmla="*/ 1700 h 10191"/>
                <a:gd name="connsiteX133" fmla="*/ 901 w 10011"/>
                <a:gd name="connsiteY133" fmla="*/ 1958 h 10191"/>
                <a:gd name="connsiteX134" fmla="*/ 818 w 10011"/>
                <a:gd name="connsiteY134" fmla="*/ 2118 h 10191"/>
                <a:gd name="connsiteX135" fmla="*/ 822 w 10011"/>
                <a:gd name="connsiteY135" fmla="*/ 2654 h 10191"/>
                <a:gd name="connsiteX136" fmla="*/ 799 w 10011"/>
                <a:gd name="connsiteY136" fmla="*/ 2912 h 10191"/>
                <a:gd name="connsiteX137" fmla="*/ 838 w 10011"/>
                <a:gd name="connsiteY137" fmla="*/ 3223 h 10191"/>
                <a:gd name="connsiteX138" fmla="*/ 744 w 10011"/>
                <a:gd name="connsiteY138" fmla="*/ 3421 h 10191"/>
                <a:gd name="connsiteX139" fmla="*/ 645 w 10011"/>
                <a:gd name="connsiteY139" fmla="*/ 3694 h 10191"/>
                <a:gd name="connsiteX140" fmla="*/ 622 w 10011"/>
                <a:gd name="connsiteY140" fmla="*/ 4198 h 10191"/>
                <a:gd name="connsiteX141" fmla="*/ 511 w 10011"/>
                <a:gd name="connsiteY141" fmla="*/ 4251 h 10191"/>
                <a:gd name="connsiteX142" fmla="*/ 559 w 10011"/>
                <a:gd name="connsiteY142" fmla="*/ 4482 h 10191"/>
                <a:gd name="connsiteX143" fmla="*/ 492 w 10011"/>
                <a:gd name="connsiteY143" fmla="*/ 4450 h 10191"/>
                <a:gd name="connsiteX144" fmla="*/ 585 w 10011"/>
                <a:gd name="connsiteY144" fmla="*/ 4728 h 10191"/>
                <a:gd name="connsiteX145" fmla="*/ 515 w 10011"/>
                <a:gd name="connsiteY145" fmla="*/ 4825 h 10191"/>
                <a:gd name="connsiteX146" fmla="*/ 492 w 10011"/>
                <a:gd name="connsiteY146" fmla="*/ 5087 h 10191"/>
                <a:gd name="connsiteX147" fmla="*/ 429 w 10011"/>
                <a:gd name="connsiteY147" fmla="*/ 5661 h 10191"/>
                <a:gd name="connsiteX148" fmla="*/ 413 w 10011"/>
                <a:gd name="connsiteY148" fmla="*/ 5789 h 10191"/>
                <a:gd name="connsiteX149" fmla="*/ 386 w 10011"/>
                <a:gd name="connsiteY149" fmla="*/ 6057 h 10191"/>
                <a:gd name="connsiteX150" fmla="*/ 420 w 10011"/>
                <a:gd name="connsiteY150" fmla="*/ 6504 h 10191"/>
                <a:gd name="connsiteX151" fmla="*/ 303 w 10011"/>
                <a:gd name="connsiteY151" fmla="*/ 6813 h 10191"/>
                <a:gd name="connsiteX152" fmla="*/ 271 w 10011"/>
                <a:gd name="connsiteY152" fmla="*/ 7070 h 10191"/>
                <a:gd name="connsiteX153" fmla="*/ 508 w 10011"/>
                <a:gd name="connsiteY153" fmla="*/ 7322 h 10191"/>
                <a:gd name="connsiteX154" fmla="*/ 556 w 10011"/>
                <a:gd name="connsiteY154" fmla="*/ 7611 h 10191"/>
                <a:gd name="connsiteX155" fmla="*/ 505 w 10011"/>
                <a:gd name="connsiteY155" fmla="*/ 8054 h 10191"/>
                <a:gd name="connsiteX156" fmla="*/ 561 w 10011"/>
                <a:gd name="connsiteY156" fmla="*/ 8289 h 10191"/>
                <a:gd name="connsiteX157" fmla="*/ 428 w 10011"/>
                <a:gd name="connsiteY157" fmla="*/ 8725 h 10191"/>
                <a:gd name="connsiteX0" fmla="*/ 247 w 9830"/>
                <a:gd name="connsiteY0" fmla="*/ 8725 h 10191"/>
                <a:gd name="connsiteX1" fmla="*/ 0 w 9830"/>
                <a:gd name="connsiteY1" fmla="*/ 9819 h 10191"/>
                <a:gd name="connsiteX2" fmla="*/ 98 w 9830"/>
                <a:gd name="connsiteY2" fmla="*/ 9819 h 10191"/>
                <a:gd name="connsiteX3" fmla="*/ 264 w 9830"/>
                <a:gd name="connsiteY3" fmla="*/ 9819 h 10191"/>
                <a:gd name="connsiteX4" fmla="*/ 401 w 9830"/>
                <a:gd name="connsiteY4" fmla="*/ 9819 h 10191"/>
                <a:gd name="connsiteX5" fmla="*/ 405 w 9830"/>
                <a:gd name="connsiteY5" fmla="*/ 10002 h 10191"/>
                <a:gd name="connsiteX6" fmla="*/ 710 w 9830"/>
                <a:gd name="connsiteY6" fmla="*/ 9897 h 10191"/>
                <a:gd name="connsiteX7" fmla="*/ 1082 w 9830"/>
                <a:gd name="connsiteY7" fmla="*/ 10141 h 10191"/>
                <a:gd name="connsiteX8" fmla="*/ 1180 w 9830"/>
                <a:gd name="connsiteY8" fmla="*/ 10141 h 10191"/>
                <a:gd name="connsiteX9" fmla="*/ 1286 w 9830"/>
                <a:gd name="connsiteY9" fmla="*/ 10141 h 10191"/>
                <a:gd name="connsiteX10" fmla="*/ 1385 w 9830"/>
                <a:gd name="connsiteY10" fmla="*/ 10141 h 10191"/>
                <a:gd name="connsiteX11" fmla="*/ 1522 w 9830"/>
                <a:gd name="connsiteY11" fmla="*/ 10082 h 10191"/>
                <a:gd name="connsiteX12" fmla="*/ 1660 w 9830"/>
                <a:gd name="connsiteY12" fmla="*/ 9996 h 10191"/>
                <a:gd name="connsiteX13" fmla="*/ 2006 w 9830"/>
                <a:gd name="connsiteY13" fmla="*/ 10082 h 10191"/>
                <a:gd name="connsiteX14" fmla="*/ 2105 w 9830"/>
                <a:gd name="connsiteY14" fmla="*/ 10082 h 10191"/>
                <a:gd name="connsiteX15" fmla="*/ 2246 w 9830"/>
                <a:gd name="connsiteY15" fmla="*/ 10012 h 10191"/>
                <a:gd name="connsiteX16" fmla="*/ 2392 w 9830"/>
                <a:gd name="connsiteY16" fmla="*/ 9948 h 10191"/>
                <a:gd name="connsiteX17" fmla="*/ 2526 w 9830"/>
                <a:gd name="connsiteY17" fmla="*/ 9948 h 10191"/>
                <a:gd name="connsiteX18" fmla="*/ 2632 w 9830"/>
                <a:gd name="connsiteY18" fmla="*/ 9948 h 10191"/>
                <a:gd name="connsiteX19" fmla="*/ 2734 w 9830"/>
                <a:gd name="connsiteY19" fmla="*/ 9948 h 10191"/>
                <a:gd name="connsiteX20" fmla="*/ 2935 w 9830"/>
                <a:gd name="connsiteY20" fmla="*/ 9948 h 10191"/>
                <a:gd name="connsiteX21" fmla="*/ 3064 w 9830"/>
                <a:gd name="connsiteY21" fmla="*/ 10018 h 10191"/>
                <a:gd name="connsiteX22" fmla="*/ 3194 w 9830"/>
                <a:gd name="connsiteY22" fmla="*/ 10082 h 10191"/>
                <a:gd name="connsiteX23" fmla="*/ 3289 w 9830"/>
                <a:gd name="connsiteY23" fmla="*/ 10141 h 10191"/>
                <a:gd name="connsiteX24" fmla="*/ 3391 w 9830"/>
                <a:gd name="connsiteY24" fmla="*/ 10136 h 10191"/>
                <a:gd name="connsiteX25" fmla="*/ 3493 w 9830"/>
                <a:gd name="connsiteY25" fmla="*/ 10082 h 10191"/>
                <a:gd name="connsiteX26" fmla="*/ 3607 w 9830"/>
                <a:gd name="connsiteY26" fmla="*/ 10012 h 10191"/>
                <a:gd name="connsiteX27" fmla="*/ 3753 w 9830"/>
                <a:gd name="connsiteY27" fmla="*/ 9996 h 10191"/>
                <a:gd name="connsiteX28" fmla="*/ 3906 w 9830"/>
                <a:gd name="connsiteY28" fmla="*/ 10082 h 10191"/>
                <a:gd name="connsiteX29" fmla="*/ 4001 w 9830"/>
                <a:gd name="connsiteY29" fmla="*/ 10141 h 10191"/>
                <a:gd name="connsiteX30" fmla="*/ 4107 w 9830"/>
                <a:gd name="connsiteY30" fmla="*/ 10136 h 10191"/>
                <a:gd name="connsiteX31" fmla="*/ 4205 w 9830"/>
                <a:gd name="connsiteY31" fmla="*/ 10136 h 10191"/>
                <a:gd name="connsiteX32" fmla="*/ 4343 w 9830"/>
                <a:gd name="connsiteY32" fmla="*/ 10130 h 10191"/>
                <a:gd name="connsiteX33" fmla="*/ 4481 w 9830"/>
                <a:gd name="connsiteY33" fmla="*/ 10077 h 10191"/>
                <a:gd name="connsiteX34" fmla="*/ 4626 w 9830"/>
                <a:gd name="connsiteY34" fmla="*/ 10018 h 10191"/>
                <a:gd name="connsiteX35" fmla="*/ 4835 w 9830"/>
                <a:gd name="connsiteY35" fmla="*/ 9948 h 10191"/>
                <a:gd name="connsiteX36" fmla="*/ 4941 w 9830"/>
                <a:gd name="connsiteY36" fmla="*/ 9948 h 10191"/>
                <a:gd name="connsiteX37" fmla="*/ 5212 w 9830"/>
                <a:gd name="connsiteY37" fmla="*/ 9948 h 10191"/>
                <a:gd name="connsiteX38" fmla="*/ 5358 w 9830"/>
                <a:gd name="connsiteY38" fmla="*/ 9884 h 10191"/>
                <a:gd name="connsiteX39" fmla="*/ 5464 w 9830"/>
                <a:gd name="connsiteY39" fmla="*/ 9819 h 10191"/>
                <a:gd name="connsiteX40" fmla="*/ 5598 w 9830"/>
                <a:gd name="connsiteY40" fmla="*/ 9814 h 10191"/>
                <a:gd name="connsiteX41" fmla="*/ 5677 w 9830"/>
                <a:gd name="connsiteY41" fmla="*/ 9600 h 10191"/>
                <a:gd name="connsiteX42" fmla="*/ 5891 w 9830"/>
                <a:gd name="connsiteY42" fmla="*/ 9782 h 10191"/>
                <a:gd name="connsiteX43" fmla="*/ 6259 w 9830"/>
                <a:gd name="connsiteY43" fmla="*/ 9691 h 10191"/>
                <a:gd name="connsiteX44" fmla="*/ 6361 w 9830"/>
                <a:gd name="connsiteY44" fmla="*/ 9691 h 10191"/>
                <a:gd name="connsiteX45" fmla="*/ 6463 w 9830"/>
                <a:gd name="connsiteY45" fmla="*/ 9627 h 10191"/>
                <a:gd name="connsiteX46" fmla="*/ 6570 w 9830"/>
                <a:gd name="connsiteY46" fmla="*/ 9627 h 10191"/>
                <a:gd name="connsiteX47" fmla="*/ 6707 w 9830"/>
                <a:gd name="connsiteY47" fmla="*/ 9627 h 10191"/>
                <a:gd name="connsiteX48" fmla="*/ 6841 w 9830"/>
                <a:gd name="connsiteY48" fmla="*/ 9627 h 10191"/>
                <a:gd name="connsiteX49" fmla="*/ 7085 w 9830"/>
                <a:gd name="connsiteY49" fmla="*/ 9630 h 10191"/>
                <a:gd name="connsiteX50" fmla="*/ 7356 w 9830"/>
                <a:gd name="connsiteY50" fmla="*/ 9557 h 10191"/>
                <a:gd name="connsiteX51" fmla="*/ 7486 w 9830"/>
                <a:gd name="connsiteY51" fmla="*/ 9627 h 10191"/>
                <a:gd name="connsiteX52" fmla="*/ 7624 w 9830"/>
                <a:gd name="connsiteY52" fmla="*/ 9627 h 10191"/>
                <a:gd name="connsiteX53" fmla="*/ 7789 w 9830"/>
                <a:gd name="connsiteY53" fmla="*/ 9627 h 10191"/>
                <a:gd name="connsiteX54" fmla="*/ 7903 w 9830"/>
                <a:gd name="connsiteY54" fmla="*/ 9562 h 10191"/>
                <a:gd name="connsiteX55" fmla="*/ 7978 w 9830"/>
                <a:gd name="connsiteY55" fmla="*/ 9600 h 10191"/>
                <a:gd name="connsiteX56" fmla="*/ 8285 w 9830"/>
                <a:gd name="connsiteY56" fmla="*/ 9622 h 10191"/>
                <a:gd name="connsiteX57" fmla="*/ 8434 w 9830"/>
                <a:gd name="connsiteY57" fmla="*/ 9375 h 10191"/>
                <a:gd name="connsiteX58" fmla="*/ 8551 w 9830"/>
                <a:gd name="connsiteY58" fmla="*/ 9454 h 10191"/>
                <a:gd name="connsiteX59" fmla="*/ 8798 w 9830"/>
                <a:gd name="connsiteY59" fmla="*/ 9391 h 10191"/>
                <a:gd name="connsiteX60" fmla="*/ 8960 w 9830"/>
                <a:gd name="connsiteY60" fmla="*/ 9437 h 10191"/>
                <a:gd name="connsiteX61" fmla="*/ 9315 w 9830"/>
                <a:gd name="connsiteY61" fmla="*/ 9280 h 10191"/>
                <a:gd name="connsiteX62" fmla="*/ 9449 w 9830"/>
                <a:gd name="connsiteY62" fmla="*/ 8506 h 10191"/>
                <a:gd name="connsiteX63" fmla="*/ 9449 w 9830"/>
                <a:gd name="connsiteY63" fmla="*/ 7515 h 10191"/>
                <a:gd name="connsiteX64" fmla="*/ 9489 w 9830"/>
                <a:gd name="connsiteY64" fmla="*/ 7236 h 10191"/>
                <a:gd name="connsiteX65" fmla="*/ 9528 w 9830"/>
                <a:gd name="connsiteY65" fmla="*/ 6749 h 10191"/>
                <a:gd name="connsiteX66" fmla="*/ 9559 w 9830"/>
                <a:gd name="connsiteY66" fmla="*/ 6486 h 10191"/>
                <a:gd name="connsiteX67" fmla="*/ 9716 w 9830"/>
                <a:gd name="connsiteY67" fmla="*/ 6052 h 10191"/>
                <a:gd name="connsiteX68" fmla="*/ 9670 w 9830"/>
                <a:gd name="connsiteY68" fmla="*/ 5463 h 10191"/>
                <a:gd name="connsiteX69" fmla="*/ 9794 w 9830"/>
                <a:gd name="connsiteY69" fmla="*/ 4988 h 10191"/>
                <a:gd name="connsiteX70" fmla="*/ 9760 w 9830"/>
                <a:gd name="connsiteY70" fmla="*/ 4632 h 10191"/>
                <a:gd name="connsiteX71" fmla="*/ 9795 w 9830"/>
                <a:gd name="connsiteY71" fmla="*/ 4316 h 10191"/>
                <a:gd name="connsiteX72" fmla="*/ 9815 w 9830"/>
                <a:gd name="connsiteY72" fmla="*/ 4123 h 10191"/>
                <a:gd name="connsiteX73" fmla="*/ 9772 w 9830"/>
                <a:gd name="connsiteY73" fmla="*/ 3924 h 10191"/>
                <a:gd name="connsiteX74" fmla="*/ 9756 w 9830"/>
                <a:gd name="connsiteY74" fmla="*/ 3742 h 10191"/>
                <a:gd name="connsiteX75" fmla="*/ 9788 w 9830"/>
                <a:gd name="connsiteY75" fmla="*/ 3485 h 10191"/>
                <a:gd name="connsiteX76" fmla="*/ 9819 w 9830"/>
                <a:gd name="connsiteY76" fmla="*/ 3164 h 10191"/>
                <a:gd name="connsiteX77" fmla="*/ 9725 w 9830"/>
                <a:gd name="connsiteY77" fmla="*/ 2713 h 10191"/>
                <a:gd name="connsiteX78" fmla="*/ 9511 w 9830"/>
                <a:gd name="connsiteY78" fmla="*/ 2307 h 10191"/>
                <a:gd name="connsiteX79" fmla="*/ 9519 w 9830"/>
                <a:gd name="connsiteY79" fmla="*/ 1103 h 10191"/>
                <a:gd name="connsiteX80" fmla="*/ 9340 w 9830"/>
                <a:gd name="connsiteY80" fmla="*/ 1125 h 10191"/>
                <a:gd name="connsiteX81" fmla="*/ 9173 w 9830"/>
                <a:gd name="connsiteY81" fmla="*/ 878 h 10191"/>
                <a:gd name="connsiteX82" fmla="*/ 8875 w 9830"/>
                <a:gd name="connsiteY82" fmla="*/ 1025 h 10191"/>
                <a:gd name="connsiteX83" fmla="*/ 8770 w 9830"/>
                <a:gd name="connsiteY83" fmla="*/ 1291 h 10191"/>
                <a:gd name="connsiteX84" fmla="*/ 8568 w 9830"/>
                <a:gd name="connsiteY84" fmla="*/ 1245 h 10191"/>
                <a:gd name="connsiteX85" fmla="*/ 8434 w 9830"/>
                <a:gd name="connsiteY85" fmla="*/ 1245 h 10191"/>
                <a:gd name="connsiteX86" fmla="*/ 8304 w 9830"/>
                <a:gd name="connsiteY86" fmla="*/ 1175 h 10191"/>
                <a:gd name="connsiteX87" fmla="*/ 8175 w 9830"/>
                <a:gd name="connsiteY87" fmla="*/ 1175 h 10191"/>
                <a:gd name="connsiteX88" fmla="*/ 8009 w 9830"/>
                <a:gd name="connsiteY88" fmla="*/ 1111 h 10191"/>
                <a:gd name="connsiteX89" fmla="*/ 7876 w 9830"/>
                <a:gd name="connsiteY89" fmla="*/ 929 h 10191"/>
                <a:gd name="connsiteX90" fmla="*/ 7435 w 9830"/>
                <a:gd name="connsiteY90" fmla="*/ 736 h 10191"/>
                <a:gd name="connsiteX91" fmla="*/ 7301 w 9830"/>
                <a:gd name="connsiteY91" fmla="*/ 730 h 10191"/>
                <a:gd name="connsiteX92" fmla="*/ 7246 w 9830"/>
                <a:gd name="connsiteY92" fmla="*/ 929 h 10191"/>
                <a:gd name="connsiteX93" fmla="*/ 7164 w 9830"/>
                <a:gd name="connsiteY93" fmla="*/ 736 h 10191"/>
                <a:gd name="connsiteX94" fmla="*/ 6963 w 9830"/>
                <a:gd name="connsiteY94" fmla="*/ 736 h 10191"/>
                <a:gd name="connsiteX95" fmla="*/ 6861 w 9830"/>
                <a:gd name="connsiteY95" fmla="*/ 730 h 10191"/>
                <a:gd name="connsiteX96" fmla="*/ 6829 w 9830"/>
                <a:gd name="connsiteY96" fmla="*/ 934 h 10191"/>
                <a:gd name="connsiteX97" fmla="*/ 6668 w 9830"/>
                <a:gd name="connsiteY97" fmla="*/ 607 h 10191"/>
                <a:gd name="connsiteX98" fmla="*/ 6534 w 9830"/>
                <a:gd name="connsiteY98" fmla="*/ 602 h 10191"/>
                <a:gd name="connsiteX99" fmla="*/ 6452 w 9830"/>
                <a:gd name="connsiteY99" fmla="*/ 538 h 10191"/>
                <a:gd name="connsiteX100" fmla="*/ 6054 w 9830"/>
                <a:gd name="connsiteY100" fmla="*/ 350 h 10191"/>
                <a:gd name="connsiteX101" fmla="*/ 5924 w 9830"/>
                <a:gd name="connsiteY101" fmla="*/ 280 h 10191"/>
                <a:gd name="connsiteX102" fmla="*/ 5869 w 9830"/>
                <a:gd name="connsiteY102" fmla="*/ 146 h 10191"/>
                <a:gd name="connsiteX103" fmla="*/ 5531 w 9830"/>
                <a:gd name="connsiteY103" fmla="*/ 162 h 10191"/>
                <a:gd name="connsiteX104" fmla="*/ 5330 w 9830"/>
                <a:gd name="connsiteY104" fmla="*/ 157 h 10191"/>
                <a:gd name="connsiteX105" fmla="*/ 5240 w 9830"/>
                <a:gd name="connsiteY105" fmla="*/ 146 h 10191"/>
                <a:gd name="connsiteX106" fmla="*/ 5020 w 9830"/>
                <a:gd name="connsiteY106" fmla="*/ 157 h 10191"/>
                <a:gd name="connsiteX107" fmla="*/ 4921 w 9830"/>
                <a:gd name="connsiteY107" fmla="*/ 162 h 10191"/>
                <a:gd name="connsiteX108" fmla="*/ 4827 w 9830"/>
                <a:gd name="connsiteY108" fmla="*/ 141 h 10191"/>
                <a:gd name="connsiteX109" fmla="*/ 4748 w 9830"/>
                <a:gd name="connsiteY109" fmla="*/ 162 h 10191"/>
                <a:gd name="connsiteX110" fmla="*/ 4384 w 9830"/>
                <a:gd name="connsiteY110" fmla="*/ 268 h 10191"/>
                <a:gd name="connsiteX111" fmla="*/ 4053 w 9830"/>
                <a:gd name="connsiteY111" fmla="*/ 345 h 10191"/>
                <a:gd name="connsiteX112" fmla="*/ 3694 w 9830"/>
                <a:gd name="connsiteY112" fmla="*/ 162 h 10191"/>
                <a:gd name="connsiteX113" fmla="*/ 3568 w 9830"/>
                <a:gd name="connsiteY113" fmla="*/ 146 h 10191"/>
                <a:gd name="connsiteX114" fmla="*/ 3360 w 9830"/>
                <a:gd name="connsiteY114" fmla="*/ 162 h 10191"/>
                <a:gd name="connsiteX115" fmla="*/ 3222 w 9830"/>
                <a:gd name="connsiteY115" fmla="*/ 162 h 10191"/>
                <a:gd name="connsiteX116" fmla="*/ 3151 w 9830"/>
                <a:gd name="connsiteY116" fmla="*/ 141 h 10191"/>
                <a:gd name="connsiteX117" fmla="*/ 2887 w 9830"/>
                <a:gd name="connsiteY117" fmla="*/ 162 h 10191"/>
                <a:gd name="connsiteX118" fmla="*/ 2750 w 9830"/>
                <a:gd name="connsiteY118" fmla="*/ 157 h 10191"/>
                <a:gd name="connsiteX119" fmla="*/ 2644 w 9830"/>
                <a:gd name="connsiteY119" fmla="*/ 162 h 10191"/>
                <a:gd name="connsiteX120" fmla="*/ 2526 w 9830"/>
                <a:gd name="connsiteY120" fmla="*/ 146 h 10191"/>
                <a:gd name="connsiteX121" fmla="*/ 2109 w 9830"/>
                <a:gd name="connsiteY121" fmla="*/ 146 h 10191"/>
                <a:gd name="connsiteX122" fmla="*/ 1731 w 9830"/>
                <a:gd name="connsiteY122" fmla="*/ 479 h 10191"/>
                <a:gd name="connsiteX123" fmla="*/ 1613 w 9830"/>
                <a:gd name="connsiteY123" fmla="*/ 607 h 10191"/>
                <a:gd name="connsiteX124" fmla="*/ 1511 w 9830"/>
                <a:gd name="connsiteY124" fmla="*/ 607 h 10191"/>
                <a:gd name="connsiteX125" fmla="*/ 1436 w 9830"/>
                <a:gd name="connsiteY125" fmla="*/ 538 h 10191"/>
                <a:gd name="connsiteX126" fmla="*/ 1271 w 9830"/>
                <a:gd name="connsiteY126" fmla="*/ 923 h 10191"/>
                <a:gd name="connsiteX127" fmla="*/ 1129 w 9830"/>
                <a:gd name="connsiteY127" fmla="*/ 993 h 10191"/>
                <a:gd name="connsiteX128" fmla="*/ 1074 w 9830"/>
                <a:gd name="connsiteY128" fmla="*/ 1181 h 10191"/>
                <a:gd name="connsiteX129" fmla="*/ 928 w 9830"/>
                <a:gd name="connsiteY129" fmla="*/ 1331 h 10191"/>
                <a:gd name="connsiteX130" fmla="*/ 909 w 9830"/>
                <a:gd name="connsiteY130" fmla="*/ 1433 h 10191"/>
                <a:gd name="connsiteX131" fmla="*/ 846 w 9830"/>
                <a:gd name="connsiteY131" fmla="*/ 1700 h 10191"/>
                <a:gd name="connsiteX132" fmla="*/ 720 w 9830"/>
                <a:gd name="connsiteY132" fmla="*/ 1958 h 10191"/>
                <a:gd name="connsiteX133" fmla="*/ 637 w 9830"/>
                <a:gd name="connsiteY133" fmla="*/ 2118 h 10191"/>
                <a:gd name="connsiteX134" fmla="*/ 641 w 9830"/>
                <a:gd name="connsiteY134" fmla="*/ 2654 h 10191"/>
                <a:gd name="connsiteX135" fmla="*/ 618 w 9830"/>
                <a:gd name="connsiteY135" fmla="*/ 2912 h 10191"/>
                <a:gd name="connsiteX136" fmla="*/ 657 w 9830"/>
                <a:gd name="connsiteY136" fmla="*/ 3223 h 10191"/>
                <a:gd name="connsiteX137" fmla="*/ 563 w 9830"/>
                <a:gd name="connsiteY137" fmla="*/ 3421 h 10191"/>
                <a:gd name="connsiteX138" fmla="*/ 464 w 9830"/>
                <a:gd name="connsiteY138" fmla="*/ 3694 h 10191"/>
                <a:gd name="connsiteX139" fmla="*/ 441 w 9830"/>
                <a:gd name="connsiteY139" fmla="*/ 4198 h 10191"/>
                <a:gd name="connsiteX140" fmla="*/ 330 w 9830"/>
                <a:gd name="connsiteY140" fmla="*/ 4251 h 10191"/>
                <a:gd name="connsiteX141" fmla="*/ 378 w 9830"/>
                <a:gd name="connsiteY141" fmla="*/ 4482 h 10191"/>
                <a:gd name="connsiteX142" fmla="*/ 311 w 9830"/>
                <a:gd name="connsiteY142" fmla="*/ 4450 h 10191"/>
                <a:gd name="connsiteX143" fmla="*/ 404 w 9830"/>
                <a:gd name="connsiteY143" fmla="*/ 4728 h 10191"/>
                <a:gd name="connsiteX144" fmla="*/ 334 w 9830"/>
                <a:gd name="connsiteY144" fmla="*/ 4825 h 10191"/>
                <a:gd name="connsiteX145" fmla="*/ 311 w 9830"/>
                <a:gd name="connsiteY145" fmla="*/ 5087 h 10191"/>
                <a:gd name="connsiteX146" fmla="*/ 248 w 9830"/>
                <a:gd name="connsiteY146" fmla="*/ 5661 h 10191"/>
                <a:gd name="connsiteX147" fmla="*/ 232 w 9830"/>
                <a:gd name="connsiteY147" fmla="*/ 5789 h 10191"/>
                <a:gd name="connsiteX148" fmla="*/ 205 w 9830"/>
                <a:gd name="connsiteY148" fmla="*/ 6057 h 10191"/>
                <a:gd name="connsiteX149" fmla="*/ 239 w 9830"/>
                <a:gd name="connsiteY149" fmla="*/ 6504 h 10191"/>
                <a:gd name="connsiteX150" fmla="*/ 122 w 9830"/>
                <a:gd name="connsiteY150" fmla="*/ 6813 h 10191"/>
                <a:gd name="connsiteX151" fmla="*/ 90 w 9830"/>
                <a:gd name="connsiteY151" fmla="*/ 7070 h 10191"/>
                <a:gd name="connsiteX152" fmla="*/ 327 w 9830"/>
                <a:gd name="connsiteY152" fmla="*/ 7322 h 10191"/>
                <a:gd name="connsiteX153" fmla="*/ 375 w 9830"/>
                <a:gd name="connsiteY153" fmla="*/ 7611 h 10191"/>
                <a:gd name="connsiteX154" fmla="*/ 324 w 9830"/>
                <a:gd name="connsiteY154" fmla="*/ 8054 h 10191"/>
                <a:gd name="connsiteX155" fmla="*/ 380 w 9830"/>
                <a:gd name="connsiteY155" fmla="*/ 8289 h 10191"/>
                <a:gd name="connsiteX156" fmla="*/ 247 w 9830"/>
                <a:gd name="connsiteY156" fmla="*/ 8725 h 10191"/>
                <a:gd name="connsiteX0" fmla="*/ 168 w 9917"/>
                <a:gd name="connsiteY0" fmla="*/ 8561 h 10000"/>
                <a:gd name="connsiteX1" fmla="*/ 17 w 9917"/>
                <a:gd name="connsiteY1" fmla="*/ 9635 h 10000"/>
                <a:gd name="connsiteX2" fmla="*/ 186 w 9917"/>
                <a:gd name="connsiteY2" fmla="*/ 9635 h 10000"/>
                <a:gd name="connsiteX3" fmla="*/ 325 w 9917"/>
                <a:gd name="connsiteY3" fmla="*/ 9635 h 10000"/>
                <a:gd name="connsiteX4" fmla="*/ 329 w 9917"/>
                <a:gd name="connsiteY4" fmla="*/ 9815 h 10000"/>
                <a:gd name="connsiteX5" fmla="*/ 639 w 9917"/>
                <a:gd name="connsiteY5" fmla="*/ 9712 h 10000"/>
                <a:gd name="connsiteX6" fmla="*/ 1018 w 9917"/>
                <a:gd name="connsiteY6" fmla="*/ 9951 h 10000"/>
                <a:gd name="connsiteX7" fmla="*/ 1117 w 9917"/>
                <a:gd name="connsiteY7" fmla="*/ 9951 h 10000"/>
                <a:gd name="connsiteX8" fmla="*/ 1225 w 9917"/>
                <a:gd name="connsiteY8" fmla="*/ 9951 h 10000"/>
                <a:gd name="connsiteX9" fmla="*/ 1326 w 9917"/>
                <a:gd name="connsiteY9" fmla="*/ 9951 h 10000"/>
                <a:gd name="connsiteX10" fmla="*/ 1465 w 9917"/>
                <a:gd name="connsiteY10" fmla="*/ 9893 h 10000"/>
                <a:gd name="connsiteX11" fmla="*/ 1606 w 9917"/>
                <a:gd name="connsiteY11" fmla="*/ 9809 h 10000"/>
                <a:gd name="connsiteX12" fmla="*/ 1958 w 9917"/>
                <a:gd name="connsiteY12" fmla="*/ 9893 h 10000"/>
                <a:gd name="connsiteX13" fmla="*/ 2058 w 9917"/>
                <a:gd name="connsiteY13" fmla="*/ 9893 h 10000"/>
                <a:gd name="connsiteX14" fmla="*/ 2202 w 9917"/>
                <a:gd name="connsiteY14" fmla="*/ 9824 h 10000"/>
                <a:gd name="connsiteX15" fmla="*/ 2350 w 9917"/>
                <a:gd name="connsiteY15" fmla="*/ 9762 h 10000"/>
                <a:gd name="connsiteX16" fmla="*/ 2487 w 9917"/>
                <a:gd name="connsiteY16" fmla="*/ 9762 h 10000"/>
                <a:gd name="connsiteX17" fmla="*/ 2595 w 9917"/>
                <a:gd name="connsiteY17" fmla="*/ 9762 h 10000"/>
                <a:gd name="connsiteX18" fmla="*/ 2698 w 9917"/>
                <a:gd name="connsiteY18" fmla="*/ 9762 h 10000"/>
                <a:gd name="connsiteX19" fmla="*/ 2903 w 9917"/>
                <a:gd name="connsiteY19" fmla="*/ 9762 h 10000"/>
                <a:gd name="connsiteX20" fmla="*/ 3034 w 9917"/>
                <a:gd name="connsiteY20" fmla="*/ 9830 h 10000"/>
                <a:gd name="connsiteX21" fmla="*/ 3166 w 9917"/>
                <a:gd name="connsiteY21" fmla="*/ 9893 h 10000"/>
                <a:gd name="connsiteX22" fmla="*/ 3263 w 9917"/>
                <a:gd name="connsiteY22" fmla="*/ 9951 h 10000"/>
                <a:gd name="connsiteX23" fmla="*/ 3367 w 9917"/>
                <a:gd name="connsiteY23" fmla="*/ 9946 h 10000"/>
                <a:gd name="connsiteX24" fmla="*/ 3470 w 9917"/>
                <a:gd name="connsiteY24" fmla="*/ 9893 h 10000"/>
                <a:gd name="connsiteX25" fmla="*/ 3586 w 9917"/>
                <a:gd name="connsiteY25" fmla="*/ 9824 h 10000"/>
                <a:gd name="connsiteX26" fmla="*/ 3735 w 9917"/>
                <a:gd name="connsiteY26" fmla="*/ 9809 h 10000"/>
                <a:gd name="connsiteX27" fmla="*/ 3891 w 9917"/>
                <a:gd name="connsiteY27" fmla="*/ 9893 h 10000"/>
                <a:gd name="connsiteX28" fmla="*/ 3987 w 9917"/>
                <a:gd name="connsiteY28" fmla="*/ 9951 h 10000"/>
                <a:gd name="connsiteX29" fmla="*/ 4095 w 9917"/>
                <a:gd name="connsiteY29" fmla="*/ 9946 h 10000"/>
                <a:gd name="connsiteX30" fmla="*/ 4195 w 9917"/>
                <a:gd name="connsiteY30" fmla="*/ 9946 h 10000"/>
                <a:gd name="connsiteX31" fmla="*/ 4335 w 9917"/>
                <a:gd name="connsiteY31" fmla="*/ 9940 h 10000"/>
                <a:gd name="connsiteX32" fmla="*/ 4475 w 9917"/>
                <a:gd name="connsiteY32" fmla="*/ 9888 h 10000"/>
                <a:gd name="connsiteX33" fmla="*/ 4623 w 9917"/>
                <a:gd name="connsiteY33" fmla="*/ 9830 h 10000"/>
                <a:gd name="connsiteX34" fmla="*/ 4836 w 9917"/>
                <a:gd name="connsiteY34" fmla="*/ 9762 h 10000"/>
                <a:gd name="connsiteX35" fmla="*/ 4943 w 9917"/>
                <a:gd name="connsiteY35" fmla="*/ 9762 h 10000"/>
                <a:gd name="connsiteX36" fmla="*/ 5219 w 9917"/>
                <a:gd name="connsiteY36" fmla="*/ 9762 h 10000"/>
                <a:gd name="connsiteX37" fmla="*/ 5368 w 9917"/>
                <a:gd name="connsiteY37" fmla="*/ 9699 h 10000"/>
                <a:gd name="connsiteX38" fmla="*/ 5475 w 9917"/>
                <a:gd name="connsiteY38" fmla="*/ 9635 h 10000"/>
                <a:gd name="connsiteX39" fmla="*/ 5612 w 9917"/>
                <a:gd name="connsiteY39" fmla="*/ 9630 h 10000"/>
                <a:gd name="connsiteX40" fmla="*/ 5692 w 9917"/>
                <a:gd name="connsiteY40" fmla="*/ 9420 h 10000"/>
                <a:gd name="connsiteX41" fmla="*/ 5910 w 9917"/>
                <a:gd name="connsiteY41" fmla="*/ 9599 h 10000"/>
                <a:gd name="connsiteX42" fmla="*/ 6284 w 9917"/>
                <a:gd name="connsiteY42" fmla="*/ 9509 h 10000"/>
                <a:gd name="connsiteX43" fmla="*/ 6388 w 9917"/>
                <a:gd name="connsiteY43" fmla="*/ 9509 h 10000"/>
                <a:gd name="connsiteX44" fmla="*/ 6492 w 9917"/>
                <a:gd name="connsiteY44" fmla="*/ 9447 h 10000"/>
                <a:gd name="connsiteX45" fmla="*/ 6601 w 9917"/>
                <a:gd name="connsiteY45" fmla="*/ 9447 h 10000"/>
                <a:gd name="connsiteX46" fmla="*/ 6740 w 9917"/>
                <a:gd name="connsiteY46" fmla="*/ 9447 h 10000"/>
                <a:gd name="connsiteX47" fmla="*/ 6876 w 9917"/>
                <a:gd name="connsiteY47" fmla="*/ 9447 h 10000"/>
                <a:gd name="connsiteX48" fmla="*/ 7125 w 9917"/>
                <a:gd name="connsiteY48" fmla="*/ 9450 h 10000"/>
                <a:gd name="connsiteX49" fmla="*/ 7400 w 9917"/>
                <a:gd name="connsiteY49" fmla="*/ 9378 h 10000"/>
                <a:gd name="connsiteX50" fmla="*/ 7532 w 9917"/>
                <a:gd name="connsiteY50" fmla="*/ 9447 h 10000"/>
                <a:gd name="connsiteX51" fmla="*/ 7673 w 9917"/>
                <a:gd name="connsiteY51" fmla="*/ 9447 h 10000"/>
                <a:gd name="connsiteX52" fmla="*/ 7841 w 9917"/>
                <a:gd name="connsiteY52" fmla="*/ 9447 h 10000"/>
                <a:gd name="connsiteX53" fmla="*/ 7957 w 9917"/>
                <a:gd name="connsiteY53" fmla="*/ 9383 h 10000"/>
                <a:gd name="connsiteX54" fmla="*/ 8033 w 9917"/>
                <a:gd name="connsiteY54" fmla="*/ 9420 h 10000"/>
                <a:gd name="connsiteX55" fmla="*/ 8345 w 9917"/>
                <a:gd name="connsiteY55" fmla="*/ 9442 h 10000"/>
                <a:gd name="connsiteX56" fmla="*/ 8497 w 9917"/>
                <a:gd name="connsiteY56" fmla="*/ 9199 h 10000"/>
                <a:gd name="connsiteX57" fmla="*/ 8616 w 9917"/>
                <a:gd name="connsiteY57" fmla="*/ 9277 h 10000"/>
                <a:gd name="connsiteX58" fmla="*/ 8867 w 9917"/>
                <a:gd name="connsiteY58" fmla="*/ 9215 h 10000"/>
                <a:gd name="connsiteX59" fmla="*/ 9032 w 9917"/>
                <a:gd name="connsiteY59" fmla="*/ 9260 h 10000"/>
                <a:gd name="connsiteX60" fmla="*/ 9393 w 9917"/>
                <a:gd name="connsiteY60" fmla="*/ 9106 h 10000"/>
                <a:gd name="connsiteX61" fmla="*/ 9529 w 9917"/>
                <a:gd name="connsiteY61" fmla="*/ 8347 h 10000"/>
                <a:gd name="connsiteX62" fmla="*/ 9529 w 9917"/>
                <a:gd name="connsiteY62" fmla="*/ 7374 h 10000"/>
                <a:gd name="connsiteX63" fmla="*/ 9570 w 9917"/>
                <a:gd name="connsiteY63" fmla="*/ 7100 h 10000"/>
                <a:gd name="connsiteX64" fmla="*/ 9610 w 9917"/>
                <a:gd name="connsiteY64" fmla="*/ 6623 h 10000"/>
                <a:gd name="connsiteX65" fmla="*/ 9641 w 9917"/>
                <a:gd name="connsiteY65" fmla="*/ 6364 h 10000"/>
                <a:gd name="connsiteX66" fmla="*/ 9801 w 9917"/>
                <a:gd name="connsiteY66" fmla="*/ 5939 h 10000"/>
                <a:gd name="connsiteX67" fmla="*/ 9754 w 9917"/>
                <a:gd name="connsiteY67" fmla="*/ 5361 h 10000"/>
                <a:gd name="connsiteX68" fmla="*/ 9880 w 9917"/>
                <a:gd name="connsiteY68" fmla="*/ 4895 h 10000"/>
                <a:gd name="connsiteX69" fmla="*/ 9846 w 9917"/>
                <a:gd name="connsiteY69" fmla="*/ 4545 h 10000"/>
                <a:gd name="connsiteX70" fmla="*/ 9881 w 9917"/>
                <a:gd name="connsiteY70" fmla="*/ 4235 h 10000"/>
                <a:gd name="connsiteX71" fmla="*/ 9902 w 9917"/>
                <a:gd name="connsiteY71" fmla="*/ 4046 h 10000"/>
                <a:gd name="connsiteX72" fmla="*/ 9858 w 9917"/>
                <a:gd name="connsiteY72" fmla="*/ 3850 h 10000"/>
                <a:gd name="connsiteX73" fmla="*/ 9842 w 9917"/>
                <a:gd name="connsiteY73" fmla="*/ 3672 h 10000"/>
                <a:gd name="connsiteX74" fmla="*/ 9874 w 9917"/>
                <a:gd name="connsiteY74" fmla="*/ 3420 h 10000"/>
                <a:gd name="connsiteX75" fmla="*/ 9906 w 9917"/>
                <a:gd name="connsiteY75" fmla="*/ 3105 h 10000"/>
                <a:gd name="connsiteX76" fmla="*/ 9810 w 9917"/>
                <a:gd name="connsiteY76" fmla="*/ 2662 h 10000"/>
                <a:gd name="connsiteX77" fmla="*/ 9592 w 9917"/>
                <a:gd name="connsiteY77" fmla="*/ 2264 h 10000"/>
                <a:gd name="connsiteX78" fmla="*/ 9601 w 9917"/>
                <a:gd name="connsiteY78" fmla="*/ 1082 h 10000"/>
                <a:gd name="connsiteX79" fmla="*/ 9419 w 9917"/>
                <a:gd name="connsiteY79" fmla="*/ 1104 h 10000"/>
                <a:gd name="connsiteX80" fmla="*/ 9249 w 9917"/>
                <a:gd name="connsiteY80" fmla="*/ 862 h 10000"/>
                <a:gd name="connsiteX81" fmla="*/ 8945 w 9917"/>
                <a:gd name="connsiteY81" fmla="*/ 1006 h 10000"/>
                <a:gd name="connsiteX82" fmla="*/ 8839 w 9917"/>
                <a:gd name="connsiteY82" fmla="*/ 1267 h 10000"/>
                <a:gd name="connsiteX83" fmla="*/ 8633 w 9917"/>
                <a:gd name="connsiteY83" fmla="*/ 1222 h 10000"/>
                <a:gd name="connsiteX84" fmla="*/ 8497 w 9917"/>
                <a:gd name="connsiteY84" fmla="*/ 1222 h 10000"/>
                <a:gd name="connsiteX85" fmla="*/ 8365 w 9917"/>
                <a:gd name="connsiteY85" fmla="*/ 1153 h 10000"/>
                <a:gd name="connsiteX86" fmla="*/ 8233 w 9917"/>
                <a:gd name="connsiteY86" fmla="*/ 1153 h 10000"/>
                <a:gd name="connsiteX87" fmla="*/ 8065 w 9917"/>
                <a:gd name="connsiteY87" fmla="*/ 1090 h 10000"/>
                <a:gd name="connsiteX88" fmla="*/ 7929 w 9917"/>
                <a:gd name="connsiteY88" fmla="*/ 912 h 10000"/>
                <a:gd name="connsiteX89" fmla="*/ 7481 w 9917"/>
                <a:gd name="connsiteY89" fmla="*/ 722 h 10000"/>
                <a:gd name="connsiteX90" fmla="*/ 7344 w 9917"/>
                <a:gd name="connsiteY90" fmla="*/ 716 h 10000"/>
                <a:gd name="connsiteX91" fmla="*/ 7288 w 9917"/>
                <a:gd name="connsiteY91" fmla="*/ 912 h 10000"/>
                <a:gd name="connsiteX92" fmla="*/ 7205 w 9917"/>
                <a:gd name="connsiteY92" fmla="*/ 722 h 10000"/>
                <a:gd name="connsiteX93" fmla="*/ 7000 w 9917"/>
                <a:gd name="connsiteY93" fmla="*/ 722 h 10000"/>
                <a:gd name="connsiteX94" fmla="*/ 6897 w 9917"/>
                <a:gd name="connsiteY94" fmla="*/ 716 h 10000"/>
                <a:gd name="connsiteX95" fmla="*/ 6864 w 9917"/>
                <a:gd name="connsiteY95" fmla="*/ 916 h 10000"/>
                <a:gd name="connsiteX96" fmla="*/ 6700 w 9917"/>
                <a:gd name="connsiteY96" fmla="*/ 596 h 10000"/>
                <a:gd name="connsiteX97" fmla="*/ 6564 w 9917"/>
                <a:gd name="connsiteY97" fmla="*/ 591 h 10000"/>
                <a:gd name="connsiteX98" fmla="*/ 6481 w 9917"/>
                <a:gd name="connsiteY98" fmla="*/ 528 h 10000"/>
                <a:gd name="connsiteX99" fmla="*/ 6076 w 9917"/>
                <a:gd name="connsiteY99" fmla="*/ 343 h 10000"/>
                <a:gd name="connsiteX100" fmla="*/ 5943 w 9917"/>
                <a:gd name="connsiteY100" fmla="*/ 275 h 10000"/>
                <a:gd name="connsiteX101" fmla="*/ 5887 w 9917"/>
                <a:gd name="connsiteY101" fmla="*/ 143 h 10000"/>
                <a:gd name="connsiteX102" fmla="*/ 5544 w 9917"/>
                <a:gd name="connsiteY102" fmla="*/ 159 h 10000"/>
                <a:gd name="connsiteX103" fmla="*/ 5339 w 9917"/>
                <a:gd name="connsiteY103" fmla="*/ 154 h 10000"/>
                <a:gd name="connsiteX104" fmla="*/ 5248 w 9917"/>
                <a:gd name="connsiteY104" fmla="*/ 143 h 10000"/>
                <a:gd name="connsiteX105" fmla="*/ 5024 w 9917"/>
                <a:gd name="connsiteY105" fmla="*/ 154 h 10000"/>
                <a:gd name="connsiteX106" fmla="*/ 4923 w 9917"/>
                <a:gd name="connsiteY106" fmla="*/ 159 h 10000"/>
                <a:gd name="connsiteX107" fmla="*/ 4827 w 9917"/>
                <a:gd name="connsiteY107" fmla="*/ 138 h 10000"/>
                <a:gd name="connsiteX108" fmla="*/ 4747 w 9917"/>
                <a:gd name="connsiteY108" fmla="*/ 159 h 10000"/>
                <a:gd name="connsiteX109" fmla="*/ 4377 w 9917"/>
                <a:gd name="connsiteY109" fmla="*/ 263 h 10000"/>
                <a:gd name="connsiteX110" fmla="*/ 4040 w 9917"/>
                <a:gd name="connsiteY110" fmla="*/ 339 h 10000"/>
                <a:gd name="connsiteX111" fmla="*/ 3675 w 9917"/>
                <a:gd name="connsiteY111" fmla="*/ 159 h 10000"/>
                <a:gd name="connsiteX112" fmla="*/ 3547 w 9917"/>
                <a:gd name="connsiteY112" fmla="*/ 143 h 10000"/>
                <a:gd name="connsiteX113" fmla="*/ 3335 w 9917"/>
                <a:gd name="connsiteY113" fmla="*/ 159 h 10000"/>
                <a:gd name="connsiteX114" fmla="*/ 3195 w 9917"/>
                <a:gd name="connsiteY114" fmla="*/ 159 h 10000"/>
                <a:gd name="connsiteX115" fmla="*/ 3122 w 9917"/>
                <a:gd name="connsiteY115" fmla="*/ 138 h 10000"/>
                <a:gd name="connsiteX116" fmla="*/ 2854 w 9917"/>
                <a:gd name="connsiteY116" fmla="*/ 159 h 10000"/>
                <a:gd name="connsiteX117" fmla="*/ 2715 w 9917"/>
                <a:gd name="connsiteY117" fmla="*/ 154 h 10000"/>
                <a:gd name="connsiteX118" fmla="*/ 2607 w 9917"/>
                <a:gd name="connsiteY118" fmla="*/ 159 h 10000"/>
                <a:gd name="connsiteX119" fmla="*/ 2487 w 9917"/>
                <a:gd name="connsiteY119" fmla="*/ 143 h 10000"/>
                <a:gd name="connsiteX120" fmla="*/ 2062 w 9917"/>
                <a:gd name="connsiteY120" fmla="*/ 143 h 10000"/>
                <a:gd name="connsiteX121" fmla="*/ 1678 w 9917"/>
                <a:gd name="connsiteY121" fmla="*/ 470 h 10000"/>
                <a:gd name="connsiteX122" fmla="*/ 1558 w 9917"/>
                <a:gd name="connsiteY122" fmla="*/ 596 h 10000"/>
                <a:gd name="connsiteX123" fmla="*/ 1454 w 9917"/>
                <a:gd name="connsiteY123" fmla="*/ 596 h 10000"/>
                <a:gd name="connsiteX124" fmla="*/ 1378 w 9917"/>
                <a:gd name="connsiteY124" fmla="*/ 528 h 10000"/>
                <a:gd name="connsiteX125" fmla="*/ 1210 w 9917"/>
                <a:gd name="connsiteY125" fmla="*/ 906 h 10000"/>
                <a:gd name="connsiteX126" fmla="*/ 1066 w 9917"/>
                <a:gd name="connsiteY126" fmla="*/ 974 h 10000"/>
                <a:gd name="connsiteX127" fmla="*/ 1010 w 9917"/>
                <a:gd name="connsiteY127" fmla="*/ 1159 h 10000"/>
                <a:gd name="connsiteX128" fmla="*/ 861 w 9917"/>
                <a:gd name="connsiteY128" fmla="*/ 1306 h 10000"/>
                <a:gd name="connsiteX129" fmla="*/ 842 w 9917"/>
                <a:gd name="connsiteY129" fmla="*/ 1406 h 10000"/>
                <a:gd name="connsiteX130" fmla="*/ 778 w 9917"/>
                <a:gd name="connsiteY130" fmla="*/ 1668 h 10000"/>
                <a:gd name="connsiteX131" fmla="*/ 649 w 9917"/>
                <a:gd name="connsiteY131" fmla="*/ 1921 h 10000"/>
                <a:gd name="connsiteX132" fmla="*/ 565 w 9917"/>
                <a:gd name="connsiteY132" fmla="*/ 2078 h 10000"/>
                <a:gd name="connsiteX133" fmla="*/ 569 w 9917"/>
                <a:gd name="connsiteY133" fmla="*/ 2604 h 10000"/>
                <a:gd name="connsiteX134" fmla="*/ 546 w 9917"/>
                <a:gd name="connsiteY134" fmla="*/ 2857 h 10000"/>
                <a:gd name="connsiteX135" fmla="*/ 585 w 9917"/>
                <a:gd name="connsiteY135" fmla="*/ 3163 h 10000"/>
                <a:gd name="connsiteX136" fmla="*/ 490 w 9917"/>
                <a:gd name="connsiteY136" fmla="*/ 3357 h 10000"/>
                <a:gd name="connsiteX137" fmla="*/ 389 w 9917"/>
                <a:gd name="connsiteY137" fmla="*/ 3625 h 10000"/>
                <a:gd name="connsiteX138" fmla="*/ 366 w 9917"/>
                <a:gd name="connsiteY138" fmla="*/ 4119 h 10000"/>
                <a:gd name="connsiteX139" fmla="*/ 253 w 9917"/>
                <a:gd name="connsiteY139" fmla="*/ 4171 h 10000"/>
                <a:gd name="connsiteX140" fmla="*/ 302 w 9917"/>
                <a:gd name="connsiteY140" fmla="*/ 4398 h 10000"/>
                <a:gd name="connsiteX141" fmla="*/ 233 w 9917"/>
                <a:gd name="connsiteY141" fmla="*/ 4367 h 10000"/>
                <a:gd name="connsiteX142" fmla="*/ 328 w 9917"/>
                <a:gd name="connsiteY142" fmla="*/ 4639 h 10000"/>
                <a:gd name="connsiteX143" fmla="*/ 257 w 9917"/>
                <a:gd name="connsiteY143" fmla="*/ 4735 h 10000"/>
                <a:gd name="connsiteX144" fmla="*/ 233 w 9917"/>
                <a:gd name="connsiteY144" fmla="*/ 4992 h 10000"/>
                <a:gd name="connsiteX145" fmla="*/ 169 w 9917"/>
                <a:gd name="connsiteY145" fmla="*/ 5555 h 10000"/>
                <a:gd name="connsiteX146" fmla="*/ 153 w 9917"/>
                <a:gd name="connsiteY146" fmla="*/ 5681 h 10000"/>
                <a:gd name="connsiteX147" fmla="*/ 126 w 9917"/>
                <a:gd name="connsiteY147" fmla="*/ 5943 h 10000"/>
                <a:gd name="connsiteX148" fmla="*/ 160 w 9917"/>
                <a:gd name="connsiteY148" fmla="*/ 6382 h 10000"/>
                <a:gd name="connsiteX149" fmla="*/ 41 w 9917"/>
                <a:gd name="connsiteY149" fmla="*/ 6685 h 10000"/>
                <a:gd name="connsiteX150" fmla="*/ 9 w 9917"/>
                <a:gd name="connsiteY150" fmla="*/ 6937 h 10000"/>
                <a:gd name="connsiteX151" fmla="*/ 250 w 9917"/>
                <a:gd name="connsiteY151" fmla="*/ 7185 h 10000"/>
                <a:gd name="connsiteX152" fmla="*/ 298 w 9917"/>
                <a:gd name="connsiteY152" fmla="*/ 7468 h 10000"/>
                <a:gd name="connsiteX153" fmla="*/ 247 w 9917"/>
                <a:gd name="connsiteY153" fmla="*/ 7903 h 10000"/>
                <a:gd name="connsiteX154" fmla="*/ 304 w 9917"/>
                <a:gd name="connsiteY154" fmla="*/ 8134 h 10000"/>
                <a:gd name="connsiteX155" fmla="*/ 168 w 9917"/>
                <a:gd name="connsiteY155" fmla="*/ 8561 h 10000"/>
                <a:gd name="connsiteX0" fmla="*/ 169 w 10000"/>
                <a:gd name="connsiteY0" fmla="*/ 8561 h 10000"/>
                <a:gd name="connsiteX1" fmla="*/ 188 w 10000"/>
                <a:gd name="connsiteY1" fmla="*/ 9635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169 w 10000"/>
                <a:gd name="connsiteY154" fmla="*/ 8561 h 10000"/>
                <a:gd name="connsiteX0" fmla="*/ 169 w 10000"/>
                <a:gd name="connsiteY0" fmla="*/ 8561 h 10000"/>
                <a:gd name="connsiteX1" fmla="*/ 241 w 10000"/>
                <a:gd name="connsiteY1" fmla="*/ 8978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169 w 10000"/>
                <a:gd name="connsiteY154" fmla="*/ 8561 h 10000"/>
                <a:gd name="connsiteX0" fmla="*/ 244 w 10000"/>
                <a:gd name="connsiteY0" fmla="*/ 8591 h 10000"/>
                <a:gd name="connsiteX1" fmla="*/ 241 w 10000"/>
                <a:gd name="connsiteY1" fmla="*/ 8978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636 w 10000"/>
                <a:gd name="connsiteY128" fmla="*/ 838 h 10000"/>
                <a:gd name="connsiteX129" fmla="*/ 785 w 10000"/>
                <a:gd name="connsiteY129" fmla="*/ 1668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837 w 10000"/>
                <a:gd name="connsiteY126" fmla="*/ 532 h 10000"/>
                <a:gd name="connsiteX127" fmla="*/ 868 w 10000"/>
                <a:gd name="connsiteY127" fmla="*/ 1306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336 w 10000"/>
                <a:gd name="connsiteY131" fmla="*/ 1958 h 10000"/>
                <a:gd name="connsiteX132" fmla="*/ 574 w 10000"/>
                <a:gd name="connsiteY132" fmla="*/ 2604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170 w 10000"/>
                <a:gd name="connsiteY144" fmla="*/ 5555 h 10000"/>
                <a:gd name="connsiteX145" fmla="*/ 303 w 10000"/>
                <a:gd name="connsiteY145" fmla="*/ 574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246 w 10000"/>
                <a:gd name="connsiteY147" fmla="*/ 6651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246 w 10000"/>
                <a:gd name="connsiteY147" fmla="*/ 6651 h 10000"/>
                <a:gd name="connsiteX148" fmla="*/ 190 w 10000"/>
                <a:gd name="connsiteY148" fmla="*/ 6954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65 w 9821"/>
                <a:gd name="connsiteY0" fmla="*/ 8591 h 10000"/>
                <a:gd name="connsiteX1" fmla="*/ 62 w 9821"/>
                <a:gd name="connsiteY1" fmla="*/ 8978 h 10000"/>
                <a:gd name="connsiteX2" fmla="*/ 32 w 9821"/>
                <a:gd name="connsiteY2" fmla="*/ 9396 h 10000"/>
                <a:gd name="connsiteX3" fmla="*/ 153 w 9821"/>
                <a:gd name="connsiteY3" fmla="*/ 9815 h 10000"/>
                <a:gd name="connsiteX4" fmla="*/ 465 w 9821"/>
                <a:gd name="connsiteY4" fmla="*/ 9712 h 10000"/>
                <a:gd name="connsiteX5" fmla="*/ 848 w 9821"/>
                <a:gd name="connsiteY5" fmla="*/ 9951 h 10000"/>
                <a:gd name="connsiteX6" fmla="*/ 947 w 9821"/>
                <a:gd name="connsiteY6" fmla="*/ 9951 h 10000"/>
                <a:gd name="connsiteX7" fmla="*/ 1056 w 9821"/>
                <a:gd name="connsiteY7" fmla="*/ 9951 h 10000"/>
                <a:gd name="connsiteX8" fmla="*/ 1158 w 9821"/>
                <a:gd name="connsiteY8" fmla="*/ 9951 h 10000"/>
                <a:gd name="connsiteX9" fmla="*/ 1298 w 9821"/>
                <a:gd name="connsiteY9" fmla="*/ 9893 h 10000"/>
                <a:gd name="connsiteX10" fmla="*/ 1440 w 9821"/>
                <a:gd name="connsiteY10" fmla="*/ 9809 h 10000"/>
                <a:gd name="connsiteX11" fmla="*/ 1795 w 9821"/>
                <a:gd name="connsiteY11" fmla="*/ 9893 h 10000"/>
                <a:gd name="connsiteX12" fmla="*/ 1896 w 9821"/>
                <a:gd name="connsiteY12" fmla="*/ 9893 h 10000"/>
                <a:gd name="connsiteX13" fmla="*/ 2041 w 9821"/>
                <a:gd name="connsiteY13" fmla="*/ 9824 h 10000"/>
                <a:gd name="connsiteX14" fmla="*/ 2191 w 9821"/>
                <a:gd name="connsiteY14" fmla="*/ 9762 h 10000"/>
                <a:gd name="connsiteX15" fmla="*/ 2329 w 9821"/>
                <a:gd name="connsiteY15" fmla="*/ 9762 h 10000"/>
                <a:gd name="connsiteX16" fmla="*/ 2438 w 9821"/>
                <a:gd name="connsiteY16" fmla="*/ 9762 h 10000"/>
                <a:gd name="connsiteX17" fmla="*/ 2542 w 9821"/>
                <a:gd name="connsiteY17" fmla="*/ 9762 h 10000"/>
                <a:gd name="connsiteX18" fmla="*/ 2748 w 9821"/>
                <a:gd name="connsiteY18" fmla="*/ 9762 h 10000"/>
                <a:gd name="connsiteX19" fmla="*/ 2880 w 9821"/>
                <a:gd name="connsiteY19" fmla="*/ 9830 h 10000"/>
                <a:gd name="connsiteX20" fmla="*/ 3013 w 9821"/>
                <a:gd name="connsiteY20" fmla="*/ 9893 h 10000"/>
                <a:gd name="connsiteX21" fmla="*/ 3111 w 9821"/>
                <a:gd name="connsiteY21" fmla="*/ 9951 h 10000"/>
                <a:gd name="connsiteX22" fmla="*/ 3216 w 9821"/>
                <a:gd name="connsiteY22" fmla="*/ 9946 h 10000"/>
                <a:gd name="connsiteX23" fmla="*/ 3320 w 9821"/>
                <a:gd name="connsiteY23" fmla="*/ 9893 h 10000"/>
                <a:gd name="connsiteX24" fmla="*/ 3437 w 9821"/>
                <a:gd name="connsiteY24" fmla="*/ 9824 h 10000"/>
                <a:gd name="connsiteX25" fmla="*/ 3587 w 9821"/>
                <a:gd name="connsiteY25" fmla="*/ 9809 h 10000"/>
                <a:gd name="connsiteX26" fmla="*/ 3745 w 9821"/>
                <a:gd name="connsiteY26" fmla="*/ 9893 h 10000"/>
                <a:gd name="connsiteX27" fmla="*/ 3841 w 9821"/>
                <a:gd name="connsiteY27" fmla="*/ 9951 h 10000"/>
                <a:gd name="connsiteX28" fmla="*/ 3950 w 9821"/>
                <a:gd name="connsiteY28" fmla="*/ 9946 h 10000"/>
                <a:gd name="connsiteX29" fmla="*/ 4051 w 9821"/>
                <a:gd name="connsiteY29" fmla="*/ 9946 h 10000"/>
                <a:gd name="connsiteX30" fmla="*/ 4192 w 9821"/>
                <a:gd name="connsiteY30" fmla="*/ 9940 h 10000"/>
                <a:gd name="connsiteX31" fmla="*/ 4333 w 9821"/>
                <a:gd name="connsiteY31" fmla="*/ 9888 h 10000"/>
                <a:gd name="connsiteX32" fmla="*/ 4483 w 9821"/>
                <a:gd name="connsiteY32" fmla="*/ 9830 h 10000"/>
                <a:gd name="connsiteX33" fmla="*/ 4697 w 9821"/>
                <a:gd name="connsiteY33" fmla="*/ 9762 h 10000"/>
                <a:gd name="connsiteX34" fmla="*/ 4805 w 9821"/>
                <a:gd name="connsiteY34" fmla="*/ 9762 h 10000"/>
                <a:gd name="connsiteX35" fmla="*/ 5084 w 9821"/>
                <a:gd name="connsiteY35" fmla="*/ 9762 h 10000"/>
                <a:gd name="connsiteX36" fmla="*/ 5234 w 9821"/>
                <a:gd name="connsiteY36" fmla="*/ 9699 h 10000"/>
                <a:gd name="connsiteX37" fmla="*/ 5342 w 9821"/>
                <a:gd name="connsiteY37" fmla="*/ 9635 h 10000"/>
                <a:gd name="connsiteX38" fmla="*/ 5480 w 9821"/>
                <a:gd name="connsiteY38" fmla="*/ 9630 h 10000"/>
                <a:gd name="connsiteX39" fmla="*/ 5561 w 9821"/>
                <a:gd name="connsiteY39" fmla="*/ 9420 h 10000"/>
                <a:gd name="connsiteX40" fmla="*/ 5780 w 9821"/>
                <a:gd name="connsiteY40" fmla="*/ 9599 h 10000"/>
                <a:gd name="connsiteX41" fmla="*/ 6158 w 9821"/>
                <a:gd name="connsiteY41" fmla="*/ 9509 h 10000"/>
                <a:gd name="connsiteX42" fmla="*/ 6262 w 9821"/>
                <a:gd name="connsiteY42" fmla="*/ 9509 h 10000"/>
                <a:gd name="connsiteX43" fmla="*/ 6367 w 9821"/>
                <a:gd name="connsiteY43" fmla="*/ 9447 h 10000"/>
                <a:gd name="connsiteX44" fmla="*/ 6477 w 9821"/>
                <a:gd name="connsiteY44" fmla="*/ 9447 h 10000"/>
                <a:gd name="connsiteX45" fmla="*/ 6617 w 9821"/>
                <a:gd name="connsiteY45" fmla="*/ 9447 h 10000"/>
                <a:gd name="connsiteX46" fmla="*/ 6755 w 9821"/>
                <a:gd name="connsiteY46" fmla="*/ 9447 h 10000"/>
                <a:gd name="connsiteX47" fmla="*/ 7006 w 9821"/>
                <a:gd name="connsiteY47" fmla="*/ 9450 h 10000"/>
                <a:gd name="connsiteX48" fmla="*/ 7283 w 9821"/>
                <a:gd name="connsiteY48" fmla="*/ 9378 h 10000"/>
                <a:gd name="connsiteX49" fmla="*/ 7416 w 9821"/>
                <a:gd name="connsiteY49" fmla="*/ 9447 h 10000"/>
                <a:gd name="connsiteX50" fmla="*/ 7558 w 9821"/>
                <a:gd name="connsiteY50" fmla="*/ 9447 h 10000"/>
                <a:gd name="connsiteX51" fmla="*/ 7728 w 9821"/>
                <a:gd name="connsiteY51" fmla="*/ 9447 h 10000"/>
                <a:gd name="connsiteX52" fmla="*/ 7845 w 9821"/>
                <a:gd name="connsiteY52" fmla="*/ 9383 h 10000"/>
                <a:gd name="connsiteX53" fmla="*/ 7921 w 9821"/>
                <a:gd name="connsiteY53" fmla="*/ 9420 h 10000"/>
                <a:gd name="connsiteX54" fmla="*/ 8236 w 9821"/>
                <a:gd name="connsiteY54" fmla="*/ 9442 h 10000"/>
                <a:gd name="connsiteX55" fmla="*/ 8389 w 9821"/>
                <a:gd name="connsiteY55" fmla="*/ 9199 h 10000"/>
                <a:gd name="connsiteX56" fmla="*/ 8509 w 9821"/>
                <a:gd name="connsiteY56" fmla="*/ 9277 h 10000"/>
                <a:gd name="connsiteX57" fmla="*/ 8762 w 9821"/>
                <a:gd name="connsiteY57" fmla="*/ 9215 h 10000"/>
                <a:gd name="connsiteX58" fmla="*/ 8929 w 9821"/>
                <a:gd name="connsiteY58" fmla="*/ 9260 h 10000"/>
                <a:gd name="connsiteX59" fmla="*/ 9293 w 9821"/>
                <a:gd name="connsiteY59" fmla="*/ 9106 h 10000"/>
                <a:gd name="connsiteX60" fmla="*/ 9430 w 9821"/>
                <a:gd name="connsiteY60" fmla="*/ 8347 h 10000"/>
                <a:gd name="connsiteX61" fmla="*/ 9430 w 9821"/>
                <a:gd name="connsiteY61" fmla="*/ 7374 h 10000"/>
                <a:gd name="connsiteX62" fmla="*/ 9471 w 9821"/>
                <a:gd name="connsiteY62" fmla="*/ 7100 h 10000"/>
                <a:gd name="connsiteX63" fmla="*/ 9511 w 9821"/>
                <a:gd name="connsiteY63" fmla="*/ 6623 h 10000"/>
                <a:gd name="connsiteX64" fmla="*/ 9543 w 9821"/>
                <a:gd name="connsiteY64" fmla="*/ 6364 h 10000"/>
                <a:gd name="connsiteX65" fmla="*/ 9704 w 9821"/>
                <a:gd name="connsiteY65" fmla="*/ 5939 h 10000"/>
                <a:gd name="connsiteX66" fmla="*/ 9657 w 9821"/>
                <a:gd name="connsiteY66" fmla="*/ 5361 h 10000"/>
                <a:gd name="connsiteX67" fmla="*/ 9784 w 9821"/>
                <a:gd name="connsiteY67" fmla="*/ 4895 h 10000"/>
                <a:gd name="connsiteX68" fmla="*/ 9749 w 9821"/>
                <a:gd name="connsiteY68" fmla="*/ 4545 h 10000"/>
                <a:gd name="connsiteX69" fmla="*/ 9785 w 9821"/>
                <a:gd name="connsiteY69" fmla="*/ 4235 h 10000"/>
                <a:gd name="connsiteX70" fmla="*/ 9806 w 9821"/>
                <a:gd name="connsiteY70" fmla="*/ 4046 h 10000"/>
                <a:gd name="connsiteX71" fmla="*/ 9762 w 9821"/>
                <a:gd name="connsiteY71" fmla="*/ 3850 h 10000"/>
                <a:gd name="connsiteX72" fmla="*/ 9745 w 9821"/>
                <a:gd name="connsiteY72" fmla="*/ 3672 h 10000"/>
                <a:gd name="connsiteX73" fmla="*/ 9778 w 9821"/>
                <a:gd name="connsiteY73" fmla="*/ 3420 h 10000"/>
                <a:gd name="connsiteX74" fmla="*/ 9810 w 9821"/>
                <a:gd name="connsiteY74" fmla="*/ 3105 h 10000"/>
                <a:gd name="connsiteX75" fmla="*/ 9713 w 9821"/>
                <a:gd name="connsiteY75" fmla="*/ 2662 h 10000"/>
                <a:gd name="connsiteX76" fmla="*/ 9493 w 9821"/>
                <a:gd name="connsiteY76" fmla="*/ 2264 h 10000"/>
                <a:gd name="connsiteX77" fmla="*/ 9502 w 9821"/>
                <a:gd name="connsiteY77" fmla="*/ 1082 h 10000"/>
                <a:gd name="connsiteX78" fmla="*/ 9319 w 9821"/>
                <a:gd name="connsiteY78" fmla="*/ 1104 h 10000"/>
                <a:gd name="connsiteX79" fmla="*/ 9147 w 9821"/>
                <a:gd name="connsiteY79" fmla="*/ 862 h 10000"/>
                <a:gd name="connsiteX80" fmla="*/ 8841 w 9821"/>
                <a:gd name="connsiteY80" fmla="*/ 1006 h 10000"/>
                <a:gd name="connsiteX81" fmla="*/ 8734 w 9821"/>
                <a:gd name="connsiteY81" fmla="*/ 1267 h 10000"/>
                <a:gd name="connsiteX82" fmla="*/ 8526 w 9821"/>
                <a:gd name="connsiteY82" fmla="*/ 1222 h 10000"/>
                <a:gd name="connsiteX83" fmla="*/ 8389 w 9821"/>
                <a:gd name="connsiteY83" fmla="*/ 1222 h 10000"/>
                <a:gd name="connsiteX84" fmla="*/ 8256 w 9821"/>
                <a:gd name="connsiteY84" fmla="*/ 1153 h 10000"/>
                <a:gd name="connsiteX85" fmla="*/ 8123 w 9821"/>
                <a:gd name="connsiteY85" fmla="*/ 1153 h 10000"/>
                <a:gd name="connsiteX86" fmla="*/ 7953 w 9821"/>
                <a:gd name="connsiteY86" fmla="*/ 1090 h 10000"/>
                <a:gd name="connsiteX87" fmla="*/ 7816 w 9821"/>
                <a:gd name="connsiteY87" fmla="*/ 912 h 10000"/>
                <a:gd name="connsiteX88" fmla="*/ 7365 w 9821"/>
                <a:gd name="connsiteY88" fmla="*/ 722 h 10000"/>
                <a:gd name="connsiteX89" fmla="*/ 7226 w 9821"/>
                <a:gd name="connsiteY89" fmla="*/ 716 h 10000"/>
                <a:gd name="connsiteX90" fmla="*/ 7170 w 9821"/>
                <a:gd name="connsiteY90" fmla="*/ 912 h 10000"/>
                <a:gd name="connsiteX91" fmla="*/ 7086 w 9821"/>
                <a:gd name="connsiteY91" fmla="*/ 722 h 10000"/>
                <a:gd name="connsiteX92" fmla="*/ 6880 w 9821"/>
                <a:gd name="connsiteY92" fmla="*/ 722 h 10000"/>
                <a:gd name="connsiteX93" fmla="*/ 6776 w 9821"/>
                <a:gd name="connsiteY93" fmla="*/ 716 h 10000"/>
                <a:gd name="connsiteX94" fmla="*/ 6742 w 9821"/>
                <a:gd name="connsiteY94" fmla="*/ 916 h 10000"/>
                <a:gd name="connsiteX95" fmla="*/ 6577 w 9821"/>
                <a:gd name="connsiteY95" fmla="*/ 596 h 10000"/>
                <a:gd name="connsiteX96" fmla="*/ 6440 w 9821"/>
                <a:gd name="connsiteY96" fmla="*/ 591 h 10000"/>
                <a:gd name="connsiteX97" fmla="*/ 6356 w 9821"/>
                <a:gd name="connsiteY97" fmla="*/ 528 h 10000"/>
                <a:gd name="connsiteX98" fmla="*/ 5948 w 9821"/>
                <a:gd name="connsiteY98" fmla="*/ 343 h 10000"/>
                <a:gd name="connsiteX99" fmla="*/ 5814 w 9821"/>
                <a:gd name="connsiteY99" fmla="*/ 275 h 10000"/>
                <a:gd name="connsiteX100" fmla="*/ 5757 w 9821"/>
                <a:gd name="connsiteY100" fmla="*/ 143 h 10000"/>
                <a:gd name="connsiteX101" fmla="*/ 5411 w 9821"/>
                <a:gd name="connsiteY101" fmla="*/ 159 h 10000"/>
                <a:gd name="connsiteX102" fmla="*/ 5205 w 9821"/>
                <a:gd name="connsiteY102" fmla="*/ 154 h 10000"/>
                <a:gd name="connsiteX103" fmla="*/ 5113 w 9821"/>
                <a:gd name="connsiteY103" fmla="*/ 143 h 10000"/>
                <a:gd name="connsiteX104" fmla="*/ 4887 w 9821"/>
                <a:gd name="connsiteY104" fmla="*/ 154 h 10000"/>
                <a:gd name="connsiteX105" fmla="*/ 4785 w 9821"/>
                <a:gd name="connsiteY105" fmla="*/ 159 h 10000"/>
                <a:gd name="connsiteX106" fmla="*/ 4688 w 9821"/>
                <a:gd name="connsiteY106" fmla="*/ 138 h 10000"/>
                <a:gd name="connsiteX107" fmla="*/ 4608 w 9821"/>
                <a:gd name="connsiteY107" fmla="*/ 159 h 10000"/>
                <a:gd name="connsiteX108" fmla="*/ 4235 w 9821"/>
                <a:gd name="connsiteY108" fmla="*/ 263 h 10000"/>
                <a:gd name="connsiteX109" fmla="*/ 3895 w 9821"/>
                <a:gd name="connsiteY109" fmla="*/ 339 h 10000"/>
                <a:gd name="connsiteX110" fmla="*/ 3527 w 9821"/>
                <a:gd name="connsiteY110" fmla="*/ 159 h 10000"/>
                <a:gd name="connsiteX111" fmla="*/ 3398 w 9821"/>
                <a:gd name="connsiteY111" fmla="*/ 143 h 10000"/>
                <a:gd name="connsiteX112" fmla="*/ 3184 w 9821"/>
                <a:gd name="connsiteY112" fmla="*/ 159 h 10000"/>
                <a:gd name="connsiteX113" fmla="*/ 3043 w 9821"/>
                <a:gd name="connsiteY113" fmla="*/ 159 h 10000"/>
                <a:gd name="connsiteX114" fmla="*/ 2969 w 9821"/>
                <a:gd name="connsiteY114" fmla="*/ 138 h 10000"/>
                <a:gd name="connsiteX115" fmla="*/ 2699 w 9821"/>
                <a:gd name="connsiteY115" fmla="*/ 159 h 10000"/>
                <a:gd name="connsiteX116" fmla="*/ 2559 w 9821"/>
                <a:gd name="connsiteY116" fmla="*/ 154 h 10000"/>
                <a:gd name="connsiteX117" fmla="*/ 2450 w 9821"/>
                <a:gd name="connsiteY117" fmla="*/ 159 h 10000"/>
                <a:gd name="connsiteX118" fmla="*/ 2329 w 9821"/>
                <a:gd name="connsiteY118" fmla="*/ 143 h 10000"/>
                <a:gd name="connsiteX119" fmla="*/ 1900 w 9821"/>
                <a:gd name="connsiteY119" fmla="*/ 143 h 10000"/>
                <a:gd name="connsiteX120" fmla="*/ 1513 w 9821"/>
                <a:gd name="connsiteY120" fmla="*/ 470 h 10000"/>
                <a:gd name="connsiteX121" fmla="*/ 1392 w 9821"/>
                <a:gd name="connsiteY121" fmla="*/ 596 h 10000"/>
                <a:gd name="connsiteX122" fmla="*/ 1287 w 9821"/>
                <a:gd name="connsiteY122" fmla="*/ 596 h 10000"/>
                <a:gd name="connsiteX123" fmla="*/ 1211 w 9821"/>
                <a:gd name="connsiteY123" fmla="*/ 229 h 10000"/>
                <a:gd name="connsiteX124" fmla="*/ 966 w 9821"/>
                <a:gd name="connsiteY124" fmla="*/ 398 h 10000"/>
                <a:gd name="connsiteX125" fmla="*/ 811 w 9821"/>
                <a:gd name="connsiteY125" fmla="*/ 466 h 10000"/>
                <a:gd name="connsiteX126" fmla="*/ 658 w 9821"/>
                <a:gd name="connsiteY126" fmla="*/ 532 h 10000"/>
                <a:gd name="connsiteX127" fmla="*/ 582 w 9821"/>
                <a:gd name="connsiteY127" fmla="*/ 559 h 10000"/>
                <a:gd name="connsiteX128" fmla="*/ 436 w 9821"/>
                <a:gd name="connsiteY128" fmla="*/ 599 h 10000"/>
                <a:gd name="connsiteX129" fmla="*/ 243 w 9821"/>
                <a:gd name="connsiteY129" fmla="*/ 652 h 10000"/>
                <a:gd name="connsiteX130" fmla="*/ 230 w 9821"/>
                <a:gd name="connsiteY130" fmla="*/ 1234 h 10000"/>
                <a:gd name="connsiteX131" fmla="*/ 157 w 9821"/>
                <a:gd name="connsiteY131" fmla="*/ 1958 h 10000"/>
                <a:gd name="connsiteX132" fmla="*/ 203 w 9821"/>
                <a:gd name="connsiteY132" fmla="*/ 2275 h 10000"/>
                <a:gd name="connsiteX133" fmla="*/ 180 w 9821"/>
                <a:gd name="connsiteY133" fmla="*/ 2708 h 10000"/>
                <a:gd name="connsiteX134" fmla="*/ 230 w 9821"/>
                <a:gd name="connsiteY134" fmla="*/ 2894 h 10000"/>
                <a:gd name="connsiteX135" fmla="*/ 91 w 9821"/>
                <a:gd name="connsiteY135" fmla="*/ 3417 h 10000"/>
                <a:gd name="connsiteX136" fmla="*/ 213 w 9821"/>
                <a:gd name="connsiteY136" fmla="*/ 3625 h 10000"/>
                <a:gd name="connsiteX137" fmla="*/ 190 w 9821"/>
                <a:gd name="connsiteY137" fmla="*/ 4119 h 10000"/>
                <a:gd name="connsiteX138" fmla="*/ 76 w 9821"/>
                <a:gd name="connsiteY138" fmla="*/ 4171 h 10000"/>
                <a:gd name="connsiteX139" fmla="*/ 126 w 9821"/>
                <a:gd name="connsiteY139" fmla="*/ 4398 h 10000"/>
                <a:gd name="connsiteX140" fmla="*/ 56 w 9821"/>
                <a:gd name="connsiteY140" fmla="*/ 4367 h 10000"/>
                <a:gd name="connsiteX141" fmla="*/ 152 w 9821"/>
                <a:gd name="connsiteY141" fmla="*/ 4639 h 10000"/>
                <a:gd name="connsiteX142" fmla="*/ 80 w 9821"/>
                <a:gd name="connsiteY142" fmla="*/ 4735 h 10000"/>
                <a:gd name="connsiteX143" fmla="*/ 131 w 9821"/>
                <a:gd name="connsiteY143" fmla="*/ 5022 h 10000"/>
                <a:gd name="connsiteX144" fmla="*/ 108 w 9821"/>
                <a:gd name="connsiteY144" fmla="*/ 5495 h 10000"/>
                <a:gd name="connsiteX145" fmla="*/ 124 w 9821"/>
                <a:gd name="connsiteY145" fmla="*/ 5741 h 10000"/>
                <a:gd name="connsiteX146" fmla="*/ 97 w 9821"/>
                <a:gd name="connsiteY146" fmla="*/ 6152 h 10000"/>
                <a:gd name="connsiteX147" fmla="*/ 67 w 9821"/>
                <a:gd name="connsiteY147" fmla="*/ 6651 h 10000"/>
                <a:gd name="connsiteX148" fmla="*/ 11 w 9821"/>
                <a:gd name="connsiteY148" fmla="*/ 6954 h 10000"/>
                <a:gd name="connsiteX149" fmla="*/ 54 w 9821"/>
                <a:gd name="connsiteY149" fmla="*/ 7206 h 10000"/>
                <a:gd name="connsiteX150" fmla="*/ 73 w 9821"/>
                <a:gd name="connsiteY150" fmla="*/ 7185 h 10000"/>
                <a:gd name="connsiteX151" fmla="*/ 121 w 9821"/>
                <a:gd name="connsiteY151" fmla="*/ 7468 h 10000"/>
                <a:gd name="connsiteX152" fmla="*/ 70 w 9821"/>
                <a:gd name="connsiteY152" fmla="*/ 7903 h 10000"/>
                <a:gd name="connsiteX153" fmla="*/ 128 w 9821"/>
                <a:gd name="connsiteY153" fmla="*/ 8134 h 10000"/>
                <a:gd name="connsiteX154" fmla="*/ 65 w 9821"/>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17 w 10000"/>
                <a:gd name="connsiteY121" fmla="*/ 596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70 w 10000"/>
                <a:gd name="connsiteY126" fmla="*/ 532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17 w 10000"/>
                <a:gd name="connsiteY121" fmla="*/ 596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34 w 10000"/>
                <a:gd name="connsiteY90" fmla="*/ 464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778 w 10000"/>
                <a:gd name="connsiteY94" fmla="*/ 378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387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196 w 10000"/>
                <a:gd name="connsiteY86" fmla="*/ 612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387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525 w 10000"/>
                <a:gd name="connsiteY85" fmla="*/ 463 h 10000"/>
                <a:gd name="connsiteX86" fmla="*/ 8271 w 10000"/>
                <a:gd name="connsiteY86" fmla="*/ 1153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71 w 10000"/>
                <a:gd name="connsiteY86" fmla="*/ 1153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93 w 10000"/>
                <a:gd name="connsiteY86" fmla="*/ 645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890 w 10000"/>
                <a:gd name="connsiteY63" fmla="*/ 7310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858 w 10000"/>
                <a:gd name="connsiteY110" fmla="*/ 27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234 w 10000"/>
                <a:gd name="connsiteY132" fmla="*/ 1234 h 10000"/>
                <a:gd name="connsiteX133" fmla="*/ 160 w 10000"/>
                <a:gd name="connsiteY133" fmla="*/ 1958 h 10000"/>
                <a:gd name="connsiteX134" fmla="*/ 20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234 w 10000"/>
                <a:gd name="connsiteY132" fmla="*/ 123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147 w 10000"/>
                <a:gd name="connsiteY132" fmla="*/ 117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33 w 10000"/>
                <a:gd name="connsiteY130" fmla="*/ 330 h 10000"/>
                <a:gd name="connsiteX131" fmla="*/ 247 w 10000"/>
                <a:gd name="connsiteY131" fmla="*/ 652 h 10000"/>
                <a:gd name="connsiteX132" fmla="*/ 147 w 10000"/>
                <a:gd name="connsiteY132" fmla="*/ 117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358 w 10000"/>
                <a:gd name="connsiteY90" fmla="*/ 744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72 w 10000"/>
                <a:gd name="connsiteY98" fmla="*/ 556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358 w 10000"/>
                <a:gd name="connsiteY90" fmla="*/ 744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775 w 10000"/>
                <a:gd name="connsiteY60" fmla="*/ 951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505 w 10000"/>
                <a:gd name="connsiteY59" fmla="*/ 9791 h 10028"/>
                <a:gd name="connsiteX60" fmla="*/ 9775 w 10000"/>
                <a:gd name="connsiteY60" fmla="*/ 951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09 w 10000"/>
                <a:gd name="connsiteY66" fmla="*/ 544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09 w 10000"/>
                <a:gd name="connsiteY66" fmla="*/ 544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489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73 w 10000"/>
                <a:gd name="connsiteY107" fmla="*/ 187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35 w 10000"/>
                <a:gd name="connsiteY121" fmla="*/ 192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35 w 10000"/>
                <a:gd name="connsiteY121" fmla="*/ 192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88 w 10000"/>
                <a:gd name="connsiteY121" fmla="*/ 79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232 w 10000"/>
                <a:gd name="connsiteY120" fmla="*/ 249 h 10049"/>
                <a:gd name="connsiteX121" fmla="*/ 1988 w 10000"/>
                <a:gd name="connsiteY121" fmla="*/ 79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52 w 10000"/>
                <a:gd name="connsiteY57" fmla="*/ 9862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16 w 10000"/>
                <a:gd name="connsiteY59" fmla="*/ 9954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72 w 10000"/>
                <a:gd name="connsiteY34" fmla="*/ 998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16 w 10000"/>
                <a:gd name="connsiteY59" fmla="*/ 9954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0000" h="10137">
                  <a:moveTo>
                    <a:pt x="66" y="8640"/>
                  </a:moveTo>
                  <a:cubicBezTo>
                    <a:pt x="46" y="8890"/>
                    <a:pt x="37" y="8848"/>
                    <a:pt x="63" y="9027"/>
                  </a:cubicBezTo>
                  <a:cubicBezTo>
                    <a:pt x="53" y="9166"/>
                    <a:pt x="43" y="9306"/>
                    <a:pt x="33" y="9445"/>
                  </a:cubicBezTo>
                  <a:cubicBezTo>
                    <a:pt x="34" y="9505"/>
                    <a:pt x="155" y="9804"/>
                    <a:pt x="156" y="9864"/>
                  </a:cubicBezTo>
                  <a:lnTo>
                    <a:pt x="473" y="9761"/>
                  </a:lnTo>
                  <a:cubicBezTo>
                    <a:pt x="627" y="10049"/>
                    <a:pt x="738" y="9661"/>
                    <a:pt x="820" y="9701"/>
                  </a:cubicBezTo>
                  <a:cubicBezTo>
                    <a:pt x="901" y="9741"/>
                    <a:pt x="931" y="10000"/>
                    <a:pt x="964" y="10000"/>
                  </a:cubicBezTo>
                  <a:lnTo>
                    <a:pt x="1075" y="9761"/>
                  </a:lnTo>
                  <a:cubicBezTo>
                    <a:pt x="1110" y="9841"/>
                    <a:pt x="1144" y="9920"/>
                    <a:pt x="1179" y="10000"/>
                  </a:cubicBezTo>
                  <a:lnTo>
                    <a:pt x="1322" y="9942"/>
                  </a:lnTo>
                  <a:lnTo>
                    <a:pt x="1466" y="9858"/>
                  </a:lnTo>
                  <a:lnTo>
                    <a:pt x="1806" y="9733"/>
                  </a:lnTo>
                  <a:lnTo>
                    <a:pt x="1931" y="9942"/>
                  </a:lnTo>
                  <a:lnTo>
                    <a:pt x="2078" y="9873"/>
                  </a:lnTo>
                  <a:lnTo>
                    <a:pt x="2231" y="9811"/>
                  </a:lnTo>
                  <a:lnTo>
                    <a:pt x="2371" y="9811"/>
                  </a:lnTo>
                  <a:cubicBezTo>
                    <a:pt x="2408" y="9811"/>
                    <a:pt x="2440" y="9781"/>
                    <a:pt x="2482" y="9811"/>
                  </a:cubicBezTo>
                  <a:cubicBezTo>
                    <a:pt x="2524" y="9841"/>
                    <a:pt x="2575" y="9930"/>
                    <a:pt x="2621" y="9990"/>
                  </a:cubicBezTo>
                  <a:lnTo>
                    <a:pt x="2798" y="9811"/>
                  </a:lnTo>
                  <a:lnTo>
                    <a:pt x="2932" y="9879"/>
                  </a:lnTo>
                  <a:lnTo>
                    <a:pt x="3068" y="9942"/>
                  </a:lnTo>
                  <a:cubicBezTo>
                    <a:pt x="3102" y="9961"/>
                    <a:pt x="3134" y="9981"/>
                    <a:pt x="3168" y="10000"/>
                  </a:cubicBezTo>
                  <a:cubicBezTo>
                    <a:pt x="3207" y="10046"/>
                    <a:pt x="3247" y="10091"/>
                    <a:pt x="3286" y="10137"/>
                  </a:cubicBezTo>
                  <a:cubicBezTo>
                    <a:pt x="3320" y="10119"/>
                    <a:pt x="3346" y="9960"/>
                    <a:pt x="3381" y="9942"/>
                  </a:cubicBezTo>
                  <a:lnTo>
                    <a:pt x="3500" y="9873"/>
                  </a:lnTo>
                  <a:lnTo>
                    <a:pt x="3652" y="9858"/>
                  </a:lnTo>
                  <a:lnTo>
                    <a:pt x="3813" y="9942"/>
                  </a:lnTo>
                  <a:cubicBezTo>
                    <a:pt x="3846" y="9961"/>
                    <a:pt x="3878" y="9981"/>
                    <a:pt x="3911" y="10000"/>
                  </a:cubicBezTo>
                  <a:lnTo>
                    <a:pt x="4022" y="9816"/>
                  </a:lnTo>
                  <a:cubicBezTo>
                    <a:pt x="4056" y="9876"/>
                    <a:pt x="4091" y="9935"/>
                    <a:pt x="4125" y="9995"/>
                  </a:cubicBezTo>
                  <a:cubicBezTo>
                    <a:pt x="4176" y="9933"/>
                    <a:pt x="4228" y="9872"/>
                    <a:pt x="4279" y="9810"/>
                  </a:cubicBezTo>
                  <a:lnTo>
                    <a:pt x="4412" y="9937"/>
                  </a:lnTo>
                  <a:lnTo>
                    <a:pt x="4565" y="9879"/>
                  </a:lnTo>
                  <a:lnTo>
                    <a:pt x="4783" y="9811"/>
                  </a:lnTo>
                  <a:cubicBezTo>
                    <a:pt x="4813" y="9868"/>
                    <a:pt x="4842" y="9924"/>
                    <a:pt x="4872" y="9981"/>
                  </a:cubicBezTo>
                  <a:lnTo>
                    <a:pt x="5155" y="9960"/>
                  </a:lnTo>
                  <a:lnTo>
                    <a:pt x="5329" y="9748"/>
                  </a:lnTo>
                  <a:cubicBezTo>
                    <a:pt x="5365" y="9726"/>
                    <a:pt x="5404" y="9706"/>
                    <a:pt x="5439" y="9684"/>
                  </a:cubicBezTo>
                  <a:lnTo>
                    <a:pt x="5580" y="9679"/>
                  </a:lnTo>
                  <a:cubicBezTo>
                    <a:pt x="5606" y="9609"/>
                    <a:pt x="5733" y="9808"/>
                    <a:pt x="5760" y="9738"/>
                  </a:cubicBezTo>
                  <a:lnTo>
                    <a:pt x="5918" y="9768"/>
                  </a:lnTo>
                  <a:lnTo>
                    <a:pt x="6270" y="9857"/>
                  </a:lnTo>
                  <a:cubicBezTo>
                    <a:pt x="6305" y="9757"/>
                    <a:pt x="6341" y="9658"/>
                    <a:pt x="6376" y="9558"/>
                  </a:cubicBezTo>
                  <a:lnTo>
                    <a:pt x="6483" y="9645"/>
                  </a:lnTo>
                  <a:cubicBezTo>
                    <a:pt x="6531" y="9735"/>
                    <a:pt x="6580" y="9675"/>
                    <a:pt x="6628" y="9765"/>
                  </a:cubicBezTo>
                  <a:cubicBezTo>
                    <a:pt x="6665" y="9675"/>
                    <a:pt x="6696" y="9800"/>
                    <a:pt x="6738" y="9795"/>
                  </a:cubicBezTo>
                  <a:cubicBezTo>
                    <a:pt x="6780" y="9790"/>
                    <a:pt x="6831" y="9735"/>
                    <a:pt x="6878" y="9735"/>
                  </a:cubicBezTo>
                  <a:cubicBezTo>
                    <a:pt x="6952" y="9856"/>
                    <a:pt x="7027" y="9737"/>
                    <a:pt x="7101" y="9858"/>
                  </a:cubicBezTo>
                  <a:lnTo>
                    <a:pt x="7351" y="9726"/>
                  </a:lnTo>
                  <a:lnTo>
                    <a:pt x="7486" y="9735"/>
                  </a:lnTo>
                  <a:cubicBezTo>
                    <a:pt x="7523" y="9795"/>
                    <a:pt x="7626" y="9615"/>
                    <a:pt x="7663" y="9675"/>
                  </a:cubicBezTo>
                  <a:cubicBezTo>
                    <a:pt x="7688" y="9745"/>
                    <a:pt x="7746" y="9635"/>
                    <a:pt x="7771" y="9705"/>
                  </a:cubicBezTo>
                  <a:cubicBezTo>
                    <a:pt x="7811" y="9684"/>
                    <a:pt x="7817" y="9991"/>
                    <a:pt x="7858" y="9970"/>
                  </a:cubicBezTo>
                  <a:cubicBezTo>
                    <a:pt x="7883" y="9983"/>
                    <a:pt x="8040" y="9785"/>
                    <a:pt x="8065" y="9798"/>
                  </a:cubicBezTo>
                  <a:lnTo>
                    <a:pt x="8386" y="9760"/>
                  </a:lnTo>
                  <a:lnTo>
                    <a:pt x="8586" y="9786"/>
                  </a:lnTo>
                  <a:cubicBezTo>
                    <a:pt x="8627" y="9941"/>
                    <a:pt x="8721" y="9649"/>
                    <a:pt x="8762" y="9804"/>
                  </a:cubicBezTo>
                  <a:cubicBezTo>
                    <a:pt x="8815" y="9764"/>
                    <a:pt x="8957" y="10015"/>
                    <a:pt x="9009" y="9975"/>
                  </a:cubicBezTo>
                  <a:cubicBezTo>
                    <a:pt x="9071" y="9825"/>
                    <a:pt x="9267" y="9942"/>
                    <a:pt x="9309" y="9877"/>
                  </a:cubicBezTo>
                  <a:cubicBezTo>
                    <a:pt x="9364" y="9816"/>
                    <a:pt x="9460" y="10015"/>
                    <a:pt x="9516" y="9954"/>
                  </a:cubicBezTo>
                  <a:cubicBezTo>
                    <a:pt x="9566" y="9850"/>
                    <a:pt x="9779" y="9726"/>
                    <a:pt x="9829" y="9622"/>
                  </a:cubicBezTo>
                  <a:cubicBezTo>
                    <a:pt x="9932" y="9327"/>
                    <a:pt x="9782" y="9122"/>
                    <a:pt x="9884" y="8827"/>
                  </a:cubicBezTo>
                  <a:cubicBezTo>
                    <a:pt x="9898" y="8736"/>
                    <a:pt x="9858" y="8137"/>
                    <a:pt x="9872" y="8045"/>
                  </a:cubicBezTo>
                  <a:cubicBezTo>
                    <a:pt x="9885" y="7886"/>
                    <a:pt x="9877" y="7517"/>
                    <a:pt x="9890" y="7359"/>
                  </a:cubicBezTo>
                  <a:cubicBezTo>
                    <a:pt x="9902" y="7272"/>
                    <a:pt x="9946" y="6859"/>
                    <a:pt x="9956" y="6772"/>
                  </a:cubicBezTo>
                  <a:cubicBezTo>
                    <a:pt x="9977" y="6630"/>
                    <a:pt x="9861" y="6130"/>
                    <a:pt x="9881" y="5988"/>
                  </a:cubicBezTo>
                  <a:cubicBezTo>
                    <a:pt x="9898" y="5795"/>
                    <a:pt x="9891" y="5662"/>
                    <a:pt x="9909" y="5470"/>
                  </a:cubicBezTo>
                  <a:cubicBezTo>
                    <a:pt x="9927" y="5301"/>
                    <a:pt x="9893" y="5080"/>
                    <a:pt x="9908" y="4944"/>
                  </a:cubicBezTo>
                  <a:cubicBezTo>
                    <a:pt x="9924" y="4817"/>
                    <a:pt x="9912" y="4721"/>
                    <a:pt x="9927" y="4594"/>
                  </a:cubicBezTo>
                  <a:cubicBezTo>
                    <a:pt x="9940" y="4491"/>
                    <a:pt x="9951" y="4387"/>
                    <a:pt x="9963" y="4284"/>
                  </a:cubicBezTo>
                  <a:cubicBezTo>
                    <a:pt x="9971" y="4221"/>
                    <a:pt x="9978" y="4158"/>
                    <a:pt x="9985" y="4095"/>
                  </a:cubicBezTo>
                  <a:cubicBezTo>
                    <a:pt x="9969" y="4030"/>
                    <a:pt x="9954" y="3964"/>
                    <a:pt x="9940" y="3899"/>
                  </a:cubicBezTo>
                  <a:cubicBezTo>
                    <a:pt x="9934" y="3840"/>
                    <a:pt x="9928" y="3781"/>
                    <a:pt x="9923" y="3721"/>
                  </a:cubicBezTo>
                  <a:cubicBezTo>
                    <a:pt x="9934" y="3636"/>
                    <a:pt x="9945" y="3553"/>
                    <a:pt x="9956" y="3469"/>
                  </a:cubicBezTo>
                  <a:cubicBezTo>
                    <a:pt x="9966" y="3374"/>
                    <a:pt x="10000" y="3280"/>
                    <a:pt x="9989" y="3154"/>
                  </a:cubicBezTo>
                  <a:cubicBezTo>
                    <a:pt x="9956" y="3007"/>
                    <a:pt x="9923" y="2858"/>
                    <a:pt x="9890" y="2711"/>
                  </a:cubicBezTo>
                  <a:cubicBezTo>
                    <a:pt x="9862" y="2648"/>
                    <a:pt x="9968" y="2376"/>
                    <a:pt x="9937" y="2313"/>
                  </a:cubicBezTo>
                  <a:cubicBezTo>
                    <a:pt x="9936" y="2178"/>
                    <a:pt x="9882" y="1266"/>
                    <a:pt x="9881" y="1131"/>
                  </a:cubicBezTo>
                  <a:cubicBezTo>
                    <a:pt x="9856" y="949"/>
                    <a:pt x="9686" y="558"/>
                    <a:pt x="9662" y="376"/>
                  </a:cubicBezTo>
                  <a:cubicBezTo>
                    <a:pt x="9630" y="355"/>
                    <a:pt x="9475" y="393"/>
                    <a:pt x="9444" y="373"/>
                  </a:cubicBezTo>
                  <a:cubicBezTo>
                    <a:pt x="9416" y="311"/>
                    <a:pt x="9236" y="370"/>
                    <a:pt x="9208" y="308"/>
                  </a:cubicBezTo>
                  <a:cubicBezTo>
                    <a:pt x="9180" y="425"/>
                    <a:pt x="9096" y="243"/>
                    <a:pt x="9067" y="360"/>
                  </a:cubicBezTo>
                  <a:cubicBezTo>
                    <a:pt x="9051" y="116"/>
                    <a:pt x="8860" y="828"/>
                    <a:pt x="8844" y="584"/>
                  </a:cubicBezTo>
                  <a:cubicBezTo>
                    <a:pt x="8848" y="345"/>
                    <a:pt x="8690" y="793"/>
                    <a:pt x="8694" y="554"/>
                  </a:cubicBezTo>
                  <a:cubicBezTo>
                    <a:pt x="8688" y="471"/>
                    <a:pt x="8683" y="389"/>
                    <a:pt x="8677" y="306"/>
                  </a:cubicBezTo>
                  <a:cubicBezTo>
                    <a:pt x="8717" y="76"/>
                    <a:pt x="8485" y="742"/>
                    <a:pt x="8525" y="512"/>
                  </a:cubicBezTo>
                  <a:cubicBezTo>
                    <a:pt x="8440" y="742"/>
                    <a:pt x="8486" y="135"/>
                    <a:pt x="8401" y="365"/>
                  </a:cubicBezTo>
                  <a:cubicBezTo>
                    <a:pt x="8376" y="185"/>
                    <a:pt x="8221" y="690"/>
                    <a:pt x="8196" y="510"/>
                  </a:cubicBezTo>
                  <a:cubicBezTo>
                    <a:pt x="8150" y="450"/>
                    <a:pt x="8081" y="392"/>
                    <a:pt x="8034" y="333"/>
                  </a:cubicBezTo>
                  <a:cubicBezTo>
                    <a:pt x="7961" y="170"/>
                    <a:pt x="7811" y="635"/>
                    <a:pt x="7738" y="472"/>
                  </a:cubicBezTo>
                  <a:lnTo>
                    <a:pt x="7532" y="257"/>
                  </a:lnTo>
                  <a:cubicBezTo>
                    <a:pt x="7513" y="322"/>
                    <a:pt x="7353" y="448"/>
                    <a:pt x="7334" y="513"/>
                  </a:cubicBezTo>
                  <a:cubicBezTo>
                    <a:pt x="7306" y="450"/>
                    <a:pt x="7146" y="266"/>
                    <a:pt x="7117" y="203"/>
                  </a:cubicBezTo>
                  <a:cubicBezTo>
                    <a:pt x="7080" y="392"/>
                    <a:pt x="6955" y="223"/>
                    <a:pt x="6918" y="412"/>
                  </a:cubicBezTo>
                  <a:cubicBezTo>
                    <a:pt x="6912" y="530"/>
                    <a:pt x="6906" y="318"/>
                    <a:pt x="6900" y="436"/>
                  </a:cubicBezTo>
                  <a:cubicBezTo>
                    <a:pt x="6887" y="503"/>
                    <a:pt x="6790" y="361"/>
                    <a:pt x="6778" y="427"/>
                  </a:cubicBezTo>
                  <a:cubicBezTo>
                    <a:pt x="6722" y="321"/>
                    <a:pt x="6754" y="483"/>
                    <a:pt x="6697" y="376"/>
                  </a:cubicBezTo>
                  <a:lnTo>
                    <a:pt x="6492" y="252"/>
                  </a:lnTo>
                  <a:cubicBezTo>
                    <a:pt x="6485" y="360"/>
                    <a:pt x="6425" y="170"/>
                    <a:pt x="6418" y="278"/>
                  </a:cubicBezTo>
                  <a:lnTo>
                    <a:pt x="6056" y="392"/>
                  </a:lnTo>
                  <a:cubicBezTo>
                    <a:pt x="6011" y="369"/>
                    <a:pt x="5965" y="347"/>
                    <a:pt x="5920" y="324"/>
                  </a:cubicBezTo>
                  <a:cubicBezTo>
                    <a:pt x="5902" y="280"/>
                    <a:pt x="5881" y="236"/>
                    <a:pt x="5862" y="192"/>
                  </a:cubicBezTo>
                  <a:lnTo>
                    <a:pt x="5510" y="208"/>
                  </a:lnTo>
                  <a:lnTo>
                    <a:pt x="5353" y="4"/>
                  </a:lnTo>
                  <a:cubicBezTo>
                    <a:pt x="5322" y="0"/>
                    <a:pt x="5237" y="196"/>
                    <a:pt x="5206" y="192"/>
                  </a:cubicBezTo>
                  <a:lnTo>
                    <a:pt x="4976" y="203"/>
                  </a:lnTo>
                  <a:lnTo>
                    <a:pt x="4872" y="208"/>
                  </a:lnTo>
                  <a:lnTo>
                    <a:pt x="4752" y="45"/>
                  </a:lnTo>
                  <a:cubicBezTo>
                    <a:pt x="4732" y="99"/>
                    <a:pt x="4712" y="154"/>
                    <a:pt x="4692" y="208"/>
                  </a:cubicBezTo>
                  <a:lnTo>
                    <a:pt x="4312" y="312"/>
                  </a:lnTo>
                  <a:cubicBezTo>
                    <a:pt x="4193" y="49"/>
                    <a:pt x="4343" y="261"/>
                    <a:pt x="4064" y="358"/>
                  </a:cubicBezTo>
                  <a:lnTo>
                    <a:pt x="3861" y="392"/>
                  </a:lnTo>
                  <a:cubicBezTo>
                    <a:pt x="3829" y="390"/>
                    <a:pt x="3623" y="210"/>
                    <a:pt x="3591" y="208"/>
                  </a:cubicBezTo>
                  <a:lnTo>
                    <a:pt x="3460" y="192"/>
                  </a:lnTo>
                  <a:lnTo>
                    <a:pt x="3242" y="208"/>
                  </a:lnTo>
                  <a:lnTo>
                    <a:pt x="3098" y="208"/>
                  </a:lnTo>
                  <a:lnTo>
                    <a:pt x="3023" y="187"/>
                  </a:lnTo>
                  <a:lnTo>
                    <a:pt x="2748" y="447"/>
                  </a:lnTo>
                  <a:lnTo>
                    <a:pt x="2606" y="203"/>
                  </a:lnTo>
                  <a:lnTo>
                    <a:pt x="2495" y="208"/>
                  </a:lnTo>
                  <a:lnTo>
                    <a:pt x="2232" y="249"/>
                  </a:lnTo>
                  <a:lnTo>
                    <a:pt x="1988" y="79"/>
                  </a:lnTo>
                  <a:lnTo>
                    <a:pt x="1541" y="220"/>
                  </a:lnTo>
                  <a:cubicBezTo>
                    <a:pt x="1500" y="262"/>
                    <a:pt x="1469" y="154"/>
                    <a:pt x="1428" y="197"/>
                  </a:cubicBezTo>
                  <a:cubicBezTo>
                    <a:pt x="1392" y="97"/>
                    <a:pt x="1346" y="446"/>
                    <a:pt x="1310" y="346"/>
                  </a:cubicBezTo>
                  <a:cubicBezTo>
                    <a:pt x="1285" y="323"/>
                    <a:pt x="1259" y="301"/>
                    <a:pt x="1233" y="278"/>
                  </a:cubicBezTo>
                  <a:cubicBezTo>
                    <a:pt x="1175" y="404"/>
                    <a:pt x="1042" y="321"/>
                    <a:pt x="984" y="447"/>
                  </a:cubicBezTo>
                  <a:cubicBezTo>
                    <a:pt x="935" y="470"/>
                    <a:pt x="875" y="492"/>
                    <a:pt x="826" y="515"/>
                  </a:cubicBezTo>
                  <a:cubicBezTo>
                    <a:pt x="806" y="577"/>
                    <a:pt x="624" y="340"/>
                    <a:pt x="605" y="402"/>
                  </a:cubicBezTo>
                  <a:cubicBezTo>
                    <a:pt x="615" y="660"/>
                    <a:pt x="484" y="21"/>
                    <a:pt x="495" y="279"/>
                  </a:cubicBezTo>
                  <a:cubicBezTo>
                    <a:pt x="488" y="312"/>
                    <a:pt x="439" y="346"/>
                    <a:pt x="433" y="379"/>
                  </a:cubicBezTo>
                  <a:cubicBezTo>
                    <a:pt x="412" y="466"/>
                    <a:pt x="269" y="614"/>
                    <a:pt x="247" y="701"/>
                  </a:cubicBezTo>
                  <a:cubicBezTo>
                    <a:pt x="203" y="785"/>
                    <a:pt x="192" y="1139"/>
                    <a:pt x="147" y="1223"/>
                  </a:cubicBezTo>
                  <a:cubicBezTo>
                    <a:pt x="119" y="1275"/>
                    <a:pt x="189" y="1955"/>
                    <a:pt x="160" y="2007"/>
                  </a:cubicBezTo>
                  <a:cubicBezTo>
                    <a:pt x="161" y="2183"/>
                    <a:pt x="76" y="2149"/>
                    <a:pt x="77" y="2324"/>
                  </a:cubicBezTo>
                  <a:cubicBezTo>
                    <a:pt x="69" y="2409"/>
                    <a:pt x="191" y="2673"/>
                    <a:pt x="183" y="2757"/>
                  </a:cubicBezTo>
                  <a:cubicBezTo>
                    <a:pt x="201" y="2819"/>
                    <a:pt x="217" y="2881"/>
                    <a:pt x="234" y="2943"/>
                  </a:cubicBezTo>
                  <a:cubicBezTo>
                    <a:pt x="203" y="3007"/>
                    <a:pt x="124" y="3401"/>
                    <a:pt x="93" y="3466"/>
                  </a:cubicBezTo>
                  <a:cubicBezTo>
                    <a:pt x="58" y="3555"/>
                    <a:pt x="253" y="3585"/>
                    <a:pt x="217" y="3674"/>
                  </a:cubicBezTo>
                  <a:cubicBezTo>
                    <a:pt x="209" y="3839"/>
                    <a:pt x="202" y="4003"/>
                    <a:pt x="193" y="4168"/>
                  </a:cubicBezTo>
                  <a:cubicBezTo>
                    <a:pt x="154" y="4185"/>
                    <a:pt x="116" y="4203"/>
                    <a:pt x="77" y="4220"/>
                  </a:cubicBezTo>
                  <a:cubicBezTo>
                    <a:pt x="94" y="4296"/>
                    <a:pt x="111" y="4371"/>
                    <a:pt x="128" y="4447"/>
                  </a:cubicBezTo>
                  <a:cubicBezTo>
                    <a:pt x="104" y="4436"/>
                    <a:pt x="80" y="4426"/>
                    <a:pt x="57" y="4416"/>
                  </a:cubicBezTo>
                  <a:cubicBezTo>
                    <a:pt x="90" y="4507"/>
                    <a:pt x="121" y="4597"/>
                    <a:pt x="155" y="4688"/>
                  </a:cubicBezTo>
                  <a:cubicBezTo>
                    <a:pt x="130" y="4720"/>
                    <a:pt x="106" y="4752"/>
                    <a:pt x="81" y="4784"/>
                  </a:cubicBezTo>
                  <a:cubicBezTo>
                    <a:pt x="73" y="4869"/>
                    <a:pt x="143" y="4985"/>
                    <a:pt x="133" y="5071"/>
                  </a:cubicBezTo>
                  <a:cubicBezTo>
                    <a:pt x="112" y="5258"/>
                    <a:pt x="133" y="5356"/>
                    <a:pt x="110" y="5544"/>
                  </a:cubicBezTo>
                  <a:cubicBezTo>
                    <a:pt x="105" y="5586"/>
                    <a:pt x="131" y="5747"/>
                    <a:pt x="126" y="5790"/>
                  </a:cubicBezTo>
                  <a:cubicBezTo>
                    <a:pt x="117" y="5877"/>
                    <a:pt x="108" y="6114"/>
                    <a:pt x="99" y="6201"/>
                  </a:cubicBezTo>
                  <a:cubicBezTo>
                    <a:pt x="132" y="6348"/>
                    <a:pt x="35" y="6554"/>
                    <a:pt x="68" y="6700"/>
                  </a:cubicBezTo>
                  <a:cubicBezTo>
                    <a:pt x="27" y="6801"/>
                    <a:pt x="53" y="6902"/>
                    <a:pt x="11" y="7003"/>
                  </a:cubicBezTo>
                  <a:cubicBezTo>
                    <a:pt x="0" y="7088"/>
                    <a:pt x="66" y="7171"/>
                    <a:pt x="55" y="7255"/>
                  </a:cubicBezTo>
                  <a:cubicBezTo>
                    <a:pt x="46" y="7338"/>
                    <a:pt x="82" y="7151"/>
                    <a:pt x="74" y="7234"/>
                  </a:cubicBezTo>
                  <a:cubicBezTo>
                    <a:pt x="91" y="7328"/>
                    <a:pt x="107" y="7423"/>
                    <a:pt x="123" y="7517"/>
                  </a:cubicBezTo>
                  <a:cubicBezTo>
                    <a:pt x="111" y="7632"/>
                    <a:pt x="85" y="7836"/>
                    <a:pt x="71" y="7952"/>
                  </a:cubicBezTo>
                  <a:cubicBezTo>
                    <a:pt x="91" y="8029"/>
                    <a:pt x="109" y="8106"/>
                    <a:pt x="130" y="8183"/>
                  </a:cubicBezTo>
                  <a:cubicBezTo>
                    <a:pt x="115" y="8293"/>
                    <a:pt x="149" y="8567"/>
                    <a:pt x="66" y="8640"/>
                  </a:cubicBezTo>
                  <a:close/>
                </a:path>
              </a:pathLst>
            </a:custGeom>
            <a:blipFill dpi="0" rotWithShape="1">
              <a:blip r:embed="rId3" cstate="print">
                <a:lum bright="78000" contrast="-90000"/>
              </a:blip>
              <a:srcRect/>
              <a:tile tx="0" ty="0" sx="100000" sy="100000" flip="none" algn="tl"/>
            </a:blipFill>
            <a:ln w="3175">
              <a:noFill/>
              <a:round/>
              <a:headEnd/>
              <a:tailEnd/>
            </a:ln>
            <a:effectLst>
              <a:outerShdw blurRad="50800" dist="38100" dir="2700000" algn="tl" rotWithShape="0">
                <a:prstClr val="black">
                  <a:alpha val="40000"/>
                </a:prstClr>
              </a:outerShdw>
            </a:effectLst>
          </p:spPr>
          <p:txBody>
            <a:bodyPr vert="horz" wrap="square" lIns="361157" tIns="90295" rIns="180590" bIns="90295" numCol="1" anchor="t" anchorCtr="0" compatLnSpc="1">
              <a:prstTxWarp prst="textNoShape">
                <a:avLst/>
              </a:prstTxWarp>
            </a:bodyPr>
            <a:lstStyle/>
            <a:p>
              <a:pPr marL="1344613" marR="0" lvl="0" defTabSz="914186" eaLnBrk="1" fontAlgn="auto" latinLnBrk="0" hangingPunct="1">
                <a:lnSpc>
                  <a:spcPct val="105000"/>
                </a:lnSpc>
                <a:spcBef>
                  <a:spcPts val="600"/>
                </a:spcBef>
                <a:spcAft>
                  <a:spcPts val="0"/>
                </a:spcAft>
                <a:buClrTx/>
                <a:buSzTx/>
                <a:buFontTx/>
                <a:buNone/>
                <a:tabLst/>
                <a:defRPr/>
              </a:pPr>
              <a:endParaRPr kumimoji="0" lang="en-US" sz="1200" b="0" i="1" u="none" strike="noStrike" kern="0" cap="none" spc="0" normalizeH="0" baseline="0" noProof="0">
                <a:ln>
                  <a:noFill/>
                </a:ln>
                <a:solidFill>
                  <a:srgbClr val="000000"/>
                </a:solidFill>
                <a:effectLst/>
                <a:uLnTx/>
                <a:uFillTx/>
                <a:latin typeface="Palatino Linotype" panose="02040502050505030304" pitchFamily="18" charset="0"/>
              </a:endParaRPr>
            </a:p>
          </p:txBody>
        </p:sp>
        <p:sp>
          <p:nvSpPr>
            <p:cNvPr id="1073" name="TextBox 1072">
              <a:extLst>
                <a:ext uri="{FF2B5EF4-FFF2-40B4-BE49-F238E27FC236}">
                  <a16:creationId xmlns:a16="http://schemas.microsoft.com/office/drawing/2014/main" id="{7DE337D3-2D2C-D032-7AD5-9C7AC5815146}"/>
                </a:ext>
              </a:extLst>
            </p:cNvPr>
            <p:cNvSpPr txBox="1"/>
            <p:nvPr/>
          </p:nvSpPr>
          <p:spPr>
            <a:xfrm>
              <a:off x="4758776" y="2342287"/>
              <a:ext cx="3920896" cy="210880"/>
            </a:xfrm>
            <a:prstGeom prst="rect">
              <a:avLst/>
            </a:prstGeom>
            <a:noFill/>
          </p:spPr>
          <p:txBody>
            <a:bodyPr wrap="square" rtlCol="0" anchor="ctr">
              <a:spAutoFit/>
            </a:bodyPr>
            <a:lstStyle/>
            <a:p>
              <a:pPr algn="just"/>
              <a:r>
                <a:rPr lang="en-US" sz="1050" i="1" dirty="0">
                  <a:latin typeface="Palatino Linotype" panose="02040502050505030304" pitchFamily="18" charset="0"/>
                </a:rPr>
                <a:t>“Quote”</a:t>
              </a:r>
            </a:p>
          </p:txBody>
        </p:sp>
        <p:sp>
          <p:nvSpPr>
            <p:cNvPr id="1074" name="TextBox 1073">
              <a:extLst>
                <a:ext uri="{FF2B5EF4-FFF2-40B4-BE49-F238E27FC236}">
                  <a16:creationId xmlns:a16="http://schemas.microsoft.com/office/drawing/2014/main" id="{BAF59BD9-CEF3-DD89-09ED-5F94076E1259}"/>
                </a:ext>
              </a:extLst>
            </p:cNvPr>
            <p:cNvSpPr txBox="1"/>
            <p:nvPr/>
          </p:nvSpPr>
          <p:spPr>
            <a:xfrm>
              <a:off x="4758776" y="1951418"/>
              <a:ext cx="3920896" cy="226271"/>
            </a:xfrm>
            <a:prstGeom prst="rect">
              <a:avLst/>
            </a:prstGeom>
            <a:noFill/>
          </p:spPr>
          <p:txBody>
            <a:bodyPr wrap="square" rtlCol="0" anchor="ctr">
              <a:spAutoFit/>
            </a:bodyPr>
            <a:lstStyle/>
            <a:p>
              <a:pPr algn="just">
                <a:lnSpc>
                  <a:spcPct val="119000"/>
                </a:lnSpc>
                <a:spcBef>
                  <a:spcPts val="100"/>
                </a:spcBef>
                <a:spcAft>
                  <a:spcPts val="100"/>
                </a:spcAft>
              </a:pPr>
              <a:r>
                <a:rPr lang="en-US" sz="1050" b="1" u="sng" dirty="0">
                  <a:latin typeface="Palatino Linotype" panose="02040502050505030304" pitchFamily="18" charset="0"/>
                </a:rPr>
                <a:t>[Name] – [Role]</a:t>
              </a:r>
            </a:p>
          </p:txBody>
        </p:sp>
      </p:grpSp>
      <p:grpSp>
        <p:nvGrpSpPr>
          <p:cNvPr id="1087" name="Group 1086">
            <a:extLst>
              <a:ext uri="{FF2B5EF4-FFF2-40B4-BE49-F238E27FC236}">
                <a16:creationId xmlns:a16="http://schemas.microsoft.com/office/drawing/2014/main" id="{877CAD62-1E81-DC1F-ED73-334CE8C7F381}"/>
              </a:ext>
            </a:extLst>
          </p:cNvPr>
          <p:cNvGrpSpPr/>
          <p:nvPr/>
        </p:nvGrpSpPr>
        <p:grpSpPr>
          <a:xfrm>
            <a:off x="4649222" y="5227514"/>
            <a:ext cx="4140002" cy="1081434"/>
            <a:chOff x="4649224" y="1930653"/>
            <a:chExt cx="4140000" cy="898145"/>
          </a:xfrm>
        </p:grpSpPr>
        <p:sp>
          <p:nvSpPr>
            <p:cNvPr id="1088" name="Freeform 7">
              <a:extLst>
                <a:ext uri="{FF2B5EF4-FFF2-40B4-BE49-F238E27FC236}">
                  <a16:creationId xmlns:a16="http://schemas.microsoft.com/office/drawing/2014/main" id="{15D904C5-E698-2DB8-5633-69E3BF69082A}"/>
                </a:ext>
              </a:extLst>
            </p:cNvPr>
            <p:cNvSpPr>
              <a:spLocks/>
            </p:cNvSpPr>
            <p:nvPr/>
          </p:nvSpPr>
          <p:spPr bwMode="auto">
            <a:xfrm>
              <a:off x="4649224" y="1960822"/>
              <a:ext cx="4140000" cy="867976"/>
            </a:xfrm>
            <a:custGeom>
              <a:avLst/>
              <a:gdLst>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795 w 10000"/>
                <a:gd name="connsiteY119" fmla="*/ 5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795 w 10000"/>
                <a:gd name="connsiteY119" fmla="*/ 5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596 h 10000"/>
                <a:gd name="connsiteX1" fmla="*/ 421 w 10000"/>
                <a:gd name="connsiteY1" fmla="*/ 8585 h 10000"/>
                <a:gd name="connsiteX2" fmla="*/ 43 w 10000"/>
                <a:gd name="connsiteY2" fmla="*/ 9041 h 10000"/>
                <a:gd name="connsiteX3" fmla="*/ 20 w 10000"/>
                <a:gd name="connsiteY3" fmla="*/ 9234 h 10000"/>
                <a:gd name="connsiteX4" fmla="*/ 0 w 10000"/>
                <a:gd name="connsiteY4" fmla="*/ 9469 h 10000"/>
                <a:gd name="connsiteX5" fmla="*/ 181 w 10000"/>
                <a:gd name="connsiteY5" fmla="*/ 9678 h 10000"/>
                <a:gd name="connsiteX6" fmla="*/ 279 w 10000"/>
                <a:gd name="connsiteY6" fmla="*/ 9678 h 10000"/>
                <a:gd name="connsiteX7" fmla="*/ 445 w 10000"/>
                <a:gd name="connsiteY7" fmla="*/ 9678 h 10000"/>
                <a:gd name="connsiteX8" fmla="*/ 582 w 10000"/>
                <a:gd name="connsiteY8" fmla="*/ 9678 h 10000"/>
                <a:gd name="connsiteX9" fmla="*/ 586 w 10000"/>
                <a:gd name="connsiteY9" fmla="*/ 9861 h 10000"/>
                <a:gd name="connsiteX10" fmla="*/ 1164 w 10000"/>
                <a:gd name="connsiteY10" fmla="*/ 10000 h 10000"/>
                <a:gd name="connsiteX11" fmla="*/ 1263 w 10000"/>
                <a:gd name="connsiteY11" fmla="*/ 10000 h 10000"/>
                <a:gd name="connsiteX12" fmla="*/ 1361 w 10000"/>
                <a:gd name="connsiteY12" fmla="*/ 10000 h 10000"/>
                <a:gd name="connsiteX13" fmla="*/ 1467 w 10000"/>
                <a:gd name="connsiteY13" fmla="*/ 10000 h 10000"/>
                <a:gd name="connsiteX14" fmla="*/ 1566 w 10000"/>
                <a:gd name="connsiteY14" fmla="*/ 10000 h 10000"/>
                <a:gd name="connsiteX15" fmla="*/ 1703 w 10000"/>
                <a:gd name="connsiteY15" fmla="*/ 9941 h 10000"/>
                <a:gd name="connsiteX16" fmla="*/ 1841 w 10000"/>
                <a:gd name="connsiteY16" fmla="*/ 9855 h 10000"/>
                <a:gd name="connsiteX17" fmla="*/ 2187 w 10000"/>
                <a:gd name="connsiteY17" fmla="*/ 9941 h 10000"/>
                <a:gd name="connsiteX18" fmla="*/ 2286 w 10000"/>
                <a:gd name="connsiteY18" fmla="*/ 9941 h 10000"/>
                <a:gd name="connsiteX19" fmla="*/ 2427 w 10000"/>
                <a:gd name="connsiteY19" fmla="*/ 9871 h 10000"/>
                <a:gd name="connsiteX20" fmla="*/ 2573 w 10000"/>
                <a:gd name="connsiteY20" fmla="*/ 9807 h 10000"/>
                <a:gd name="connsiteX21" fmla="*/ 2707 w 10000"/>
                <a:gd name="connsiteY21" fmla="*/ 9807 h 10000"/>
                <a:gd name="connsiteX22" fmla="*/ 2813 w 10000"/>
                <a:gd name="connsiteY22" fmla="*/ 9807 h 10000"/>
                <a:gd name="connsiteX23" fmla="*/ 2915 w 10000"/>
                <a:gd name="connsiteY23" fmla="*/ 9807 h 10000"/>
                <a:gd name="connsiteX24" fmla="*/ 3116 w 10000"/>
                <a:gd name="connsiteY24" fmla="*/ 9807 h 10000"/>
                <a:gd name="connsiteX25" fmla="*/ 3245 w 10000"/>
                <a:gd name="connsiteY25" fmla="*/ 9877 h 10000"/>
                <a:gd name="connsiteX26" fmla="*/ 3375 w 10000"/>
                <a:gd name="connsiteY26" fmla="*/ 9941 h 10000"/>
                <a:gd name="connsiteX27" fmla="*/ 3470 w 10000"/>
                <a:gd name="connsiteY27" fmla="*/ 10000 h 10000"/>
                <a:gd name="connsiteX28" fmla="*/ 3572 w 10000"/>
                <a:gd name="connsiteY28" fmla="*/ 9995 h 10000"/>
                <a:gd name="connsiteX29" fmla="*/ 3674 w 10000"/>
                <a:gd name="connsiteY29" fmla="*/ 9941 h 10000"/>
                <a:gd name="connsiteX30" fmla="*/ 3788 w 10000"/>
                <a:gd name="connsiteY30" fmla="*/ 9871 h 10000"/>
                <a:gd name="connsiteX31" fmla="*/ 3934 w 10000"/>
                <a:gd name="connsiteY31" fmla="*/ 9855 h 10000"/>
                <a:gd name="connsiteX32" fmla="*/ 4087 w 10000"/>
                <a:gd name="connsiteY32" fmla="*/ 9941 h 10000"/>
                <a:gd name="connsiteX33" fmla="*/ 4182 w 10000"/>
                <a:gd name="connsiteY33" fmla="*/ 10000 h 10000"/>
                <a:gd name="connsiteX34" fmla="*/ 4288 w 10000"/>
                <a:gd name="connsiteY34" fmla="*/ 9995 h 10000"/>
                <a:gd name="connsiteX35" fmla="*/ 4386 w 10000"/>
                <a:gd name="connsiteY35" fmla="*/ 9995 h 10000"/>
                <a:gd name="connsiteX36" fmla="*/ 4524 w 10000"/>
                <a:gd name="connsiteY36" fmla="*/ 9989 h 10000"/>
                <a:gd name="connsiteX37" fmla="*/ 4662 w 10000"/>
                <a:gd name="connsiteY37" fmla="*/ 9936 h 10000"/>
                <a:gd name="connsiteX38" fmla="*/ 4807 w 10000"/>
                <a:gd name="connsiteY38" fmla="*/ 9877 h 10000"/>
                <a:gd name="connsiteX39" fmla="*/ 5016 w 10000"/>
                <a:gd name="connsiteY39" fmla="*/ 9807 h 10000"/>
                <a:gd name="connsiteX40" fmla="*/ 5122 w 10000"/>
                <a:gd name="connsiteY40" fmla="*/ 9807 h 10000"/>
                <a:gd name="connsiteX41" fmla="*/ 5393 w 10000"/>
                <a:gd name="connsiteY41" fmla="*/ 9807 h 10000"/>
                <a:gd name="connsiteX42" fmla="*/ 5539 w 10000"/>
                <a:gd name="connsiteY42" fmla="*/ 9743 h 10000"/>
                <a:gd name="connsiteX43" fmla="*/ 5645 w 10000"/>
                <a:gd name="connsiteY43" fmla="*/ 9678 h 10000"/>
                <a:gd name="connsiteX44" fmla="*/ 5779 w 10000"/>
                <a:gd name="connsiteY44" fmla="*/ 9673 h 10000"/>
                <a:gd name="connsiteX45" fmla="*/ 5858 w 10000"/>
                <a:gd name="connsiteY45" fmla="*/ 9459 h 10000"/>
                <a:gd name="connsiteX46" fmla="*/ 6302 w 10000"/>
                <a:gd name="connsiteY46" fmla="*/ 9550 h 10000"/>
                <a:gd name="connsiteX47" fmla="*/ 6440 w 10000"/>
                <a:gd name="connsiteY47" fmla="*/ 9550 h 10000"/>
                <a:gd name="connsiteX48" fmla="*/ 6542 w 10000"/>
                <a:gd name="connsiteY48" fmla="*/ 9550 h 10000"/>
                <a:gd name="connsiteX49" fmla="*/ 6644 w 10000"/>
                <a:gd name="connsiteY49" fmla="*/ 9486 h 10000"/>
                <a:gd name="connsiteX50" fmla="*/ 6751 w 10000"/>
                <a:gd name="connsiteY50" fmla="*/ 9486 h 10000"/>
                <a:gd name="connsiteX51" fmla="*/ 6888 w 10000"/>
                <a:gd name="connsiteY51" fmla="*/ 9486 h 10000"/>
                <a:gd name="connsiteX52" fmla="*/ 7022 w 10000"/>
                <a:gd name="connsiteY52" fmla="*/ 9486 h 10000"/>
                <a:gd name="connsiteX53" fmla="*/ 7113 w 10000"/>
                <a:gd name="connsiteY53" fmla="*/ 9459 h 10000"/>
                <a:gd name="connsiteX54" fmla="*/ 7537 w 10000"/>
                <a:gd name="connsiteY54" fmla="*/ 9416 h 10000"/>
                <a:gd name="connsiteX55" fmla="*/ 7667 w 10000"/>
                <a:gd name="connsiteY55" fmla="*/ 9486 h 10000"/>
                <a:gd name="connsiteX56" fmla="*/ 7805 w 10000"/>
                <a:gd name="connsiteY56" fmla="*/ 9486 h 10000"/>
                <a:gd name="connsiteX57" fmla="*/ 7970 w 10000"/>
                <a:gd name="connsiteY57" fmla="*/ 9486 h 10000"/>
                <a:gd name="connsiteX58" fmla="*/ 8084 w 10000"/>
                <a:gd name="connsiteY58" fmla="*/ 9421 h 10000"/>
                <a:gd name="connsiteX59" fmla="*/ 8159 w 10000"/>
                <a:gd name="connsiteY59" fmla="*/ 9459 h 10000"/>
                <a:gd name="connsiteX60" fmla="*/ 8466 w 10000"/>
                <a:gd name="connsiteY60" fmla="*/ 9298 h 10000"/>
                <a:gd name="connsiteX61" fmla="*/ 8615 w 10000"/>
                <a:gd name="connsiteY61" fmla="*/ 9234 h 10000"/>
                <a:gd name="connsiteX62" fmla="*/ 8765 w 10000"/>
                <a:gd name="connsiteY62" fmla="*/ 9100 h 10000"/>
                <a:gd name="connsiteX63" fmla="*/ 8914 w 10000"/>
                <a:gd name="connsiteY63" fmla="*/ 8976 h 10000"/>
                <a:gd name="connsiteX64" fmla="*/ 9032 w 10000"/>
                <a:gd name="connsiteY64" fmla="*/ 8778 h 10000"/>
                <a:gd name="connsiteX65" fmla="*/ 9190 w 10000"/>
                <a:gd name="connsiteY65" fmla="*/ 8591 h 10000"/>
                <a:gd name="connsiteX66" fmla="*/ 9335 w 10000"/>
                <a:gd name="connsiteY66" fmla="*/ 8274 h 10000"/>
                <a:gd name="connsiteX67" fmla="*/ 9630 w 10000"/>
                <a:gd name="connsiteY67" fmla="*/ 7374 h 10000"/>
                <a:gd name="connsiteX68" fmla="*/ 9670 w 10000"/>
                <a:gd name="connsiteY68" fmla="*/ 7095 h 10000"/>
                <a:gd name="connsiteX69" fmla="*/ 9709 w 10000"/>
                <a:gd name="connsiteY69" fmla="*/ 6608 h 10000"/>
                <a:gd name="connsiteX70" fmla="*/ 9740 w 10000"/>
                <a:gd name="connsiteY70" fmla="*/ 6345 h 10000"/>
                <a:gd name="connsiteX71" fmla="*/ 9799 w 10000"/>
                <a:gd name="connsiteY71" fmla="*/ 5911 h 10000"/>
                <a:gd name="connsiteX72" fmla="*/ 9851 w 10000"/>
                <a:gd name="connsiteY72" fmla="*/ 5322 h 10000"/>
                <a:gd name="connsiteX73" fmla="*/ 9485 w 10000"/>
                <a:gd name="connsiteY73" fmla="*/ 5102 h 10000"/>
                <a:gd name="connsiteX74" fmla="*/ 9898 w 10000"/>
                <a:gd name="connsiteY74" fmla="*/ 4877 h 10000"/>
                <a:gd name="connsiteX75" fmla="*/ 9941 w 10000"/>
                <a:gd name="connsiteY75" fmla="*/ 4491 h 10000"/>
                <a:gd name="connsiteX76" fmla="*/ 9976 w 10000"/>
                <a:gd name="connsiteY76" fmla="*/ 4175 h 10000"/>
                <a:gd name="connsiteX77" fmla="*/ 9996 w 10000"/>
                <a:gd name="connsiteY77" fmla="*/ 3982 h 10000"/>
                <a:gd name="connsiteX78" fmla="*/ 9953 w 10000"/>
                <a:gd name="connsiteY78" fmla="*/ 3783 h 10000"/>
                <a:gd name="connsiteX79" fmla="*/ 9937 w 10000"/>
                <a:gd name="connsiteY79" fmla="*/ 3601 h 10000"/>
                <a:gd name="connsiteX80" fmla="*/ 9969 w 10000"/>
                <a:gd name="connsiteY80" fmla="*/ 3344 h 10000"/>
                <a:gd name="connsiteX81" fmla="*/ 9890 w 10000"/>
                <a:gd name="connsiteY81" fmla="*/ 3156 h 10000"/>
                <a:gd name="connsiteX82" fmla="*/ 10000 w 10000"/>
                <a:gd name="connsiteY82" fmla="*/ 3023 h 10000"/>
                <a:gd name="connsiteX83" fmla="*/ 9906 w 10000"/>
                <a:gd name="connsiteY83" fmla="*/ 2953 h 10000"/>
                <a:gd name="connsiteX84" fmla="*/ 9815 w 10000"/>
                <a:gd name="connsiteY84" fmla="*/ 2824 h 10000"/>
                <a:gd name="connsiteX85" fmla="*/ 9693 w 10000"/>
                <a:gd name="connsiteY85" fmla="*/ 2701 h 10000"/>
                <a:gd name="connsiteX86" fmla="*/ 9611 w 10000"/>
                <a:gd name="connsiteY86" fmla="*/ 2572 h 10000"/>
                <a:gd name="connsiteX87" fmla="*/ 9528 w 10000"/>
                <a:gd name="connsiteY87" fmla="*/ 2379 h 10000"/>
                <a:gd name="connsiteX88" fmla="*/ 9351 w 10000"/>
                <a:gd name="connsiteY88" fmla="*/ 2363 h 10000"/>
                <a:gd name="connsiteX89" fmla="*/ 9280 w 10000"/>
                <a:gd name="connsiteY89" fmla="*/ 1806 h 10000"/>
                <a:gd name="connsiteX90" fmla="*/ 9190 w 10000"/>
                <a:gd name="connsiteY90" fmla="*/ 1742 h 10000"/>
                <a:gd name="connsiteX91" fmla="*/ 9111 w 10000"/>
                <a:gd name="connsiteY91" fmla="*/ 1554 h 10000"/>
                <a:gd name="connsiteX92" fmla="*/ 9017 w 10000"/>
                <a:gd name="connsiteY92" fmla="*/ 1576 h 10000"/>
                <a:gd name="connsiteX93" fmla="*/ 8749 w 10000"/>
                <a:gd name="connsiteY93" fmla="*/ 1104 h 10000"/>
                <a:gd name="connsiteX94" fmla="*/ 8615 w 10000"/>
                <a:gd name="connsiteY94" fmla="*/ 1104 h 10000"/>
                <a:gd name="connsiteX95" fmla="*/ 8485 w 10000"/>
                <a:gd name="connsiteY95" fmla="*/ 1034 h 10000"/>
                <a:gd name="connsiteX96" fmla="*/ 8356 w 10000"/>
                <a:gd name="connsiteY96" fmla="*/ 1034 h 10000"/>
                <a:gd name="connsiteX97" fmla="*/ 8190 w 10000"/>
                <a:gd name="connsiteY97" fmla="*/ 970 h 10000"/>
                <a:gd name="connsiteX98" fmla="*/ 8057 w 10000"/>
                <a:gd name="connsiteY98" fmla="*/ 788 h 10000"/>
                <a:gd name="connsiteX99" fmla="*/ 7616 w 10000"/>
                <a:gd name="connsiteY99" fmla="*/ 595 h 10000"/>
                <a:gd name="connsiteX100" fmla="*/ 7482 w 10000"/>
                <a:gd name="connsiteY100" fmla="*/ 589 h 10000"/>
                <a:gd name="connsiteX101" fmla="*/ 7427 w 10000"/>
                <a:gd name="connsiteY101" fmla="*/ 788 h 10000"/>
                <a:gd name="connsiteX102" fmla="*/ 7345 w 10000"/>
                <a:gd name="connsiteY102" fmla="*/ 595 h 10000"/>
                <a:gd name="connsiteX103" fmla="*/ 7144 w 10000"/>
                <a:gd name="connsiteY103" fmla="*/ 595 h 10000"/>
                <a:gd name="connsiteX104" fmla="*/ 7042 w 10000"/>
                <a:gd name="connsiteY104" fmla="*/ 589 h 10000"/>
                <a:gd name="connsiteX105" fmla="*/ 7010 w 10000"/>
                <a:gd name="connsiteY105" fmla="*/ 793 h 10000"/>
                <a:gd name="connsiteX106" fmla="*/ 6849 w 10000"/>
                <a:gd name="connsiteY106" fmla="*/ 466 h 10000"/>
                <a:gd name="connsiteX107" fmla="*/ 6715 w 10000"/>
                <a:gd name="connsiteY107" fmla="*/ 461 h 10000"/>
                <a:gd name="connsiteX108" fmla="*/ 6633 w 10000"/>
                <a:gd name="connsiteY108" fmla="*/ 397 h 10000"/>
                <a:gd name="connsiteX109" fmla="*/ 6235 w 10000"/>
                <a:gd name="connsiteY109" fmla="*/ 209 h 10000"/>
                <a:gd name="connsiteX110" fmla="*/ 6105 w 10000"/>
                <a:gd name="connsiteY110" fmla="*/ 139 h 10000"/>
                <a:gd name="connsiteX111" fmla="*/ 6050 w 10000"/>
                <a:gd name="connsiteY111" fmla="*/ 5 h 10000"/>
                <a:gd name="connsiteX112" fmla="*/ 5712 w 10000"/>
                <a:gd name="connsiteY112" fmla="*/ 21 h 10000"/>
                <a:gd name="connsiteX113" fmla="*/ 5511 w 10000"/>
                <a:gd name="connsiteY113" fmla="*/ 16 h 10000"/>
                <a:gd name="connsiteX114" fmla="*/ 5421 w 10000"/>
                <a:gd name="connsiteY114" fmla="*/ 5 h 10000"/>
                <a:gd name="connsiteX115" fmla="*/ 5201 w 10000"/>
                <a:gd name="connsiteY115" fmla="*/ 16 h 10000"/>
                <a:gd name="connsiteX116" fmla="*/ 5102 w 10000"/>
                <a:gd name="connsiteY116" fmla="*/ 21 h 10000"/>
                <a:gd name="connsiteX117" fmla="*/ 5008 w 10000"/>
                <a:gd name="connsiteY117" fmla="*/ 0 h 10000"/>
                <a:gd name="connsiteX118" fmla="*/ 4929 w 10000"/>
                <a:gd name="connsiteY118" fmla="*/ 21 h 10000"/>
                <a:gd name="connsiteX119" fmla="*/ 4565 w 10000"/>
                <a:gd name="connsiteY119" fmla="*/ 127 h 10000"/>
                <a:gd name="connsiteX120" fmla="*/ 4092 w 10000"/>
                <a:gd name="connsiteY120" fmla="*/ 478 h 10000"/>
                <a:gd name="connsiteX121" fmla="*/ 3875 w 10000"/>
                <a:gd name="connsiteY121" fmla="*/ 21 h 10000"/>
                <a:gd name="connsiteX122" fmla="*/ 3749 w 10000"/>
                <a:gd name="connsiteY122" fmla="*/ 5 h 10000"/>
                <a:gd name="connsiteX123" fmla="*/ 3541 w 10000"/>
                <a:gd name="connsiteY123" fmla="*/ 21 h 10000"/>
                <a:gd name="connsiteX124" fmla="*/ 3403 w 10000"/>
                <a:gd name="connsiteY124" fmla="*/ 21 h 10000"/>
                <a:gd name="connsiteX125" fmla="*/ 3332 w 10000"/>
                <a:gd name="connsiteY125" fmla="*/ 0 h 10000"/>
                <a:gd name="connsiteX126" fmla="*/ 3068 w 10000"/>
                <a:gd name="connsiteY126" fmla="*/ 21 h 10000"/>
                <a:gd name="connsiteX127" fmla="*/ 2931 w 10000"/>
                <a:gd name="connsiteY127" fmla="*/ 16 h 10000"/>
                <a:gd name="connsiteX128" fmla="*/ 2825 w 10000"/>
                <a:gd name="connsiteY128" fmla="*/ 21 h 10000"/>
                <a:gd name="connsiteX129" fmla="*/ 2707 w 10000"/>
                <a:gd name="connsiteY129" fmla="*/ 5 h 10000"/>
                <a:gd name="connsiteX130" fmla="*/ 2290 w 10000"/>
                <a:gd name="connsiteY130" fmla="*/ 5 h 10000"/>
                <a:gd name="connsiteX131" fmla="*/ 1912 w 10000"/>
                <a:gd name="connsiteY131" fmla="*/ 338 h 10000"/>
                <a:gd name="connsiteX132" fmla="*/ 1794 w 10000"/>
                <a:gd name="connsiteY132" fmla="*/ 466 h 10000"/>
                <a:gd name="connsiteX133" fmla="*/ 1692 w 10000"/>
                <a:gd name="connsiteY133" fmla="*/ 466 h 10000"/>
                <a:gd name="connsiteX134" fmla="*/ 1617 w 10000"/>
                <a:gd name="connsiteY134" fmla="*/ 397 h 10000"/>
                <a:gd name="connsiteX135" fmla="*/ 1452 w 10000"/>
                <a:gd name="connsiteY135" fmla="*/ 782 h 10000"/>
                <a:gd name="connsiteX136" fmla="*/ 1310 w 10000"/>
                <a:gd name="connsiteY136" fmla="*/ 852 h 10000"/>
                <a:gd name="connsiteX137" fmla="*/ 1255 w 10000"/>
                <a:gd name="connsiteY137" fmla="*/ 1040 h 10000"/>
                <a:gd name="connsiteX138" fmla="*/ 1109 w 10000"/>
                <a:gd name="connsiteY138" fmla="*/ 1190 h 10000"/>
                <a:gd name="connsiteX139" fmla="*/ 1090 w 10000"/>
                <a:gd name="connsiteY139" fmla="*/ 1292 h 10000"/>
                <a:gd name="connsiteX140" fmla="*/ 1027 w 10000"/>
                <a:gd name="connsiteY140" fmla="*/ 1559 h 10000"/>
                <a:gd name="connsiteX141" fmla="*/ 901 w 10000"/>
                <a:gd name="connsiteY141" fmla="*/ 1817 h 10000"/>
                <a:gd name="connsiteX142" fmla="*/ 818 w 10000"/>
                <a:gd name="connsiteY142" fmla="*/ 1977 h 10000"/>
                <a:gd name="connsiteX143" fmla="*/ 822 w 10000"/>
                <a:gd name="connsiteY143" fmla="*/ 2513 h 10000"/>
                <a:gd name="connsiteX144" fmla="*/ 799 w 10000"/>
                <a:gd name="connsiteY144" fmla="*/ 2771 h 10000"/>
                <a:gd name="connsiteX145" fmla="*/ 1035 w 10000"/>
                <a:gd name="connsiteY145" fmla="*/ 3478 h 10000"/>
                <a:gd name="connsiteX146" fmla="*/ 744 w 10000"/>
                <a:gd name="connsiteY146" fmla="*/ 3280 h 10000"/>
                <a:gd name="connsiteX147" fmla="*/ 645 w 10000"/>
                <a:gd name="connsiteY147" fmla="*/ 3553 h 10000"/>
                <a:gd name="connsiteX148" fmla="*/ 622 w 10000"/>
                <a:gd name="connsiteY148" fmla="*/ 4057 h 10000"/>
                <a:gd name="connsiteX149" fmla="*/ 511 w 10000"/>
                <a:gd name="connsiteY149" fmla="*/ 4110 h 10000"/>
                <a:gd name="connsiteX150" fmla="*/ 559 w 10000"/>
                <a:gd name="connsiteY150" fmla="*/ 4341 h 10000"/>
                <a:gd name="connsiteX151" fmla="*/ 492 w 10000"/>
                <a:gd name="connsiteY151" fmla="*/ 4309 h 10000"/>
                <a:gd name="connsiteX152" fmla="*/ 771 w 10000"/>
                <a:gd name="connsiteY152" fmla="*/ 4770 h 10000"/>
                <a:gd name="connsiteX153" fmla="*/ 515 w 10000"/>
                <a:gd name="connsiteY153" fmla="*/ 4684 h 10000"/>
                <a:gd name="connsiteX154" fmla="*/ 492 w 10000"/>
                <a:gd name="connsiteY154" fmla="*/ 4946 h 10000"/>
                <a:gd name="connsiteX155" fmla="*/ 429 w 10000"/>
                <a:gd name="connsiteY155" fmla="*/ 5520 h 10000"/>
                <a:gd name="connsiteX156" fmla="*/ 413 w 10000"/>
                <a:gd name="connsiteY156" fmla="*/ 5648 h 10000"/>
                <a:gd name="connsiteX157" fmla="*/ 386 w 10000"/>
                <a:gd name="connsiteY157" fmla="*/ 5916 h 10000"/>
                <a:gd name="connsiteX158" fmla="*/ 716 w 10000"/>
                <a:gd name="connsiteY158" fmla="*/ 6393 h 10000"/>
                <a:gd name="connsiteX159" fmla="*/ 303 w 10000"/>
                <a:gd name="connsiteY159" fmla="*/ 6672 h 10000"/>
                <a:gd name="connsiteX160" fmla="*/ 271 w 10000"/>
                <a:gd name="connsiteY160" fmla="*/ 6929 h 10000"/>
                <a:gd name="connsiteX161" fmla="*/ 248 w 10000"/>
                <a:gd name="connsiteY161" fmla="*/ 7181 h 10000"/>
                <a:gd name="connsiteX162" fmla="*/ 224 w 10000"/>
                <a:gd name="connsiteY162" fmla="*/ 7379 h 10000"/>
                <a:gd name="connsiteX163" fmla="*/ 193 w 10000"/>
                <a:gd name="connsiteY163" fmla="*/ 7631 h 10000"/>
                <a:gd name="connsiteX164" fmla="*/ 173 w 10000"/>
                <a:gd name="connsiteY164" fmla="*/ 7883 h 10000"/>
                <a:gd name="connsiteX165" fmla="*/ 146 w 10000"/>
                <a:gd name="connsiteY165" fmla="*/ 8087 h 10000"/>
                <a:gd name="connsiteX166" fmla="*/ 122 w 10000"/>
                <a:gd name="connsiteY166" fmla="*/ 8274 h 10000"/>
                <a:gd name="connsiteX167" fmla="*/ 106 w 10000"/>
                <a:gd name="connsiteY167" fmla="*/ 8462 h 10000"/>
                <a:gd name="connsiteX168" fmla="*/ 94 w 10000"/>
                <a:gd name="connsiteY168" fmla="*/ 8596 h 10000"/>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485 w 10000"/>
                <a:gd name="connsiteY73" fmla="*/ 524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351 w 10000"/>
                <a:gd name="connsiteY88" fmla="*/ 2504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351 w 10000"/>
                <a:gd name="connsiteY88" fmla="*/ 2504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771 w 10000"/>
                <a:gd name="connsiteY152" fmla="*/ 4911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1035 w 10000"/>
                <a:gd name="connsiteY145" fmla="*/ 3619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716 w 10000"/>
                <a:gd name="connsiteY158" fmla="*/ 653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486 w 10000"/>
                <a:gd name="connsiteY158" fmla="*/ 650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193 w 10000"/>
                <a:gd name="connsiteY163" fmla="*/ 7772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94 w 10000"/>
                <a:gd name="connsiteY0" fmla="*/ 8737 h 10141"/>
                <a:gd name="connsiteX1" fmla="*/ 421 w 10000"/>
                <a:gd name="connsiteY1" fmla="*/ 8726 h 10141"/>
                <a:gd name="connsiteX2" fmla="*/ 43 w 10000"/>
                <a:gd name="connsiteY2" fmla="*/ 9182 h 10141"/>
                <a:gd name="connsiteX3" fmla="*/ 20 w 10000"/>
                <a:gd name="connsiteY3" fmla="*/ 9375 h 10141"/>
                <a:gd name="connsiteX4" fmla="*/ 0 w 10000"/>
                <a:gd name="connsiteY4" fmla="*/ 9610 h 10141"/>
                <a:gd name="connsiteX5" fmla="*/ 181 w 10000"/>
                <a:gd name="connsiteY5" fmla="*/ 9819 h 10141"/>
                <a:gd name="connsiteX6" fmla="*/ 279 w 10000"/>
                <a:gd name="connsiteY6" fmla="*/ 9819 h 10141"/>
                <a:gd name="connsiteX7" fmla="*/ 445 w 10000"/>
                <a:gd name="connsiteY7" fmla="*/ 9819 h 10141"/>
                <a:gd name="connsiteX8" fmla="*/ 582 w 10000"/>
                <a:gd name="connsiteY8" fmla="*/ 9819 h 10141"/>
                <a:gd name="connsiteX9" fmla="*/ 586 w 10000"/>
                <a:gd name="connsiteY9" fmla="*/ 10002 h 10141"/>
                <a:gd name="connsiteX10" fmla="*/ 1164 w 10000"/>
                <a:gd name="connsiteY10" fmla="*/ 10141 h 10141"/>
                <a:gd name="connsiteX11" fmla="*/ 1263 w 10000"/>
                <a:gd name="connsiteY11" fmla="*/ 10141 h 10141"/>
                <a:gd name="connsiteX12" fmla="*/ 1361 w 10000"/>
                <a:gd name="connsiteY12" fmla="*/ 10141 h 10141"/>
                <a:gd name="connsiteX13" fmla="*/ 1467 w 10000"/>
                <a:gd name="connsiteY13" fmla="*/ 10141 h 10141"/>
                <a:gd name="connsiteX14" fmla="*/ 1566 w 10000"/>
                <a:gd name="connsiteY14" fmla="*/ 10141 h 10141"/>
                <a:gd name="connsiteX15" fmla="*/ 1703 w 10000"/>
                <a:gd name="connsiteY15" fmla="*/ 10082 h 10141"/>
                <a:gd name="connsiteX16" fmla="*/ 1841 w 10000"/>
                <a:gd name="connsiteY16" fmla="*/ 9996 h 10141"/>
                <a:gd name="connsiteX17" fmla="*/ 2187 w 10000"/>
                <a:gd name="connsiteY17" fmla="*/ 10082 h 10141"/>
                <a:gd name="connsiteX18" fmla="*/ 2286 w 10000"/>
                <a:gd name="connsiteY18" fmla="*/ 10082 h 10141"/>
                <a:gd name="connsiteX19" fmla="*/ 2427 w 10000"/>
                <a:gd name="connsiteY19" fmla="*/ 10012 h 10141"/>
                <a:gd name="connsiteX20" fmla="*/ 2573 w 10000"/>
                <a:gd name="connsiteY20" fmla="*/ 9948 h 10141"/>
                <a:gd name="connsiteX21" fmla="*/ 2707 w 10000"/>
                <a:gd name="connsiteY21" fmla="*/ 9948 h 10141"/>
                <a:gd name="connsiteX22" fmla="*/ 2813 w 10000"/>
                <a:gd name="connsiteY22" fmla="*/ 9948 h 10141"/>
                <a:gd name="connsiteX23" fmla="*/ 2915 w 10000"/>
                <a:gd name="connsiteY23" fmla="*/ 9948 h 10141"/>
                <a:gd name="connsiteX24" fmla="*/ 3116 w 10000"/>
                <a:gd name="connsiteY24" fmla="*/ 9948 h 10141"/>
                <a:gd name="connsiteX25" fmla="*/ 3245 w 10000"/>
                <a:gd name="connsiteY25" fmla="*/ 10018 h 10141"/>
                <a:gd name="connsiteX26" fmla="*/ 3375 w 10000"/>
                <a:gd name="connsiteY26" fmla="*/ 10082 h 10141"/>
                <a:gd name="connsiteX27" fmla="*/ 3470 w 10000"/>
                <a:gd name="connsiteY27" fmla="*/ 10141 h 10141"/>
                <a:gd name="connsiteX28" fmla="*/ 3572 w 10000"/>
                <a:gd name="connsiteY28" fmla="*/ 10136 h 10141"/>
                <a:gd name="connsiteX29" fmla="*/ 3674 w 10000"/>
                <a:gd name="connsiteY29" fmla="*/ 10082 h 10141"/>
                <a:gd name="connsiteX30" fmla="*/ 3788 w 10000"/>
                <a:gd name="connsiteY30" fmla="*/ 10012 h 10141"/>
                <a:gd name="connsiteX31" fmla="*/ 3934 w 10000"/>
                <a:gd name="connsiteY31" fmla="*/ 9996 h 10141"/>
                <a:gd name="connsiteX32" fmla="*/ 4087 w 10000"/>
                <a:gd name="connsiteY32" fmla="*/ 10082 h 10141"/>
                <a:gd name="connsiteX33" fmla="*/ 4182 w 10000"/>
                <a:gd name="connsiteY33" fmla="*/ 10141 h 10141"/>
                <a:gd name="connsiteX34" fmla="*/ 4288 w 10000"/>
                <a:gd name="connsiteY34" fmla="*/ 10136 h 10141"/>
                <a:gd name="connsiteX35" fmla="*/ 4386 w 10000"/>
                <a:gd name="connsiteY35" fmla="*/ 10136 h 10141"/>
                <a:gd name="connsiteX36" fmla="*/ 4524 w 10000"/>
                <a:gd name="connsiteY36" fmla="*/ 10130 h 10141"/>
                <a:gd name="connsiteX37" fmla="*/ 4662 w 10000"/>
                <a:gd name="connsiteY37" fmla="*/ 10077 h 10141"/>
                <a:gd name="connsiteX38" fmla="*/ 4807 w 10000"/>
                <a:gd name="connsiteY38" fmla="*/ 10018 h 10141"/>
                <a:gd name="connsiteX39" fmla="*/ 5016 w 10000"/>
                <a:gd name="connsiteY39" fmla="*/ 9948 h 10141"/>
                <a:gd name="connsiteX40" fmla="*/ 5122 w 10000"/>
                <a:gd name="connsiteY40" fmla="*/ 9948 h 10141"/>
                <a:gd name="connsiteX41" fmla="*/ 5393 w 10000"/>
                <a:gd name="connsiteY41" fmla="*/ 9948 h 10141"/>
                <a:gd name="connsiteX42" fmla="*/ 5539 w 10000"/>
                <a:gd name="connsiteY42" fmla="*/ 9884 h 10141"/>
                <a:gd name="connsiteX43" fmla="*/ 5645 w 10000"/>
                <a:gd name="connsiteY43" fmla="*/ 9819 h 10141"/>
                <a:gd name="connsiteX44" fmla="*/ 5779 w 10000"/>
                <a:gd name="connsiteY44" fmla="*/ 9814 h 10141"/>
                <a:gd name="connsiteX45" fmla="*/ 5858 w 10000"/>
                <a:gd name="connsiteY45" fmla="*/ 9600 h 10141"/>
                <a:gd name="connsiteX46" fmla="*/ 6302 w 10000"/>
                <a:gd name="connsiteY46" fmla="*/ 9691 h 10141"/>
                <a:gd name="connsiteX47" fmla="*/ 6440 w 10000"/>
                <a:gd name="connsiteY47" fmla="*/ 9691 h 10141"/>
                <a:gd name="connsiteX48" fmla="*/ 6542 w 10000"/>
                <a:gd name="connsiteY48" fmla="*/ 9691 h 10141"/>
                <a:gd name="connsiteX49" fmla="*/ 6644 w 10000"/>
                <a:gd name="connsiteY49" fmla="*/ 9627 h 10141"/>
                <a:gd name="connsiteX50" fmla="*/ 6751 w 10000"/>
                <a:gd name="connsiteY50" fmla="*/ 9627 h 10141"/>
                <a:gd name="connsiteX51" fmla="*/ 6888 w 10000"/>
                <a:gd name="connsiteY51" fmla="*/ 9627 h 10141"/>
                <a:gd name="connsiteX52" fmla="*/ 7022 w 10000"/>
                <a:gd name="connsiteY52" fmla="*/ 9627 h 10141"/>
                <a:gd name="connsiteX53" fmla="*/ 7113 w 10000"/>
                <a:gd name="connsiteY53" fmla="*/ 9600 h 10141"/>
                <a:gd name="connsiteX54" fmla="*/ 7537 w 10000"/>
                <a:gd name="connsiteY54" fmla="*/ 9557 h 10141"/>
                <a:gd name="connsiteX55" fmla="*/ 7667 w 10000"/>
                <a:gd name="connsiteY55" fmla="*/ 9627 h 10141"/>
                <a:gd name="connsiteX56" fmla="*/ 7805 w 10000"/>
                <a:gd name="connsiteY56" fmla="*/ 9627 h 10141"/>
                <a:gd name="connsiteX57" fmla="*/ 7970 w 10000"/>
                <a:gd name="connsiteY57" fmla="*/ 9627 h 10141"/>
                <a:gd name="connsiteX58" fmla="*/ 8084 w 10000"/>
                <a:gd name="connsiteY58" fmla="*/ 9562 h 10141"/>
                <a:gd name="connsiteX59" fmla="*/ 8159 w 10000"/>
                <a:gd name="connsiteY59" fmla="*/ 9600 h 10141"/>
                <a:gd name="connsiteX60" fmla="*/ 8466 w 10000"/>
                <a:gd name="connsiteY60" fmla="*/ 9439 h 10141"/>
                <a:gd name="connsiteX61" fmla="*/ 8615 w 10000"/>
                <a:gd name="connsiteY61" fmla="*/ 9375 h 10141"/>
                <a:gd name="connsiteX62" fmla="*/ 8765 w 10000"/>
                <a:gd name="connsiteY62" fmla="*/ 9241 h 10141"/>
                <a:gd name="connsiteX63" fmla="*/ 8914 w 10000"/>
                <a:gd name="connsiteY63" fmla="*/ 9117 h 10141"/>
                <a:gd name="connsiteX64" fmla="*/ 9032 w 10000"/>
                <a:gd name="connsiteY64" fmla="*/ 8919 h 10141"/>
                <a:gd name="connsiteX65" fmla="*/ 9190 w 10000"/>
                <a:gd name="connsiteY65" fmla="*/ 8732 h 10141"/>
                <a:gd name="connsiteX66" fmla="*/ 9335 w 10000"/>
                <a:gd name="connsiteY66" fmla="*/ 8415 h 10141"/>
                <a:gd name="connsiteX67" fmla="*/ 9630 w 10000"/>
                <a:gd name="connsiteY67" fmla="*/ 7515 h 10141"/>
                <a:gd name="connsiteX68" fmla="*/ 9670 w 10000"/>
                <a:gd name="connsiteY68" fmla="*/ 7236 h 10141"/>
                <a:gd name="connsiteX69" fmla="*/ 9709 w 10000"/>
                <a:gd name="connsiteY69" fmla="*/ 6749 h 10141"/>
                <a:gd name="connsiteX70" fmla="*/ 9740 w 10000"/>
                <a:gd name="connsiteY70" fmla="*/ 6486 h 10141"/>
                <a:gd name="connsiteX71" fmla="*/ 9799 w 10000"/>
                <a:gd name="connsiteY71" fmla="*/ 6052 h 10141"/>
                <a:gd name="connsiteX72" fmla="*/ 9851 w 10000"/>
                <a:gd name="connsiteY72" fmla="*/ 5463 h 10141"/>
                <a:gd name="connsiteX73" fmla="*/ 9758 w 10000"/>
                <a:gd name="connsiteY73" fmla="*/ 5273 h 10141"/>
                <a:gd name="connsiteX74" fmla="*/ 9898 w 10000"/>
                <a:gd name="connsiteY74" fmla="*/ 5018 h 10141"/>
                <a:gd name="connsiteX75" fmla="*/ 9941 w 10000"/>
                <a:gd name="connsiteY75" fmla="*/ 4632 h 10141"/>
                <a:gd name="connsiteX76" fmla="*/ 9976 w 10000"/>
                <a:gd name="connsiteY76" fmla="*/ 4316 h 10141"/>
                <a:gd name="connsiteX77" fmla="*/ 9996 w 10000"/>
                <a:gd name="connsiteY77" fmla="*/ 4123 h 10141"/>
                <a:gd name="connsiteX78" fmla="*/ 9953 w 10000"/>
                <a:gd name="connsiteY78" fmla="*/ 3924 h 10141"/>
                <a:gd name="connsiteX79" fmla="*/ 9937 w 10000"/>
                <a:gd name="connsiteY79" fmla="*/ 3742 h 10141"/>
                <a:gd name="connsiteX80" fmla="*/ 9969 w 10000"/>
                <a:gd name="connsiteY80" fmla="*/ 3485 h 10141"/>
                <a:gd name="connsiteX81" fmla="*/ 9890 w 10000"/>
                <a:gd name="connsiteY81" fmla="*/ 3297 h 10141"/>
                <a:gd name="connsiteX82" fmla="*/ 10000 w 10000"/>
                <a:gd name="connsiteY82" fmla="*/ 3164 h 10141"/>
                <a:gd name="connsiteX83" fmla="*/ 9906 w 10000"/>
                <a:gd name="connsiteY83" fmla="*/ 3094 h 10141"/>
                <a:gd name="connsiteX84" fmla="*/ 9815 w 10000"/>
                <a:gd name="connsiteY84" fmla="*/ 2965 h 10141"/>
                <a:gd name="connsiteX85" fmla="*/ 9693 w 10000"/>
                <a:gd name="connsiteY85" fmla="*/ 2842 h 10141"/>
                <a:gd name="connsiteX86" fmla="*/ 9611 w 10000"/>
                <a:gd name="connsiteY86" fmla="*/ 2713 h 10141"/>
                <a:gd name="connsiteX87" fmla="*/ 9528 w 10000"/>
                <a:gd name="connsiteY87" fmla="*/ 2520 h 10141"/>
                <a:gd name="connsiteX88" fmla="*/ 9526 w 10000"/>
                <a:gd name="connsiteY88" fmla="*/ 2108 h 10141"/>
                <a:gd name="connsiteX89" fmla="*/ 9280 w 10000"/>
                <a:gd name="connsiteY89" fmla="*/ 1947 h 10141"/>
                <a:gd name="connsiteX90" fmla="*/ 9190 w 10000"/>
                <a:gd name="connsiteY90" fmla="*/ 1883 h 10141"/>
                <a:gd name="connsiteX91" fmla="*/ 9111 w 10000"/>
                <a:gd name="connsiteY91" fmla="*/ 1695 h 10141"/>
                <a:gd name="connsiteX92" fmla="*/ 9017 w 10000"/>
                <a:gd name="connsiteY92" fmla="*/ 1717 h 10141"/>
                <a:gd name="connsiteX93" fmla="*/ 8749 w 10000"/>
                <a:gd name="connsiteY93" fmla="*/ 1245 h 10141"/>
                <a:gd name="connsiteX94" fmla="*/ 8615 w 10000"/>
                <a:gd name="connsiteY94" fmla="*/ 1245 h 10141"/>
                <a:gd name="connsiteX95" fmla="*/ 8485 w 10000"/>
                <a:gd name="connsiteY95" fmla="*/ 1175 h 10141"/>
                <a:gd name="connsiteX96" fmla="*/ 8356 w 10000"/>
                <a:gd name="connsiteY96" fmla="*/ 1175 h 10141"/>
                <a:gd name="connsiteX97" fmla="*/ 8190 w 10000"/>
                <a:gd name="connsiteY97" fmla="*/ 1111 h 10141"/>
                <a:gd name="connsiteX98" fmla="*/ 8057 w 10000"/>
                <a:gd name="connsiteY98" fmla="*/ 929 h 10141"/>
                <a:gd name="connsiteX99" fmla="*/ 7616 w 10000"/>
                <a:gd name="connsiteY99" fmla="*/ 736 h 10141"/>
                <a:gd name="connsiteX100" fmla="*/ 7482 w 10000"/>
                <a:gd name="connsiteY100" fmla="*/ 730 h 10141"/>
                <a:gd name="connsiteX101" fmla="*/ 7427 w 10000"/>
                <a:gd name="connsiteY101" fmla="*/ 929 h 10141"/>
                <a:gd name="connsiteX102" fmla="*/ 7345 w 10000"/>
                <a:gd name="connsiteY102" fmla="*/ 736 h 10141"/>
                <a:gd name="connsiteX103" fmla="*/ 7144 w 10000"/>
                <a:gd name="connsiteY103" fmla="*/ 736 h 10141"/>
                <a:gd name="connsiteX104" fmla="*/ 7042 w 10000"/>
                <a:gd name="connsiteY104" fmla="*/ 730 h 10141"/>
                <a:gd name="connsiteX105" fmla="*/ 7010 w 10000"/>
                <a:gd name="connsiteY105" fmla="*/ 934 h 10141"/>
                <a:gd name="connsiteX106" fmla="*/ 6849 w 10000"/>
                <a:gd name="connsiteY106" fmla="*/ 607 h 10141"/>
                <a:gd name="connsiteX107" fmla="*/ 6715 w 10000"/>
                <a:gd name="connsiteY107" fmla="*/ 602 h 10141"/>
                <a:gd name="connsiteX108" fmla="*/ 6633 w 10000"/>
                <a:gd name="connsiteY108" fmla="*/ 538 h 10141"/>
                <a:gd name="connsiteX109" fmla="*/ 6235 w 10000"/>
                <a:gd name="connsiteY109" fmla="*/ 350 h 10141"/>
                <a:gd name="connsiteX110" fmla="*/ 6105 w 10000"/>
                <a:gd name="connsiteY110" fmla="*/ 280 h 10141"/>
                <a:gd name="connsiteX111" fmla="*/ 6050 w 10000"/>
                <a:gd name="connsiteY111" fmla="*/ 146 h 10141"/>
                <a:gd name="connsiteX112" fmla="*/ 5712 w 10000"/>
                <a:gd name="connsiteY112" fmla="*/ 162 h 10141"/>
                <a:gd name="connsiteX113" fmla="*/ 5511 w 10000"/>
                <a:gd name="connsiteY113" fmla="*/ 157 h 10141"/>
                <a:gd name="connsiteX114" fmla="*/ 5421 w 10000"/>
                <a:gd name="connsiteY114" fmla="*/ 146 h 10141"/>
                <a:gd name="connsiteX115" fmla="*/ 5201 w 10000"/>
                <a:gd name="connsiteY115" fmla="*/ 157 h 10141"/>
                <a:gd name="connsiteX116" fmla="*/ 5102 w 10000"/>
                <a:gd name="connsiteY116" fmla="*/ 162 h 10141"/>
                <a:gd name="connsiteX117" fmla="*/ 5008 w 10000"/>
                <a:gd name="connsiteY117" fmla="*/ 141 h 10141"/>
                <a:gd name="connsiteX118" fmla="*/ 4929 w 10000"/>
                <a:gd name="connsiteY118" fmla="*/ 162 h 10141"/>
                <a:gd name="connsiteX119" fmla="*/ 4565 w 10000"/>
                <a:gd name="connsiteY119" fmla="*/ 268 h 10141"/>
                <a:gd name="connsiteX120" fmla="*/ 4092 w 10000"/>
                <a:gd name="connsiteY120" fmla="*/ 619 h 10141"/>
                <a:gd name="connsiteX121" fmla="*/ 3875 w 10000"/>
                <a:gd name="connsiteY121" fmla="*/ 162 h 10141"/>
                <a:gd name="connsiteX122" fmla="*/ 3749 w 10000"/>
                <a:gd name="connsiteY122" fmla="*/ 146 h 10141"/>
                <a:gd name="connsiteX123" fmla="*/ 3541 w 10000"/>
                <a:gd name="connsiteY123" fmla="*/ 162 h 10141"/>
                <a:gd name="connsiteX124" fmla="*/ 3403 w 10000"/>
                <a:gd name="connsiteY124" fmla="*/ 162 h 10141"/>
                <a:gd name="connsiteX125" fmla="*/ 3332 w 10000"/>
                <a:gd name="connsiteY125" fmla="*/ 141 h 10141"/>
                <a:gd name="connsiteX126" fmla="*/ 3068 w 10000"/>
                <a:gd name="connsiteY126" fmla="*/ 162 h 10141"/>
                <a:gd name="connsiteX127" fmla="*/ 2931 w 10000"/>
                <a:gd name="connsiteY127" fmla="*/ 157 h 10141"/>
                <a:gd name="connsiteX128" fmla="*/ 2825 w 10000"/>
                <a:gd name="connsiteY128" fmla="*/ 162 h 10141"/>
                <a:gd name="connsiteX129" fmla="*/ 2707 w 10000"/>
                <a:gd name="connsiteY129" fmla="*/ 146 h 10141"/>
                <a:gd name="connsiteX130" fmla="*/ 2290 w 10000"/>
                <a:gd name="connsiteY130" fmla="*/ 146 h 10141"/>
                <a:gd name="connsiteX131" fmla="*/ 1912 w 10000"/>
                <a:gd name="connsiteY131" fmla="*/ 479 h 10141"/>
                <a:gd name="connsiteX132" fmla="*/ 1794 w 10000"/>
                <a:gd name="connsiteY132" fmla="*/ 607 h 10141"/>
                <a:gd name="connsiteX133" fmla="*/ 1692 w 10000"/>
                <a:gd name="connsiteY133" fmla="*/ 607 h 10141"/>
                <a:gd name="connsiteX134" fmla="*/ 1617 w 10000"/>
                <a:gd name="connsiteY134" fmla="*/ 538 h 10141"/>
                <a:gd name="connsiteX135" fmla="*/ 1452 w 10000"/>
                <a:gd name="connsiteY135" fmla="*/ 923 h 10141"/>
                <a:gd name="connsiteX136" fmla="*/ 1310 w 10000"/>
                <a:gd name="connsiteY136" fmla="*/ 993 h 10141"/>
                <a:gd name="connsiteX137" fmla="*/ 1255 w 10000"/>
                <a:gd name="connsiteY137" fmla="*/ 1181 h 10141"/>
                <a:gd name="connsiteX138" fmla="*/ 1109 w 10000"/>
                <a:gd name="connsiteY138" fmla="*/ 1331 h 10141"/>
                <a:gd name="connsiteX139" fmla="*/ 1090 w 10000"/>
                <a:gd name="connsiteY139" fmla="*/ 1433 h 10141"/>
                <a:gd name="connsiteX140" fmla="*/ 1027 w 10000"/>
                <a:gd name="connsiteY140" fmla="*/ 1700 h 10141"/>
                <a:gd name="connsiteX141" fmla="*/ 901 w 10000"/>
                <a:gd name="connsiteY141" fmla="*/ 1958 h 10141"/>
                <a:gd name="connsiteX142" fmla="*/ 818 w 10000"/>
                <a:gd name="connsiteY142" fmla="*/ 2118 h 10141"/>
                <a:gd name="connsiteX143" fmla="*/ 822 w 10000"/>
                <a:gd name="connsiteY143" fmla="*/ 2654 h 10141"/>
                <a:gd name="connsiteX144" fmla="*/ 799 w 10000"/>
                <a:gd name="connsiteY144" fmla="*/ 2912 h 10141"/>
                <a:gd name="connsiteX145" fmla="*/ 838 w 10000"/>
                <a:gd name="connsiteY145" fmla="*/ 3223 h 10141"/>
                <a:gd name="connsiteX146" fmla="*/ 744 w 10000"/>
                <a:gd name="connsiteY146" fmla="*/ 3421 h 10141"/>
                <a:gd name="connsiteX147" fmla="*/ 645 w 10000"/>
                <a:gd name="connsiteY147" fmla="*/ 3694 h 10141"/>
                <a:gd name="connsiteX148" fmla="*/ 622 w 10000"/>
                <a:gd name="connsiteY148" fmla="*/ 4198 h 10141"/>
                <a:gd name="connsiteX149" fmla="*/ 511 w 10000"/>
                <a:gd name="connsiteY149" fmla="*/ 4251 h 10141"/>
                <a:gd name="connsiteX150" fmla="*/ 559 w 10000"/>
                <a:gd name="connsiteY150" fmla="*/ 4482 h 10141"/>
                <a:gd name="connsiteX151" fmla="*/ 492 w 10000"/>
                <a:gd name="connsiteY151" fmla="*/ 4450 h 10141"/>
                <a:gd name="connsiteX152" fmla="*/ 585 w 10000"/>
                <a:gd name="connsiteY152" fmla="*/ 4728 h 10141"/>
                <a:gd name="connsiteX153" fmla="*/ 515 w 10000"/>
                <a:gd name="connsiteY153" fmla="*/ 4825 h 10141"/>
                <a:gd name="connsiteX154" fmla="*/ 492 w 10000"/>
                <a:gd name="connsiteY154" fmla="*/ 5087 h 10141"/>
                <a:gd name="connsiteX155" fmla="*/ 429 w 10000"/>
                <a:gd name="connsiteY155" fmla="*/ 5661 h 10141"/>
                <a:gd name="connsiteX156" fmla="*/ 413 w 10000"/>
                <a:gd name="connsiteY156" fmla="*/ 5789 h 10141"/>
                <a:gd name="connsiteX157" fmla="*/ 386 w 10000"/>
                <a:gd name="connsiteY157" fmla="*/ 6057 h 10141"/>
                <a:gd name="connsiteX158" fmla="*/ 486 w 10000"/>
                <a:gd name="connsiteY158" fmla="*/ 6504 h 10141"/>
                <a:gd name="connsiteX159" fmla="*/ 303 w 10000"/>
                <a:gd name="connsiteY159" fmla="*/ 6813 h 10141"/>
                <a:gd name="connsiteX160" fmla="*/ 271 w 10000"/>
                <a:gd name="connsiteY160" fmla="*/ 7070 h 10141"/>
                <a:gd name="connsiteX161" fmla="*/ 248 w 10000"/>
                <a:gd name="connsiteY161" fmla="*/ 7322 h 10141"/>
                <a:gd name="connsiteX162" fmla="*/ 224 w 10000"/>
                <a:gd name="connsiteY162" fmla="*/ 7520 h 10141"/>
                <a:gd name="connsiteX163" fmla="*/ 95 w 10000"/>
                <a:gd name="connsiteY163" fmla="*/ 7498 h 10141"/>
                <a:gd name="connsiteX164" fmla="*/ 173 w 10000"/>
                <a:gd name="connsiteY164" fmla="*/ 8024 h 10141"/>
                <a:gd name="connsiteX165" fmla="*/ 146 w 10000"/>
                <a:gd name="connsiteY165" fmla="*/ 8228 h 10141"/>
                <a:gd name="connsiteX166" fmla="*/ 122 w 10000"/>
                <a:gd name="connsiteY166" fmla="*/ 8415 h 10141"/>
                <a:gd name="connsiteX167" fmla="*/ 106 w 10000"/>
                <a:gd name="connsiteY167" fmla="*/ 8603 h 10141"/>
                <a:gd name="connsiteX168" fmla="*/ 94 w 10000"/>
                <a:gd name="connsiteY168" fmla="*/ 8737 h 10141"/>
                <a:gd name="connsiteX0" fmla="*/ 141 w 10047"/>
                <a:gd name="connsiteY0" fmla="*/ 8737 h 10141"/>
                <a:gd name="connsiteX1" fmla="*/ 468 w 10047"/>
                <a:gd name="connsiteY1" fmla="*/ 8726 h 10141"/>
                <a:gd name="connsiteX2" fmla="*/ 90 w 10047"/>
                <a:gd name="connsiteY2" fmla="*/ 9182 h 10141"/>
                <a:gd name="connsiteX3" fmla="*/ 67 w 10047"/>
                <a:gd name="connsiteY3" fmla="*/ 9375 h 10141"/>
                <a:gd name="connsiteX4" fmla="*/ 47 w 10047"/>
                <a:gd name="connsiteY4" fmla="*/ 9610 h 10141"/>
                <a:gd name="connsiteX5" fmla="*/ 228 w 10047"/>
                <a:gd name="connsiteY5" fmla="*/ 9819 h 10141"/>
                <a:gd name="connsiteX6" fmla="*/ 326 w 10047"/>
                <a:gd name="connsiteY6" fmla="*/ 9819 h 10141"/>
                <a:gd name="connsiteX7" fmla="*/ 492 w 10047"/>
                <a:gd name="connsiteY7" fmla="*/ 9819 h 10141"/>
                <a:gd name="connsiteX8" fmla="*/ 629 w 10047"/>
                <a:gd name="connsiteY8" fmla="*/ 9819 h 10141"/>
                <a:gd name="connsiteX9" fmla="*/ 633 w 10047"/>
                <a:gd name="connsiteY9" fmla="*/ 10002 h 10141"/>
                <a:gd name="connsiteX10" fmla="*/ 1211 w 10047"/>
                <a:gd name="connsiteY10" fmla="*/ 10141 h 10141"/>
                <a:gd name="connsiteX11" fmla="*/ 1310 w 10047"/>
                <a:gd name="connsiteY11" fmla="*/ 10141 h 10141"/>
                <a:gd name="connsiteX12" fmla="*/ 1408 w 10047"/>
                <a:gd name="connsiteY12" fmla="*/ 10141 h 10141"/>
                <a:gd name="connsiteX13" fmla="*/ 1514 w 10047"/>
                <a:gd name="connsiteY13" fmla="*/ 10141 h 10141"/>
                <a:gd name="connsiteX14" fmla="*/ 1613 w 10047"/>
                <a:gd name="connsiteY14" fmla="*/ 10141 h 10141"/>
                <a:gd name="connsiteX15" fmla="*/ 1750 w 10047"/>
                <a:gd name="connsiteY15" fmla="*/ 10082 h 10141"/>
                <a:gd name="connsiteX16" fmla="*/ 1888 w 10047"/>
                <a:gd name="connsiteY16" fmla="*/ 9996 h 10141"/>
                <a:gd name="connsiteX17" fmla="*/ 2234 w 10047"/>
                <a:gd name="connsiteY17" fmla="*/ 10082 h 10141"/>
                <a:gd name="connsiteX18" fmla="*/ 2333 w 10047"/>
                <a:gd name="connsiteY18" fmla="*/ 10082 h 10141"/>
                <a:gd name="connsiteX19" fmla="*/ 2474 w 10047"/>
                <a:gd name="connsiteY19" fmla="*/ 10012 h 10141"/>
                <a:gd name="connsiteX20" fmla="*/ 2620 w 10047"/>
                <a:gd name="connsiteY20" fmla="*/ 9948 h 10141"/>
                <a:gd name="connsiteX21" fmla="*/ 2754 w 10047"/>
                <a:gd name="connsiteY21" fmla="*/ 9948 h 10141"/>
                <a:gd name="connsiteX22" fmla="*/ 2860 w 10047"/>
                <a:gd name="connsiteY22" fmla="*/ 9948 h 10141"/>
                <a:gd name="connsiteX23" fmla="*/ 2962 w 10047"/>
                <a:gd name="connsiteY23" fmla="*/ 9948 h 10141"/>
                <a:gd name="connsiteX24" fmla="*/ 3163 w 10047"/>
                <a:gd name="connsiteY24" fmla="*/ 9948 h 10141"/>
                <a:gd name="connsiteX25" fmla="*/ 3292 w 10047"/>
                <a:gd name="connsiteY25" fmla="*/ 10018 h 10141"/>
                <a:gd name="connsiteX26" fmla="*/ 3422 w 10047"/>
                <a:gd name="connsiteY26" fmla="*/ 10082 h 10141"/>
                <a:gd name="connsiteX27" fmla="*/ 3517 w 10047"/>
                <a:gd name="connsiteY27" fmla="*/ 10141 h 10141"/>
                <a:gd name="connsiteX28" fmla="*/ 3619 w 10047"/>
                <a:gd name="connsiteY28" fmla="*/ 10136 h 10141"/>
                <a:gd name="connsiteX29" fmla="*/ 3721 w 10047"/>
                <a:gd name="connsiteY29" fmla="*/ 10082 h 10141"/>
                <a:gd name="connsiteX30" fmla="*/ 3835 w 10047"/>
                <a:gd name="connsiteY30" fmla="*/ 10012 h 10141"/>
                <a:gd name="connsiteX31" fmla="*/ 3981 w 10047"/>
                <a:gd name="connsiteY31" fmla="*/ 9996 h 10141"/>
                <a:gd name="connsiteX32" fmla="*/ 4134 w 10047"/>
                <a:gd name="connsiteY32" fmla="*/ 10082 h 10141"/>
                <a:gd name="connsiteX33" fmla="*/ 4229 w 10047"/>
                <a:gd name="connsiteY33" fmla="*/ 10141 h 10141"/>
                <a:gd name="connsiteX34" fmla="*/ 4335 w 10047"/>
                <a:gd name="connsiteY34" fmla="*/ 10136 h 10141"/>
                <a:gd name="connsiteX35" fmla="*/ 4433 w 10047"/>
                <a:gd name="connsiteY35" fmla="*/ 10136 h 10141"/>
                <a:gd name="connsiteX36" fmla="*/ 4571 w 10047"/>
                <a:gd name="connsiteY36" fmla="*/ 10130 h 10141"/>
                <a:gd name="connsiteX37" fmla="*/ 4709 w 10047"/>
                <a:gd name="connsiteY37" fmla="*/ 10077 h 10141"/>
                <a:gd name="connsiteX38" fmla="*/ 4854 w 10047"/>
                <a:gd name="connsiteY38" fmla="*/ 10018 h 10141"/>
                <a:gd name="connsiteX39" fmla="*/ 5063 w 10047"/>
                <a:gd name="connsiteY39" fmla="*/ 9948 h 10141"/>
                <a:gd name="connsiteX40" fmla="*/ 5169 w 10047"/>
                <a:gd name="connsiteY40" fmla="*/ 9948 h 10141"/>
                <a:gd name="connsiteX41" fmla="*/ 5440 w 10047"/>
                <a:gd name="connsiteY41" fmla="*/ 9948 h 10141"/>
                <a:gd name="connsiteX42" fmla="*/ 5586 w 10047"/>
                <a:gd name="connsiteY42" fmla="*/ 9884 h 10141"/>
                <a:gd name="connsiteX43" fmla="*/ 5692 w 10047"/>
                <a:gd name="connsiteY43" fmla="*/ 9819 h 10141"/>
                <a:gd name="connsiteX44" fmla="*/ 5826 w 10047"/>
                <a:gd name="connsiteY44" fmla="*/ 9814 h 10141"/>
                <a:gd name="connsiteX45" fmla="*/ 5905 w 10047"/>
                <a:gd name="connsiteY45" fmla="*/ 9600 h 10141"/>
                <a:gd name="connsiteX46" fmla="*/ 6349 w 10047"/>
                <a:gd name="connsiteY46" fmla="*/ 9691 h 10141"/>
                <a:gd name="connsiteX47" fmla="*/ 6487 w 10047"/>
                <a:gd name="connsiteY47" fmla="*/ 9691 h 10141"/>
                <a:gd name="connsiteX48" fmla="*/ 6589 w 10047"/>
                <a:gd name="connsiteY48" fmla="*/ 9691 h 10141"/>
                <a:gd name="connsiteX49" fmla="*/ 6691 w 10047"/>
                <a:gd name="connsiteY49" fmla="*/ 9627 h 10141"/>
                <a:gd name="connsiteX50" fmla="*/ 6798 w 10047"/>
                <a:gd name="connsiteY50" fmla="*/ 9627 h 10141"/>
                <a:gd name="connsiteX51" fmla="*/ 6935 w 10047"/>
                <a:gd name="connsiteY51" fmla="*/ 9627 h 10141"/>
                <a:gd name="connsiteX52" fmla="*/ 7069 w 10047"/>
                <a:gd name="connsiteY52" fmla="*/ 9627 h 10141"/>
                <a:gd name="connsiteX53" fmla="*/ 7160 w 10047"/>
                <a:gd name="connsiteY53" fmla="*/ 9600 h 10141"/>
                <a:gd name="connsiteX54" fmla="*/ 7584 w 10047"/>
                <a:gd name="connsiteY54" fmla="*/ 9557 h 10141"/>
                <a:gd name="connsiteX55" fmla="*/ 7714 w 10047"/>
                <a:gd name="connsiteY55" fmla="*/ 9627 h 10141"/>
                <a:gd name="connsiteX56" fmla="*/ 7852 w 10047"/>
                <a:gd name="connsiteY56" fmla="*/ 9627 h 10141"/>
                <a:gd name="connsiteX57" fmla="*/ 8017 w 10047"/>
                <a:gd name="connsiteY57" fmla="*/ 9627 h 10141"/>
                <a:gd name="connsiteX58" fmla="*/ 8131 w 10047"/>
                <a:gd name="connsiteY58" fmla="*/ 9562 h 10141"/>
                <a:gd name="connsiteX59" fmla="*/ 8206 w 10047"/>
                <a:gd name="connsiteY59" fmla="*/ 9600 h 10141"/>
                <a:gd name="connsiteX60" fmla="*/ 8513 w 10047"/>
                <a:gd name="connsiteY60" fmla="*/ 9439 h 10141"/>
                <a:gd name="connsiteX61" fmla="*/ 8662 w 10047"/>
                <a:gd name="connsiteY61" fmla="*/ 9375 h 10141"/>
                <a:gd name="connsiteX62" fmla="*/ 8812 w 10047"/>
                <a:gd name="connsiteY62" fmla="*/ 9241 h 10141"/>
                <a:gd name="connsiteX63" fmla="*/ 8961 w 10047"/>
                <a:gd name="connsiteY63" fmla="*/ 9117 h 10141"/>
                <a:gd name="connsiteX64" fmla="*/ 9079 w 10047"/>
                <a:gd name="connsiteY64" fmla="*/ 8919 h 10141"/>
                <a:gd name="connsiteX65" fmla="*/ 9237 w 10047"/>
                <a:gd name="connsiteY65" fmla="*/ 8732 h 10141"/>
                <a:gd name="connsiteX66" fmla="*/ 9382 w 10047"/>
                <a:gd name="connsiteY66" fmla="*/ 8415 h 10141"/>
                <a:gd name="connsiteX67" fmla="*/ 9677 w 10047"/>
                <a:gd name="connsiteY67" fmla="*/ 7515 h 10141"/>
                <a:gd name="connsiteX68" fmla="*/ 9717 w 10047"/>
                <a:gd name="connsiteY68" fmla="*/ 7236 h 10141"/>
                <a:gd name="connsiteX69" fmla="*/ 9756 w 10047"/>
                <a:gd name="connsiteY69" fmla="*/ 6749 h 10141"/>
                <a:gd name="connsiteX70" fmla="*/ 9787 w 10047"/>
                <a:gd name="connsiteY70" fmla="*/ 6486 h 10141"/>
                <a:gd name="connsiteX71" fmla="*/ 9846 w 10047"/>
                <a:gd name="connsiteY71" fmla="*/ 6052 h 10141"/>
                <a:gd name="connsiteX72" fmla="*/ 9898 w 10047"/>
                <a:gd name="connsiteY72" fmla="*/ 5463 h 10141"/>
                <a:gd name="connsiteX73" fmla="*/ 9805 w 10047"/>
                <a:gd name="connsiteY73" fmla="*/ 5273 h 10141"/>
                <a:gd name="connsiteX74" fmla="*/ 9945 w 10047"/>
                <a:gd name="connsiteY74" fmla="*/ 5018 h 10141"/>
                <a:gd name="connsiteX75" fmla="*/ 9988 w 10047"/>
                <a:gd name="connsiteY75" fmla="*/ 4632 h 10141"/>
                <a:gd name="connsiteX76" fmla="*/ 10023 w 10047"/>
                <a:gd name="connsiteY76" fmla="*/ 4316 h 10141"/>
                <a:gd name="connsiteX77" fmla="*/ 10043 w 10047"/>
                <a:gd name="connsiteY77" fmla="*/ 4123 h 10141"/>
                <a:gd name="connsiteX78" fmla="*/ 10000 w 10047"/>
                <a:gd name="connsiteY78" fmla="*/ 3924 h 10141"/>
                <a:gd name="connsiteX79" fmla="*/ 9984 w 10047"/>
                <a:gd name="connsiteY79" fmla="*/ 3742 h 10141"/>
                <a:gd name="connsiteX80" fmla="*/ 10016 w 10047"/>
                <a:gd name="connsiteY80" fmla="*/ 3485 h 10141"/>
                <a:gd name="connsiteX81" fmla="*/ 9937 w 10047"/>
                <a:gd name="connsiteY81" fmla="*/ 3297 h 10141"/>
                <a:gd name="connsiteX82" fmla="*/ 10047 w 10047"/>
                <a:gd name="connsiteY82" fmla="*/ 3164 h 10141"/>
                <a:gd name="connsiteX83" fmla="*/ 9953 w 10047"/>
                <a:gd name="connsiteY83" fmla="*/ 3094 h 10141"/>
                <a:gd name="connsiteX84" fmla="*/ 9862 w 10047"/>
                <a:gd name="connsiteY84" fmla="*/ 2965 h 10141"/>
                <a:gd name="connsiteX85" fmla="*/ 9740 w 10047"/>
                <a:gd name="connsiteY85" fmla="*/ 2842 h 10141"/>
                <a:gd name="connsiteX86" fmla="*/ 9658 w 10047"/>
                <a:gd name="connsiteY86" fmla="*/ 2713 h 10141"/>
                <a:gd name="connsiteX87" fmla="*/ 9575 w 10047"/>
                <a:gd name="connsiteY87" fmla="*/ 2520 h 10141"/>
                <a:gd name="connsiteX88" fmla="*/ 9573 w 10047"/>
                <a:gd name="connsiteY88" fmla="*/ 2108 h 10141"/>
                <a:gd name="connsiteX89" fmla="*/ 9327 w 10047"/>
                <a:gd name="connsiteY89" fmla="*/ 1947 h 10141"/>
                <a:gd name="connsiteX90" fmla="*/ 9237 w 10047"/>
                <a:gd name="connsiteY90" fmla="*/ 1883 h 10141"/>
                <a:gd name="connsiteX91" fmla="*/ 9158 w 10047"/>
                <a:gd name="connsiteY91" fmla="*/ 1695 h 10141"/>
                <a:gd name="connsiteX92" fmla="*/ 9064 w 10047"/>
                <a:gd name="connsiteY92" fmla="*/ 1717 h 10141"/>
                <a:gd name="connsiteX93" fmla="*/ 8796 w 10047"/>
                <a:gd name="connsiteY93" fmla="*/ 1245 h 10141"/>
                <a:gd name="connsiteX94" fmla="*/ 8662 w 10047"/>
                <a:gd name="connsiteY94" fmla="*/ 1245 h 10141"/>
                <a:gd name="connsiteX95" fmla="*/ 8532 w 10047"/>
                <a:gd name="connsiteY95" fmla="*/ 1175 h 10141"/>
                <a:gd name="connsiteX96" fmla="*/ 8403 w 10047"/>
                <a:gd name="connsiteY96" fmla="*/ 1175 h 10141"/>
                <a:gd name="connsiteX97" fmla="*/ 8237 w 10047"/>
                <a:gd name="connsiteY97" fmla="*/ 1111 h 10141"/>
                <a:gd name="connsiteX98" fmla="*/ 8104 w 10047"/>
                <a:gd name="connsiteY98" fmla="*/ 929 h 10141"/>
                <a:gd name="connsiteX99" fmla="*/ 7663 w 10047"/>
                <a:gd name="connsiteY99" fmla="*/ 736 h 10141"/>
                <a:gd name="connsiteX100" fmla="*/ 7529 w 10047"/>
                <a:gd name="connsiteY100" fmla="*/ 730 h 10141"/>
                <a:gd name="connsiteX101" fmla="*/ 7474 w 10047"/>
                <a:gd name="connsiteY101" fmla="*/ 929 h 10141"/>
                <a:gd name="connsiteX102" fmla="*/ 7392 w 10047"/>
                <a:gd name="connsiteY102" fmla="*/ 736 h 10141"/>
                <a:gd name="connsiteX103" fmla="*/ 7191 w 10047"/>
                <a:gd name="connsiteY103" fmla="*/ 736 h 10141"/>
                <a:gd name="connsiteX104" fmla="*/ 7089 w 10047"/>
                <a:gd name="connsiteY104" fmla="*/ 730 h 10141"/>
                <a:gd name="connsiteX105" fmla="*/ 7057 w 10047"/>
                <a:gd name="connsiteY105" fmla="*/ 934 h 10141"/>
                <a:gd name="connsiteX106" fmla="*/ 6896 w 10047"/>
                <a:gd name="connsiteY106" fmla="*/ 607 h 10141"/>
                <a:gd name="connsiteX107" fmla="*/ 6762 w 10047"/>
                <a:gd name="connsiteY107" fmla="*/ 602 h 10141"/>
                <a:gd name="connsiteX108" fmla="*/ 6680 w 10047"/>
                <a:gd name="connsiteY108" fmla="*/ 538 h 10141"/>
                <a:gd name="connsiteX109" fmla="*/ 6282 w 10047"/>
                <a:gd name="connsiteY109" fmla="*/ 350 h 10141"/>
                <a:gd name="connsiteX110" fmla="*/ 6152 w 10047"/>
                <a:gd name="connsiteY110" fmla="*/ 280 h 10141"/>
                <a:gd name="connsiteX111" fmla="*/ 6097 w 10047"/>
                <a:gd name="connsiteY111" fmla="*/ 146 h 10141"/>
                <a:gd name="connsiteX112" fmla="*/ 5759 w 10047"/>
                <a:gd name="connsiteY112" fmla="*/ 162 h 10141"/>
                <a:gd name="connsiteX113" fmla="*/ 5558 w 10047"/>
                <a:gd name="connsiteY113" fmla="*/ 157 h 10141"/>
                <a:gd name="connsiteX114" fmla="*/ 5468 w 10047"/>
                <a:gd name="connsiteY114" fmla="*/ 146 h 10141"/>
                <a:gd name="connsiteX115" fmla="*/ 5248 w 10047"/>
                <a:gd name="connsiteY115" fmla="*/ 157 h 10141"/>
                <a:gd name="connsiteX116" fmla="*/ 5149 w 10047"/>
                <a:gd name="connsiteY116" fmla="*/ 162 h 10141"/>
                <a:gd name="connsiteX117" fmla="*/ 5055 w 10047"/>
                <a:gd name="connsiteY117" fmla="*/ 141 h 10141"/>
                <a:gd name="connsiteX118" fmla="*/ 4976 w 10047"/>
                <a:gd name="connsiteY118" fmla="*/ 162 h 10141"/>
                <a:gd name="connsiteX119" fmla="*/ 4612 w 10047"/>
                <a:gd name="connsiteY119" fmla="*/ 268 h 10141"/>
                <a:gd name="connsiteX120" fmla="*/ 4139 w 10047"/>
                <a:gd name="connsiteY120" fmla="*/ 619 h 10141"/>
                <a:gd name="connsiteX121" fmla="*/ 3922 w 10047"/>
                <a:gd name="connsiteY121" fmla="*/ 162 h 10141"/>
                <a:gd name="connsiteX122" fmla="*/ 3796 w 10047"/>
                <a:gd name="connsiteY122" fmla="*/ 146 h 10141"/>
                <a:gd name="connsiteX123" fmla="*/ 3588 w 10047"/>
                <a:gd name="connsiteY123" fmla="*/ 162 h 10141"/>
                <a:gd name="connsiteX124" fmla="*/ 3450 w 10047"/>
                <a:gd name="connsiteY124" fmla="*/ 162 h 10141"/>
                <a:gd name="connsiteX125" fmla="*/ 3379 w 10047"/>
                <a:gd name="connsiteY125" fmla="*/ 141 h 10141"/>
                <a:gd name="connsiteX126" fmla="*/ 3115 w 10047"/>
                <a:gd name="connsiteY126" fmla="*/ 162 h 10141"/>
                <a:gd name="connsiteX127" fmla="*/ 2978 w 10047"/>
                <a:gd name="connsiteY127" fmla="*/ 157 h 10141"/>
                <a:gd name="connsiteX128" fmla="*/ 2872 w 10047"/>
                <a:gd name="connsiteY128" fmla="*/ 162 h 10141"/>
                <a:gd name="connsiteX129" fmla="*/ 2754 w 10047"/>
                <a:gd name="connsiteY129" fmla="*/ 146 h 10141"/>
                <a:gd name="connsiteX130" fmla="*/ 2337 w 10047"/>
                <a:gd name="connsiteY130" fmla="*/ 146 h 10141"/>
                <a:gd name="connsiteX131" fmla="*/ 1959 w 10047"/>
                <a:gd name="connsiteY131" fmla="*/ 479 h 10141"/>
                <a:gd name="connsiteX132" fmla="*/ 1841 w 10047"/>
                <a:gd name="connsiteY132" fmla="*/ 607 h 10141"/>
                <a:gd name="connsiteX133" fmla="*/ 1739 w 10047"/>
                <a:gd name="connsiteY133" fmla="*/ 607 h 10141"/>
                <a:gd name="connsiteX134" fmla="*/ 1664 w 10047"/>
                <a:gd name="connsiteY134" fmla="*/ 538 h 10141"/>
                <a:gd name="connsiteX135" fmla="*/ 1499 w 10047"/>
                <a:gd name="connsiteY135" fmla="*/ 923 h 10141"/>
                <a:gd name="connsiteX136" fmla="*/ 1357 w 10047"/>
                <a:gd name="connsiteY136" fmla="*/ 993 h 10141"/>
                <a:gd name="connsiteX137" fmla="*/ 1302 w 10047"/>
                <a:gd name="connsiteY137" fmla="*/ 1181 h 10141"/>
                <a:gd name="connsiteX138" fmla="*/ 1156 w 10047"/>
                <a:gd name="connsiteY138" fmla="*/ 1331 h 10141"/>
                <a:gd name="connsiteX139" fmla="*/ 1137 w 10047"/>
                <a:gd name="connsiteY139" fmla="*/ 1433 h 10141"/>
                <a:gd name="connsiteX140" fmla="*/ 1074 w 10047"/>
                <a:gd name="connsiteY140" fmla="*/ 1700 h 10141"/>
                <a:gd name="connsiteX141" fmla="*/ 948 w 10047"/>
                <a:gd name="connsiteY141" fmla="*/ 1958 h 10141"/>
                <a:gd name="connsiteX142" fmla="*/ 865 w 10047"/>
                <a:gd name="connsiteY142" fmla="*/ 2118 h 10141"/>
                <a:gd name="connsiteX143" fmla="*/ 869 w 10047"/>
                <a:gd name="connsiteY143" fmla="*/ 2654 h 10141"/>
                <a:gd name="connsiteX144" fmla="*/ 846 w 10047"/>
                <a:gd name="connsiteY144" fmla="*/ 2912 h 10141"/>
                <a:gd name="connsiteX145" fmla="*/ 885 w 10047"/>
                <a:gd name="connsiteY145" fmla="*/ 3223 h 10141"/>
                <a:gd name="connsiteX146" fmla="*/ 791 w 10047"/>
                <a:gd name="connsiteY146" fmla="*/ 3421 h 10141"/>
                <a:gd name="connsiteX147" fmla="*/ 692 w 10047"/>
                <a:gd name="connsiteY147" fmla="*/ 3694 h 10141"/>
                <a:gd name="connsiteX148" fmla="*/ 669 w 10047"/>
                <a:gd name="connsiteY148" fmla="*/ 4198 h 10141"/>
                <a:gd name="connsiteX149" fmla="*/ 558 w 10047"/>
                <a:gd name="connsiteY149" fmla="*/ 4251 h 10141"/>
                <a:gd name="connsiteX150" fmla="*/ 606 w 10047"/>
                <a:gd name="connsiteY150" fmla="*/ 4482 h 10141"/>
                <a:gd name="connsiteX151" fmla="*/ 539 w 10047"/>
                <a:gd name="connsiteY151" fmla="*/ 4450 h 10141"/>
                <a:gd name="connsiteX152" fmla="*/ 632 w 10047"/>
                <a:gd name="connsiteY152" fmla="*/ 4728 h 10141"/>
                <a:gd name="connsiteX153" fmla="*/ 562 w 10047"/>
                <a:gd name="connsiteY153" fmla="*/ 4825 h 10141"/>
                <a:gd name="connsiteX154" fmla="*/ 539 w 10047"/>
                <a:gd name="connsiteY154" fmla="*/ 5087 h 10141"/>
                <a:gd name="connsiteX155" fmla="*/ 476 w 10047"/>
                <a:gd name="connsiteY155" fmla="*/ 5661 h 10141"/>
                <a:gd name="connsiteX156" fmla="*/ 460 w 10047"/>
                <a:gd name="connsiteY156" fmla="*/ 5789 h 10141"/>
                <a:gd name="connsiteX157" fmla="*/ 433 w 10047"/>
                <a:gd name="connsiteY157" fmla="*/ 6057 h 10141"/>
                <a:gd name="connsiteX158" fmla="*/ 533 w 10047"/>
                <a:gd name="connsiteY158" fmla="*/ 6504 h 10141"/>
                <a:gd name="connsiteX159" fmla="*/ 350 w 10047"/>
                <a:gd name="connsiteY159" fmla="*/ 6813 h 10141"/>
                <a:gd name="connsiteX160" fmla="*/ 318 w 10047"/>
                <a:gd name="connsiteY160" fmla="*/ 7070 h 10141"/>
                <a:gd name="connsiteX161" fmla="*/ 295 w 10047"/>
                <a:gd name="connsiteY161" fmla="*/ 7322 h 10141"/>
                <a:gd name="connsiteX162" fmla="*/ 271 w 10047"/>
                <a:gd name="connsiteY162" fmla="*/ 7520 h 10141"/>
                <a:gd name="connsiteX163" fmla="*/ 142 w 10047"/>
                <a:gd name="connsiteY163" fmla="*/ 7498 h 10141"/>
                <a:gd name="connsiteX164" fmla="*/ 220 w 10047"/>
                <a:gd name="connsiteY164" fmla="*/ 8024 h 10141"/>
                <a:gd name="connsiteX165" fmla="*/ 193 w 10047"/>
                <a:gd name="connsiteY165" fmla="*/ 8228 h 10141"/>
                <a:gd name="connsiteX166" fmla="*/ 5 w 10047"/>
                <a:gd name="connsiteY166" fmla="*/ 8506 h 10141"/>
                <a:gd name="connsiteX167" fmla="*/ 153 w 10047"/>
                <a:gd name="connsiteY167" fmla="*/ 8603 h 10141"/>
                <a:gd name="connsiteX168" fmla="*/ 141 w 10047"/>
                <a:gd name="connsiteY168" fmla="*/ 8737 h 10141"/>
                <a:gd name="connsiteX0" fmla="*/ 141 w 10047"/>
                <a:gd name="connsiteY0" fmla="*/ 8737 h 10141"/>
                <a:gd name="connsiteX1" fmla="*/ 217 w 10047"/>
                <a:gd name="connsiteY1" fmla="*/ 8878 h 10141"/>
                <a:gd name="connsiteX2" fmla="*/ 90 w 10047"/>
                <a:gd name="connsiteY2" fmla="*/ 9182 h 10141"/>
                <a:gd name="connsiteX3" fmla="*/ 67 w 10047"/>
                <a:gd name="connsiteY3" fmla="*/ 9375 h 10141"/>
                <a:gd name="connsiteX4" fmla="*/ 47 w 10047"/>
                <a:gd name="connsiteY4" fmla="*/ 9610 h 10141"/>
                <a:gd name="connsiteX5" fmla="*/ 228 w 10047"/>
                <a:gd name="connsiteY5" fmla="*/ 9819 h 10141"/>
                <a:gd name="connsiteX6" fmla="*/ 326 w 10047"/>
                <a:gd name="connsiteY6" fmla="*/ 9819 h 10141"/>
                <a:gd name="connsiteX7" fmla="*/ 492 w 10047"/>
                <a:gd name="connsiteY7" fmla="*/ 9819 h 10141"/>
                <a:gd name="connsiteX8" fmla="*/ 629 w 10047"/>
                <a:gd name="connsiteY8" fmla="*/ 9819 h 10141"/>
                <a:gd name="connsiteX9" fmla="*/ 633 w 10047"/>
                <a:gd name="connsiteY9" fmla="*/ 10002 h 10141"/>
                <a:gd name="connsiteX10" fmla="*/ 1211 w 10047"/>
                <a:gd name="connsiteY10" fmla="*/ 10141 h 10141"/>
                <a:gd name="connsiteX11" fmla="*/ 1310 w 10047"/>
                <a:gd name="connsiteY11" fmla="*/ 10141 h 10141"/>
                <a:gd name="connsiteX12" fmla="*/ 1408 w 10047"/>
                <a:gd name="connsiteY12" fmla="*/ 10141 h 10141"/>
                <a:gd name="connsiteX13" fmla="*/ 1514 w 10047"/>
                <a:gd name="connsiteY13" fmla="*/ 10141 h 10141"/>
                <a:gd name="connsiteX14" fmla="*/ 1613 w 10047"/>
                <a:gd name="connsiteY14" fmla="*/ 10141 h 10141"/>
                <a:gd name="connsiteX15" fmla="*/ 1750 w 10047"/>
                <a:gd name="connsiteY15" fmla="*/ 10082 h 10141"/>
                <a:gd name="connsiteX16" fmla="*/ 1888 w 10047"/>
                <a:gd name="connsiteY16" fmla="*/ 9996 h 10141"/>
                <a:gd name="connsiteX17" fmla="*/ 2234 w 10047"/>
                <a:gd name="connsiteY17" fmla="*/ 10082 h 10141"/>
                <a:gd name="connsiteX18" fmla="*/ 2333 w 10047"/>
                <a:gd name="connsiteY18" fmla="*/ 10082 h 10141"/>
                <a:gd name="connsiteX19" fmla="*/ 2474 w 10047"/>
                <a:gd name="connsiteY19" fmla="*/ 10012 h 10141"/>
                <a:gd name="connsiteX20" fmla="*/ 2620 w 10047"/>
                <a:gd name="connsiteY20" fmla="*/ 9948 h 10141"/>
                <a:gd name="connsiteX21" fmla="*/ 2754 w 10047"/>
                <a:gd name="connsiteY21" fmla="*/ 9948 h 10141"/>
                <a:gd name="connsiteX22" fmla="*/ 2860 w 10047"/>
                <a:gd name="connsiteY22" fmla="*/ 9948 h 10141"/>
                <a:gd name="connsiteX23" fmla="*/ 2962 w 10047"/>
                <a:gd name="connsiteY23" fmla="*/ 9948 h 10141"/>
                <a:gd name="connsiteX24" fmla="*/ 3163 w 10047"/>
                <a:gd name="connsiteY24" fmla="*/ 9948 h 10141"/>
                <a:gd name="connsiteX25" fmla="*/ 3292 w 10047"/>
                <a:gd name="connsiteY25" fmla="*/ 10018 h 10141"/>
                <a:gd name="connsiteX26" fmla="*/ 3422 w 10047"/>
                <a:gd name="connsiteY26" fmla="*/ 10082 h 10141"/>
                <a:gd name="connsiteX27" fmla="*/ 3517 w 10047"/>
                <a:gd name="connsiteY27" fmla="*/ 10141 h 10141"/>
                <a:gd name="connsiteX28" fmla="*/ 3619 w 10047"/>
                <a:gd name="connsiteY28" fmla="*/ 10136 h 10141"/>
                <a:gd name="connsiteX29" fmla="*/ 3721 w 10047"/>
                <a:gd name="connsiteY29" fmla="*/ 10082 h 10141"/>
                <a:gd name="connsiteX30" fmla="*/ 3835 w 10047"/>
                <a:gd name="connsiteY30" fmla="*/ 10012 h 10141"/>
                <a:gd name="connsiteX31" fmla="*/ 3981 w 10047"/>
                <a:gd name="connsiteY31" fmla="*/ 9996 h 10141"/>
                <a:gd name="connsiteX32" fmla="*/ 4134 w 10047"/>
                <a:gd name="connsiteY32" fmla="*/ 10082 h 10141"/>
                <a:gd name="connsiteX33" fmla="*/ 4229 w 10047"/>
                <a:gd name="connsiteY33" fmla="*/ 10141 h 10141"/>
                <a:gd name="connsiteX34" fmla="*/ 4335 w 10047"/>
                <a:gd name="connsiteY34" fmla="*/ 10136 h 10141"/>
                <a:gd name="connsiteX35" fmla="*/ 4433 w 10047"/>
                <a:gd name="connsiteY35" fmla="*/ 10136 h 10141"/>
                <a:gd name="connsiteX36" fmla="*/ 4571 w 10047"/>
                <a:gd name="connsiteY36" fmla="*/ 10130 h 10141"/>
                <a:gd name="connsiteX37" fmla="*/ 4709 w 10047"/>
                <a:gd name="connsiteY37" fmla="*/ 10077 h 10141"/>
                <a:gd name="connsiteX38" fmla="*/ 4854 w 10047"/>
                <a:gd name="connsiteY38" fmla="*/ 10018 h 10141"/>
                <a:gd name="connsiteX39" fmla="*/ 5063 w 10047"/>
                <a:gd name="connsiteY39" fmla="*/ 9948 h 10141"/>
                <a:gd name="connsiteX40" fmla="*/ 5169 w 10047"/>
                <a:gd name="connsiteY40" fmla="*/ 9948 h 10141"/>
                <a:gd name="connsiteX41" fmla="*/ 5440 w 10047"/>
                <a:gd name="connsiteY41" fmla="*/ 9948 h 10141"/>
                <a:gd name="connsiteX42" fmla="*/ 5586 w 10047"/>
                <a:gd name="connsiteY42" fmla="*/ 9884 h 10141"/>
                <a:gd name="connsiteX43" fmla="*/ 5692 w 10047"/>
                <a:gd name="connsiteY43" fmla="*/ 9819 h 10141"/>
                <a:gd name="connsiteX44" fmla="*/ 5826 w 10047"/>
                <a:gd name="connsiteY44" fmla="*/ 9814 h 10141"/>
                <a:gd name="connsiteX45" fmla="*/ 5905 w 10047"/>
                <a:gd name="connsiteY45" fmla="*/ 9600 h 10141"/>
                <a:gd name="connsiteX46" fmla="*/ 6349 w 10047"/>
                <a:gd name="connsiteY46" fmla="*/ 9691 h 10141"/>
                <a:gd name="connsiteX47" fmla="*/ 6487 w 10047"/>
                <a:gd name="connsiteY47" fmla="*/ 9691 h 10141"/>
                <a:gd name="connsiteX48" fmla="*/ 6589 w 10047"/>
                <a:gd name="connsiteY48" fmla="*/ 9691 h 10141"/>
                <a:gd name="connsiteX49" fmla="*/ 6691 w 10047"/>
                <a:gd name="connsiteY49" fmla="*/ 9627 h 10141"/>
                <a:gd name="connsiteX50" fmla="*/ 6798 w 10047"/>
                <a:gd name="connsiteY50" fmla="*/ 9627 h 10141"/>
                <a:gd name="connsiteX51" fmla="*/ 6935 w 10047"/>
                <a:gd name="connsiteY51" fmla="*/ 9627 h 10141"/>
                <a:gd name="connsiteX52" fmla="*/ 7069 w 10047"/>
                <a:gd name="connsiteY52" fmla="*/ 9627 h 10141"/>
                <a:gd name="connsiteX53" fmla="*/ 7160 w 10047"/>
                <a:gd name="connsiteY53" fmla="*/ 9600 h 10141"/>
                <a:gd name="connsiteX54" fmla="*/ 7584 w 10047"/>
                <a:gd name="connsiteY54" fmla="*/ 9557 h 10141"/>
                <a:gd name="connsiteX55" fmla="*/ 7714 w 10047"/>
                <a:gd name="connsiteY55" fmla="*/ 9627 h 10141"/>
                <a:gd name="connsiteX56" fmla="*/ 7852 w 10047"/>
                <a:gd name="connsiteY56" fmla="*/ 9627 h 10141"/>
                <a:gd name="connsiteX57" fmla="*/ 8017 w 10047"/>
                <a:gd name="connsiteY57" fmla="*/ 9627 h 10141"/>
                <a:gd name="connsiteX58" fmla="*/ 8131 w 10047"/>
                <a:gd name="connsiteY58" fmla="*/ 9562 h 10141"/>
                <a:gd name="connsiteX59" fmla="*/ 8206 w 10047"/>
                <a:gd name="connsiteY59" fmla="*/ 9600 h 10141"/>
                <a:gd name="connsiteX60" fmla="*/ 8513 w 10047"/>
                <a:gd name="connsiteY60" fmla="*/ 9439 h 10141"/>
                <a:gd name="connsiteX61" fmla="*/ 8662 w 10047"/>
                <a:gd name="connsiteY61" fmla="*/ 9375 h 10141"/>
                <a:gd name="connsiteX62" fmla="*/ 8812 w 10047"/>
                <a:gd name="connsiteY62" fmla="*/ 9241 h 10141"/>
                <a:gd name="connsiteX63" fmla="*/ 8961 w 10047"/>
                <a:gd name="connsiteY63" fmla="*/ 9117 h 10141"/>
                <a:gd name="connsiteX64" fmla="*/ 9079 w 10047"/>
                <a:gd name="connsiteY64" fmla="*/ 8919 h 10141"/>
                <a:gd name="connsiteX65" fmla="*/ 9237 w 10047"/>
                <a:gd name="connsiteY65" fmla="*/ 8732 h 10141"/>
                <a:gd name="connsiteX66" fmla="*/ 9382 w 10047"/>
                <a:gd name="connsiteY66" fmla="*/ 8415 h 10141"/>
                <a:gd name="connsiteX67" fmla="*/ 9677 w 10047"/>
                <a:gd name="connsiteY67" fmla="*/ 7515 h 10141"/>
                <a:gd name="connsiteX68" fmla="*/ 9717 w 10047"/>
                <a:gd name="connsiteY68" fmla="*/ 7236 h 10141"/>
                <a:gd name="connsiteX69" fmla="*/ 9756 w 10047"/>
                <a:gd name="connsiteY69" fmla="*/ 6749 h 10141"/>
                <a:gd name="connsiteX70" fmla="*/ 9787 w 10047"/>
                <a:gd name="connsiteY70" fmla="*/ 6486 h 10141"/>
                <a:gd name="connsiteX71" fmla="*/ 9846 w 10047"/>
                <a:gd name="connsiteY71" fmla="*/ 6052 h 10141"/>
                <a:gd name="connsiteX72" fmla="*/ 9898 w 10047"/>
                <a:gd name="connsiteY72" fmla="*/ 5463 h 10141"/>
                <a:gd name="connsiteX73" fmla="*/ 9805 w 10047"/>
                <a:gd name="connsiteY73" fmla="*/ 5273 h 10141"/>
                <a:gd name="connsiteX74" fmla="*/ 9945 w 10047"/>
                <a:gd name="connsiteY74" fmla="*/ 5018 h 10141"/>
                <a:gd name="connsiteX75" fmla="*/ 9988 w 10047"/>
                <a:gd name="connsiteY75" fmla="*/ 4632 h 10141"/>
                <a:gd name="connsiteX76" fmla="*/ 10023 w 10047"/>
                <a:gd name="connsiteY76" fmla="*/ 4316 h 10141"/>
                <a:gd name="connsiteX77" fmla="*/ 10043 w 10047"/>
                <a:gd name="connsiteY77" fmla="*/ 4123 h 10141"/>
                <a:gd name="connsiteX78" fmla="*/ 10000 w 10047"/>
                <a:gd name="connsiteY78" fmla="*/ 3924 h 10141"/>
                <a:gd name="connsiteX79" fmla="*/ 9984 w 10047"/>
                <a:gd name="connsiteY79" fmla="*/ 3742 h 10141"/>
                <a:gd name="connsiteX80" fmla="*/ 10016 w 10047"/>
                <a:gd name="connsiteY80" fmla="*/ 3485 h 10141"/>
                <a:gd name="connsiteX81" fmla="*/ 9937 w 10047"/>
                <a:gd name="connsiteY81" fmla="*/ 3297 h 10141"/>
                <a:gd name="connsiteX82" fmla="*/ 10047 w 10047"/>
                <a:gd name="connsiteY82" fmla="*/ 3164 h 10141"/>
                <a:gd name="connsiteX83" fmla="*/ 9953 w 10047"/>
                <a:gd name="connsiteY83" fmla="*/ 3094 h 10141"/>
                <a:gd name="connsiteX84" fmla="*/ 9862 w 10047"/>
                <a:gd name="connsiteY84" fmla="*/ 2965 h 10141"/>
                <a:gd name="connsiteX85" fmla="*/ 9740 w 10047"/>
                <a:gd name="connsiteY85" fmla="*/ 2842 h 10141"/>
                <a:gd name="connsiteX86" fmla="*/ 9658 w 10047"/>
                <a:gd name="connsiteY86" fmla="*/ 2713 h 10141"/>
                <a:gd name="connsiteX87" fmla="*/ 9575 w 10047"/>
                <a:gd name="connsiteY87" fmla="*/ 2520 h 10141"/>
                <a:gd name="connsiteX88" fmla="*/ 9573 w 10047"/>
                <a:gd name="connsiteY88" fmla="*/ 2108 h 10141"/>
                <a:gd name="connsiteX89" fmla="*/ 9327 w 10047"/>
                <a:gd name="connsiteY89" fmla="*/ 1947 h 10141"/>
                <a:gd name="connsiteX90" fmla="*/ 9237 w 10047"/>
                <a:gd name="connsiteY90" fmla="*/ 1883 h 10141"/>
                <a:gd name="connsiteX91" fmla="*/ 9158 w 10047"/>
                <a:gd name="connsiteY91" fmla="*/ 1695 h 10141"/>
                <a:gd name="connsiteX92" fmla="*/ 9064 w 10047"/>
                <a:gd name="connsiteY92" fmla="*/ 1717 h 10141"/>
                <a:gd name="connsiteX93" fmla="*/ 8796 w 10047"/>
                <a:gd name="connsiteY93" fmla="*/ 1245 h 10141"/>
                <a:gd name="connsiteX94" fmla="*/ 8662 w 10047"/>
                <a:gd name="connsiteY94" fmla="*/ 1245 h 10141"/>
                <a:gd name="connsiteX95" fmla="*/ 8532 w 10047"/>
                <a:gd name="connsiteY95" fmla="*/ 1175 h 10141"/>
                <a:gd name="connsiteX96" fmla="*/ 8403 w 10047"/>
                <a:gd name="connsiteY96" fmla="*/ 1175 h 10141"/>
                <a:gd name="connsiteX97" fmla="*/ 8237 w 10047"/>
                <a:gd name="connsiteY97" fmla="*/ 1111 h 10141"/>
                <a:gd name="connsiteX98" fmla="*/ 8104 w 10047"/>
                <a:gd name="connsiteY98" fmla="*/ 929 h 10141"/>
                <a:gd name="connsiteX99" fmla="*/ 7663 w 10047"/>
                <a:gd name="connsiteY99" fmla="*/ 736 h 10141"/>
                <a:gd name="connsiteX100" fmla="*/ 7529 w 10047"/>
                <a:gd name="connsiteY100" fmla="*/ 730 h 10141"/>
                <a:gd name="connsiteX101" fmla="*/ 7474 w 10047"/>
                <a:gd name="connsiteY101" fmla="*/ 929 h 10141"/>
                <a:gd name="connsiteX102" fmla="*/ 7392 w 10047"/>
                <a:gd name="connsiteY102" fmla="*/ 736 h 10141"/>
                <a:gd name="connsiteX103" fmla="*/ 7191 w 10047"/>
                <a:gd name="connsiteY103" fmla="*/ 736 h 10141"/>
                <a:gd name="connsiteX104" fmla="*/ 7089 w 10047"/>
                <a:gd name="connsiteY104" fmla="*/ 730 h 10141"/>
                <a:gd name="connsiteX105" fmla="*/ 7057 w 10047"/>
                <a:gd name="connsiteY105" fmla="*/ 934 h 10141"/>
                <a:gd name="connsiteX106" fmla="*/ 6896 w 10047"/>
                <a:gd name="connsiteY106" fmla="*/ 607 h 10141"/>
                <a:gd name="connsiteX107" fmla="*/ 6762 w 10047"/>
                <a:gd name="connsiteY107" fmla="*/ 602 h 10141"/>
                <a:gd name="connsiteX108" fmla="*/ 6680 w 10047"/>
                <a:gd name="connsiteY108" fmla="*/ 538 h 10141"/>
                <a:gd name="connsiteX109" fmla="*/ 6282 w 10047"/>
                <a:gd name="connsiteY109" fmla="*/ 350 h 10141"/>
                <a:gd name="connsiteX110" fmla="*/ 6152 w 10047"/>
                <a:gd name="connsiteY110" fmla="*/ 280 h 10141"/>
                <a:gd name="connsiteX111" fmla="*/ 6097 w 10047"/>
                <a:gd name="connsiteY111" fmla="*/ 146 h 10141"/>
                <a:gd name="connsiteX112" fmla="*/ 5759 w 10047"/>
                <a:gd name="connsiteY112" fmla="*/ 162 h 10141"/>
                <a:gd name="connsiteX113" fmla="*/ 5558 w 10047"/>
                <a:gd name="connsiteY113" fmla="*/ 157 h 10141"/>
                <a:gd name="connsiteX114" fmla="*/ 5468 w 10047"/>
                <a:gd name="connsiteY114" fmla="*/ 146 h 10141"/>
                <a:gd name="connsiteX115" fmla="*/ 5248 w 10047"/>
                <a:gd name="connsiteY115" fmla="*/ 157 h 10141"/>
                <a:gd name="connsiteX116" fmla="*/ 5149 w 10047"/>
                <a:gd name="connsiteY116" fmla="*/ 162 h 10141"/>
                <a:gd name="connsiteX117" fmla="*/ 5055 w 10047"/>
                <a:gd name="connsiteY117" fmla="*/ 141 h 10141"/>
                <a:gd name="connsiteX118" fmla="*/ 4976 w 10047"/>
                <a:gd name="connsiteY118" fmla="*/ 162 h 10141"/>
                <a:gd name="connsiteX119" fmla="*/ 4612 w 10047"/>
                <a:gd name="connsiteY119" fmla="*/ 268 h 10141"/>
                <a:gd name="connsiteX120" fmla="*/ 4139 w 10047"/>
                <a:gd name="connsiteY120" fmla="*/ 619 h 10141"/>
                <a:gd name="connsiteX121" fmla="*/ 3922 w 10047"/>
                <a:gd name="connsiteY121" fmla="*/ 162 h 10141"/>
                <a:gd name="connsiteX122" fmla="*/ 3796 w 10047"/>
                <a:gd name="connsiteY122" fmla="*/ 146 h 10141"/>
                <a:gd name="connsiteX123" fmla="*/ 3588 w 10047"/>
                <a:gd name="connsiteY123" fmla="*/ 162 h 10141"/>
                <a:gd name="connsiteX124" fmla="*/ 3450 w 10047"/>
                <a:gd name="connsiteY124" fmla="*/ 162 h 10141"/>
                <a:gd name="connsiteX125" fmla="*/ 3379 w 10047"/>
                <a:gd name="connsiteY125" fmla="*/ 141 h 10141"/>
                <a:gd name="connsiteX126" fmla="*/ 3115 w 10047"/>
                <a:gd name="connsiteY126" fmla="*/ 162 h 10141"/>
                <a:gd name="connsiteX127" fmla="*/ 2978 w 10047"/>
                <a:gd name="connsiteY127" fmla="*/ 157 h 10141"/>
                <a:gd name="connsiteX128" fmla="*/ 2872 w 10047"/>
                <a:gd name="connsiteY128" fmla="*/ 162 h 10141"/>
                <a:gd name="connsiteX129" fmla="*/ 2754 w 10047"/>
                <a:gd name="connsiteY129" fmla="*/ 146 h 10141"/>
                <a:gd name="connsiteX130" fmla="*/ 2337 w 10047"/>
                <a:gd name="connsiteY130" fmla="*/ 146 h 10141"/>
                <a:gd name="connsiteX131" fmla="*/ 1959 w 10047"/>
                <a:gd name="connsiteY131" fmla="*/ 479 h 10141"/>
                <a:gd name="connsiteX132" fmla="*/ 1841 w 10047"/>
                <a:gd name="connsiteY132" fmla="*/ 607 h 10141"/>
                <a:gd name="connsiteX133" fmla="*/ 1739 w 10047"/>
                <a:gd name="connsiteY133" fmla="*/ 607 h 10141"/>
                <a:gd name="connsiteX134" fmla="*/ 1664 w 10047"/>
                <a:gd name="connsiteY134" fmla="*/ 538 h 10141"/>
                <a:gd name="connsiteX135" fmla="*/ 1499 w 10047"/>
                <a:gd name="connsiteY135" fmla="*/ 923 h 10141"/>
                <a:gd name="connsiteX136" fmla="*/ 1357 w 10047"/>
                <a:gd name="connsiteY136" fmla="*/ 993 h 10141"/>
                <a:gd name="connsiteX137" fmla="*/ 1302 w 10047"/>
                <a:gd name="connsiteY137" fmla="*/ 1181 h 10141"/>
                <a:gd name="connsiteX138" fmla="*/ 1156 w 10047"/>
                <a:gd name="connsiteY138" fmla="*/ 1331 h 10141"/>
                <a:gd name="connsiteX139" fmla="*/ 1137 w 10047"/>
                <a:gd name="connsiteY139" fmla="*/ 1433 h 10141"/>
                <a:gd name="connsiteX140" fmla="*/ 1074 w 10047"/>
                <a:gd name="connsiteY140" fmla="*/ 1700 h 10141"/>
                <a:gd name="connsiteX141" fmla="*/ 948 w 10047"/>
                <a:gd name="connsiteY141" fmla="*/ 1958 h 10141"/>
                <a:gd name="connsiteX142" fmla="*/ 865 w 10047"/>
                <a:gd name="connsiteY142" fmla="*/ 2118 h 10141"/>
                <a:gd name="connsiteX143" fmla="*/ 869 w 10047"/>
                <a:gd name="connsiteY143" fmla="*/ 2654 h 10141"/>
                <a:gd name="connsiteX144" fmla="*/ 846 w 10047"/>
                <a:gd name="connsiteY144" fmla="*/ 2912 h 10141"/>
                <a:gd name="connsiteX145" fmla="*/ 885 w 10047"/>
                <a:gd name="connsiteY145" fmla="*/ 3223 h 10141"/>
                <a:gd name="connsiteX146" fmla="*/ 791 w 10047"/>
                <a:gd name="connsiteY146" fmla="*/ 3421 h 10141"/>
                <a:gd name="connsiteX147" fmla="*/ 692 w 10047"/>
                <a:gd name="connsiteY147" fmla="*/ 3694 h 10141"/>
                <a:gd name="connsiteX148" fmla="*/ 669 w 10047"/>
                <a:gd name="connsiteY148" fmla="*/ 4198 h 10141"/>
                <a:gd name="connsiteX149" fmla="*/ 558 w 10047"/>
                <a:gd name="connsiteY149" fmla="*/ 4251 h 10141"/>
                <a:gd name="connsiteX150" fmla="*/ 606 w 10047"/>
                <a:gd name="connsiteY150" fmla="*/ 4482 h 10141"/>
                <a:gd name="connsiteX151" fmla="*/ 539 w 10047"/>
                <a:gd name="connsiteY151" fmla="*/ 4450 h 10141"/>
                <a:gd name="connsiteX152" fmla="*/ 632 w 10047"/>
                <a:gd name="connsiteY152" fmla="*/ 4728 h 10141"/>
                <a:gd name="connsiteX153" fmla="*/ 562 w 10047"/>
                <a:gd name="connsiteY153" fmla="*/ 4825 h 10141"/>
                <a:gd name="connsiteX154" fmla="*/ 539 w 10047"/>
                <a:gd name="connsiteY154" fmla="*/ 5087 h 10141"/>
                <a:gd name="connsiteX155" fmla="*/ 476 w 10047"/>
                <a:gd name="connsiteY155" fmla="*/ 5661 h 10141"/>
                <a:gd name="connsiteX156" fmla="*/ 460 w 10047"/>
                <a:gd name="connsiteY156" fmla="*/ 5789 h 10141"/>
                <a:gd name="connsiteX157" fmla="*/ 433 w 10047"/>
                <a:gd name="connsiteY157" fmla="*/ 6057 h 10141"/>
                <a:gd name="connsiteX158" fmla="*/ 533 w 10047"/>
                <a:gd name="connsiteY158" fmla="*/ 6504 h 10141"/>
                <a:gd name="connsiteX159" fmla="*/ 350 w 10047"/>
                <a:gd name="connsiteY159" fmla="*/ 6813 h 10141"/>
                <a:gd name="connsiteX160" fmla="*/ 318 w 10047"/>
                <a:gd name="connsiteY160" fmla="*/ 7070 h 10141"/>
                <a:gd name="connsiteX161" fmla="*/ 295 w 10047"/>
                <a:gd name="connsiteY161" fmla="*/ 7322 h 10141"/>
                <a:gd name="connsiteX162" fmla="*/ 271 w 10047"/>
                <a:gd name="connsiteY162" fmla="*/ 7520 h 10141"/>
                <a:gd name="connsiteX163" fmla="*/ 142 w 10047"/>
                <a:gd name="connsiteY163" fmla="*/ 7498 h 10141"/>
                <a:gd name="connsiteX164" fmla="*/ 220 w 10047"/>
                <a:gd name="connsiteY164" fmla="*/ 8024 h 10141"/>
                <a:gd name="connsiteX165" fmla="*/ 193 w 10047"/>
                <a:gd name="connsiteY165" fmla="*/ 8228 h 10141"/>
                <a:gd name="connsiteX166" fmla="*/ 5 w 10047"/>
                <a:gd name="connsiteY166" fmla="*/ 8506 h 10141"/>
                <a:gd name="connsiteX167" fmla="*/ 153 w 10047"/>
                <a:gd name="connsiteY167" fmla="*/ 8603 h 10141"/>
                <a:gd name="connsiteX168" fmla="*/ 141 w 10047"/>
                <a:gd name="connsiteY168" fmla="*/ 8737 h 10141"/>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237 w 10047"/>
                <a:gd name="connsiteY90" fmla="*/ 1910 h 10168"/>
                <a:gd name="connsiteX91" fmla="*/ 9158 w 10047"/>
                <a:gd name="connsiteY91" fmla="*/ 1722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58 w 10047"/>
                <a:gd name="connsiteY91" fmla="*/ 1722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47 w 10047"/>
                <a:gd name="connsiteY91" fmla="*/ 1387 h 10168"/>
                <a:gd name="connsiteX92" fmla="*/ 9064 w 10047"/>
                <a:gd name="connsiteY92" fmla="*/ 1744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327 w 10047"/>
                <a:gd name="connsiteY89" fmla="*/ 1974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575 w 10047"/>
                <a:gd name="connsiteY87" fmla="*/ 2547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658 w 10047"/>
                <a:gd name="connsiteY86" fmla="*/ 2740 h 10168"/>
                <a:gd name="connsiteX87" fmla="*/ 9739 w 10047"/>
                <a:gd name="connsiteY87" fmla="*/ 2334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953 w 10047"/>
                <a:gd name="connsiteY86" fmla="*/ 2740 h 10168"/>
                <a:gd name="connsiteX87" fmla="*/ 9739 w 10047"/>
                <a:gd name="connsiteY87" fmla="*/ 2334 h 10168"/>
                <a:gd name="connsiteX88" fmla="*/ 9573 w 10047"/>
                <a:gd name="connsiteY88" fmla="*/ 2135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740 w 10047"/>
                <a:gd name="connsiteY85" fmla="*/ 2869 h 10168"/>
                <a:gd name="connsiteX86" fmla="*/ 9953 w 10047"/>
                <a:gd name="connsiteY86" fmla="*/ 2740 h 10168"/>
                <a:gd name="connsiteX87" fmla="*/ 9739 w 10047"/>
                <a:gd name="connsiteY87" fmla="*/ 2334 h 10168"/>
                <a:gd name="connsiteX88" fmla="*/ 9660 w 10047"/>
                <a:gd name="connsiteY88" fmla="*/ 1891 h 10168"/>
                <a:gd name="connsiteX89" fmla="*/ 9546 w 10047"/>
                <a:gd name="connsiteY89" fmla="*/ 1822 h 10168"/>
                <a:gd name="connsiteX90" fmla="*/ 9401 w 10047"/>
                <a:gd name="connsiteY90" fmla="*/ 1392 h 10168"/>
                <a:gd name="connsiteX91" fmla="*/ 9147 w 10047"/>
                <a:gd name="connsiteY91" fmla="*/ 1387 h 10168"/>
                <a:gd name="connsiteX92" fmla="*/ 8998 w 10047"/>
                <a:gd name="connsiteY92" fmla="*/ 1318 h 10168"/>
                <a:gd name="connsiteX93" fmla="*/ 8796 w 10047"/>
                <a:gd name="connsiteY93" fmla="*/ 1272 h 10168"/>
                <a:gd name="connsiteX94" fmla="*/ 8662 w 10047"/>
                <a:gd name="connsiteY94" fmla="*/ 1272 h 10168"/>
                <a:gd name="connsiteX95" fmla="*/ 8532 w 10047"/>
                <a:gd name="connsiteY95" fmla="*/ 1202 h 10168"/>
                <a:gd name="connsiteX96" fmla="*/ 8403 w 10047"/>
                <a:gd name="connsiteY96" fmla="*/ 1202 h 10168"/>
                <a:gd name="connsiteX97" fmla="*/ 8237 w 10047"/>
                <a:gd name="connsiteY97" fmla="*/ 1138 h 10168"/>
                <a:gd name="connsiteX98" fmla="*/ 8104 w 10047"/>
                <a:gd name="connsiteY98" fmla="*/ 956 h 10168"/>
                <a:gd name="connsiteX99" fmla="*/ 7663 w 10047"/>
                <a:gd name="connsiteY99" fmla="*/ 763 h 10168"/>
                <a:gd name="connsiteX100" fmla="*/ 7529 w 10047"/>
                <a:gd name="connsiteY100" fmla="*/ 757 h 10168"/>
                <a:gd name="connsiteX101" fmla="*/ 7474 w 10047"/>
                <a:gd name="connsiteY101" fmla="*/ 956 h 10168"/>
                <a:gd name="connsiteX102" fmla="*/ 7392 w 10047"/>
                <a:gd name="connsiteY102" fmla="*/ 763 h 10168"/>
                <a:gd name="connsiteX103" fmla="*/ 7191 w 10047"/>
                <a:gd name="connsiteY103" fmla="*/ 763 h 10168"/>
                <a:gd name="connsiteX104" fmla="*/ 7089 w 10047"/>
                <a:gd name="connsiteY104" fmla="*/ 757 h 10168"/>
                <a:gd name="connsiteX105" fmla="*/ 7057 w 10047"/>
                <a:gd name="connsiteY105" fmla="*/ 961 h 10168"/>
                <a:gd name="connsiteX106" fmla="*/ 6896 w 10047"/>
                <a:gd name="connsiteY106" fmla="*/ 634 h 10168"/>
                <a:gd name="connsiteX107" fmla="*/ 6762 w 10047"/>
                <a:gd name="connsiteY107" fmla="*/ 629 h 10168"/>
                <a:gd name="connsiteX108" fmla="*/ 6680 w 10047"/>
                <a:gd name="connsiteY108" fmla="*/ 565 h 10168"/>
                <a:gd name="connsiteX109" fmla="*/ 6282 w 10047"/>
                <a:gd name="connsiteY109" fmla="*/ 377 h 10168"/>
                <a:gd name="connsiteX110" fmla="*/ 6152 w 10047"/>
                <a:gd name="connsiteY110" fmla="*/ 307 h 10168"/>
                <a:gd name="connsiteX111" fmla="*/ 6097 w 10047"/>
                <a:gd name="connsiteY111" fmla="*/ 173 h 10168"/>
                <a:gd name="connsiteX112" fmla="*/ 5759 w 10047"/>
                <a:gd name="connsiteY112" fmla="*/ 189 h 10168"/>
                <a:gd name="connsiteX113" fmla="*/ 5558 w 10047"/>
                <a:gd name="connsiteY113" fmla="*/ 184 h 10168"/>
                <a:gd name="connsiteX114" fmla="*/ 5468 w 10047"/>
                <a:gd name="connsiteY114" fmla="*/ 173 h 10168"/>
                <a:gd name="connsiteX115" fmla="*/ 5248 w 10047"/>
                <a:gd name="connsiteY115" fmla="*/ 184 h 10168"/>
                <a:gd name="connsiteX116" fmla="*/ 5149 w 10047"/>
                <a:gd name="connsiteY116" fmla="*/ 189 h 10168"/>
                <a:gd name="connsiteX117" fmla="*/ 5055 w 10047"/>
                <a:gd name="connsiteY117" fmla="*/ 168 h 10168"/>
                <a:gd name="connsiteX118" fmla="*/ 4976 w 10047"/>
                <a:gd name="connsiteY118" fmla="*/ 189 h 10168"/>
                <a:gd name="connsiteX119" fmla="*/ 4612 w 10047"/>
                <a:gd name="connsiteY119" fmla="*/ 295 h 10168"/>
                <a:gd name="connsiteX120" fmla="*/ 4161 w 10047"/>
                <a:gd name="connsiteY120" fmla="*/ 402 h 10168"/>
                <a:gd name="connsiteX121" fmla="*/ 3922 w 10047"/>
                <a:gd name="connsiteY121" fmla="*/ 189 h 10168"/>
                <a:gd name="connsiteX122" fmla="*/ 3796 w 10047"/>
                <a:gd name="connsiteY122" fmla="*/ 173 h 10168"/>
                <a:gd name="connsiteX123" fmla="*/ 3588 w 10047"/>
                <a:gd name="connsiteY123" fmla="*/ 189 h 10168"/>
                <a:gd name="connsiteX124" fmla="*/ 3450 w 10047"/>
                <a:gd name="connsiteY124" fmla="*/ 189 h 10168"/>
                <a:gd name="connsiteX125" fmla="*/ 3379 w 10047"/>
                <a:gd name="connsiteY125" fmla="*/ 168 h 10168"/>
                <a:gd name="connsiteX126" fmla="*/ 3115 w 10047"/>
                <a:gd name="connsiteY126" fmla="*/ 189 h 10168"/>
                <a:gd name="connsiteX127" fmla="*/ 2978 w 10047"/>
                <a:gd name="connsiteY127" fmla="*/ 184 h 10168"/>
                <a:gd name="connsiteX128" fmla="*/ 2872 w 10047"/>
                <a:gd name="connsiteY128" fmla="*/ 189 h 10168"/>
                <a:gd name="connsiteX129" fmla="*/ 2754 w 10047"/>
                <a:gd name="connsiteY129" fmla="*/ 173 h 10168"/>
                <a:gd name="connsiteX130" fmla="*/ 2337 w 10047"/>
                <a:gd name="connsiteY130" fmla="*/ 173 h 10168"/>
                <a:gd name="connsiteX131" fmla="*/ 1959 w 10047"/>
                <a:gd name="connsiteY131" fmla="*/ 506 h 10168"/>
                <a:gd name="connsiteX132" fmla="*/ 1841 w 10047"/>
                <a:gd name="connsiteY132" fmla="*/ 634 h 10168"/>
                <a:gd name="connsiteX133" fmla="*/ 1739 w 10047"/>
                <a:gd name="connsiteY133" fmla="*/ 634 h 10168"/>
                <a:gd name="connsiteX134" fmla="*/ 1664 w 10047"/>
                <a:gd name="connsiteY134" fmla="*/ 565 h 10168"/>
                <a:gd name="connsiteX135" fmla="*/ 1499 w 10047"/>
                <a:gd name="connsiteY135" fmla="*/ 950 h 10168"/>
                <a:gd name="connsiteX136" fmla="*/ 1357 w 10047"/>
                <a:gd name="connsiteY136" fmla="*/ 1020 h 10168"/>
                <a:gd name="connsiteX137" fmla="*/ 1302 w 10047"/>
                <a:gd name="connsiteY137" fmla="*/ 1208 h 10168"/>
                <a:gd name="connsiteX138" fmla="*/ 1156 w 10047"/>
                <a:gd name="connsiteY138" fmla="*/ 1358 h 10168"/>
                <a:gd name="connsiteX139" fmla="*/ 1137 w 10047"/>
                <a:gd name="connsiteY139" fmla="*/ 1460 h 10168"/>
                <a:gd name="connsiteX140" fmla="*/ 1074 w 10047"/>
                <a:gd name="connsiteY140" fmla="*/ 1727 h 10168"/>
                <a:gd name="connsiteX141" fmla="*/ 948 w 10047"/>
                <a:gd name="connsiteY141" fmla="*/ 1985 h 10168"/>
                <a:gd name="connsiteX142" fmla="*/ 865 w 10047"/>
                <a:gd name="connsiteY142" fmla="*/ 2145 h 10168"/>
                <a:gd name="connsiteX143" fmla="*/ 869 w 10047"/>
                <a:gd name="connsiteY143" fmla="*/ 2681 h 10168"/>
                <a:gd name="connsiteX144" fmla="*/ 846 w 10047"/>
                <a:gd name="connsiteY144" fmla="*/ 2939 h 10168"/>
                <a:gd name="connsiteX145" fmla="*/ 885 w 10047"/>
                <a:gd name="connsiteY145" fmla="*/ 3250 h 10168"/>
                <a:gd name="connsiteX146" fmla="*/ 791 w 10047"/>
                <a:gd name="connsiteY146" fmla="*/ 3448 h 10168"/>
                <a:gd name="connsiteX147" fmla="*/ 692 w 10047"/>
                <a:gd name="connsiteY147" fmla="*/ 3721 h 10168"/>
                <a:gd name="connsiteX148" fmla="*/ 669 w 10047"/>
                <a:gd name="connsiteY148" fmla="*/ 4225 h 10168"/>
                <a:gd name="connsiteX149" fmla="*/ 558 w 10047"/>
                <a:gd name="connsiteY149" fmla="*/ 4278 h 10168"/>
                <a:gd name="connsiteX150" fmla="*/ 606 w 10047"/>
                <a:gd name="connsiteY150" fmla="*/ 4509 h 10168"/>
                <a:gd name="connsiteX151" fmla="*/ 539 w 10047"/>
                <a:gd name="connsiteY151" fmla="*/ 4477 h 10168"/>
                <a:gd name="connsiteX152" fmla="*/ 632 w 10047"/>
                <a:gd name="connsiteY152" fmla="*/ 4755 h 10168"/>
                <a:gd name="connsiteX153" fmla="*/ 562 w 10047"/>
                <a:gd name="connsiteY153" fmla="*/ 4852 h 10168"/>
                <a:gd name="connsiteX154" fmla="*/ 539 w 10047"/>
                <a:gd name="connsiteY154" fmla="*/ 5114 h 10168"/>
                <a:gd name="connsiteX155" fmla="*/ 476 w 10047"/>
                <a:gd name="connsiteY155" fmla="*/ 5688 h 10168"/>
                <a:gd name="connsiteX156" fmla="*/ 460 w 10047"/>
                <a:gd name="connsiteY156" fmla="*/ 5816 h 10168"/>
                <a:gd name="connsiteX157" fmla="*/ 433 w 10047"/>
                <a:gd name="connsiteY157" fmla="*/ 6084 h 10168"/>
                <a:gd name="connsiteX158" fmla="*/ 533 w 10047"/>
                <a:gd name="connsiteY158" fmla="*/ 6531 h 10168"/>
                <a:gd name="connsiteX159" fmla="*/ 350 w 10047"/>
                <a:gd name="connsiteY159" fmla="*/ 6840 h 10168"/>
                <a:gd name="connsiteX160" fmla="*/ 318 w 10047"/>
                <a:gd name="connsiteY160" fmla="*/ 7097 h 10168"/>
                <a:gd name="connsiteX161" fmla="*/ 295 w 10047"/>
                <a:gd name="connsiteY161" fmla="*/ 7349 h 10168"/>
                <a:gd name="connsiteX162" fmla="*/ 271 w 10047"/>
                <a:gd name="connsiteY162" fmla="*/ 7547 h 10168"/>
                <a:gd name="connsiteX163" fmla="*/ 142 w 10047"/>
                <a:gd name="connsiteY163" fmla="*/ 7525 h 10168"/>
                <a:gd name="connsiteX164" fmla="*/ 220 w 10047"/>
                <a:gd name="connsiteY164" fmla="*/ 8051 h 10168"/>
                <a:gd name="connsiteX165" fmla="*/ 193 w 10047"/>
                <a:gd name="connsiteY165" fmla="*/ 8255 h 10168"/>
                <a:gd name="connsiteX166" fmla="*/ 5 w 10047"/>
                <a:gd name="connsiteY166" fmla="*/ 8533 h 10168"/>
                <a:gd name="connsiteX167" fmla="*/ 153 w 10047"/>
                <a:gd name="connsiteY167" fmla="*/ 8630 h 10168"/>
                <a:gd name="connsiteX168" fmla="*/ 141 w 10047"/>
                <a:gd name="connsiteY168"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862 w 10047"/>
                <a:gd name="connsiteY84" fmla="*/ 2992 h 10168"/>
                <a:gd name="connsiteX85" fmla="*/ 9953 w 10047"/>
                <a:gd name="connsiteY85" fmla="*/ 2740 h 10168"/>
                <a:gd name="connsiteX86" fmla="*/ 9739 w 10047"/>
                <a:gd name="connsiteY86" fmla="*/ 2334 h 10168"/>
                <a:gd name="connsiteX87" fmla="*/ 9660 w 10047"/>
                <a:gd name="connsiteY87" fmla="*/ 1891 h 10168"/>
                <a:gd name="connsiteX88" fmla="*/ 9546 w 10047"/>
                <a:gd name="connsiteY88" fmla="*/ 1822 h 10168"/>
                <a:gd name="connsiteX89" fmla="*/ 9401 w 10047"/>
                <a:gd name="connsiteY89" fmla="*/ 1392 h 10168"/>
                <a:gd name="connsiteX90" fmla="*/ 9147 w 10047"/>
                <a:gd name="connsiteY90" fmla="*/ 1387 h 10168"/>
                <a:gd name="connsiteX91" fmla="*/ 8998 w 10047"/>
                <a:gd name="connsiteY91" fmla="*/ 1318 h 10168"/>
                <a:gd name="connsiteX92" fmla="*/ 8796 w 10047"/>
                <a:gd name="connsiteY92" fmla="*/ 1272 h 10168"/>
                <a:gd name="connsiteX93" fmla="*/ 8662 w 10047"/>
                <a:gd name="connsiteY93" fmla="*/ 1272 h 10168"/>
                <a:gd name="connsiteX94" fmla="*/ 8532 w 10047"/>
                <a:gd name="connsiteY94" fmla="*/ 1202 h 10168"/>
                <a:gd name="connsiteX95" fmla="*/ 8403 w 10047"/>
                <a:gd name="connsiteY95" fmla="*/ 1202 h 10168"/>
                <a:gd name="connsiteX96" fmla="*/ 8237 w 10047"/>
                <a:gd name="connsiteY96" fmla="*/ 1138 h 10168"/>
                <a:gd name="connsiteX97" fmla="*/ 8104 w 10047"/>
                <a:gd name="connsiteY97" fmla="*/ 956 h 10168"/>
                <a:gd name="connsiteX98" fmla="*/ 7663 w 10047"/>
                <a:gd name="connsiteY98" fmla="*/ 763 h 10168"/>
                <a:gd name="connsiteX99" fmla="*/ 7529 w 10047"/>
                <a:gd name="connsiteY99" fmla="*/ 757 h 10168"/>
                <a:gd name="connsiteX100" fmla="*/ 7474 w 10047"/>
                <a:gd name="connsiteY100" fmla="*/ 956 h 10168"/>
                <a:gd name="connsiteX101" fmla="*/ 7392 w 10047"/>
                <a:gd name="connsiteY101" fmla="*/ 763 h 10168"/>
                <a:gd name="connsiteX102" fmla="*/ 7191 w 10047"/>
                <a:gd name="connsiteY102" fmla="*/ 763 h 10168"/>
                <a:gd name="connsiteX103" fmla="*/ 7089 w 10047"/>
                <a:gd name="connsiteY103" fmla="*/ 757 h 10168"/>
                <a:gd name="connsiteX104" fmla="*/ 7057 w 10047"/>
                <a:gd name="connsiteY104" fmla="*/ 961 h 10168"/>
                <a:gd name="connsiteX105" fmla="*/ 6896 w 10047"/>
                <a:gd name="connsiteY105" fmla="*/ 634 h 10168"/>
                <a:gd name="connsiteX106" fmla="*/ 6762 w 10047"/>
                <a:gd name="connsiteY106" fmla="*/ 629 h 10168"/>
                <a:gd name="connsiteX107" fmla="*/ 6680 w 10047"/>
                <a:gd name="connsiteY107" fmla="*/ 565 h 10168"/>
                <a:gd name="connsiteX108" fmla="*/ 6282 w 10047"/>
                <a:gd name="connsiteY108" fmla="*/ 377 h 10168"/>
                <a:gd name="connsiteX109" fmla="*/ 6152 w 10047"/>
                <a:gd name="connsiteY109" fmla="*/ 307 h 10168"/>
                <a:gd name="connsiteX110" fmla="*/ 6097 w 10047"/>
                <a:gd name="connsiteY110" fmla="*/ 173 h 10168"/>
                <a:gd name="connsiteX111" fmla="*/ 5759 w 10047"/>
                <a:gd name="connsiteY111" fmla="*/ 189 h 10168"/>
                <a:gd name="connsiteX112" fmla="*/ 5558 w 10047"/>
                <a:gd name="connsiteY112" fmla="*/ 184 h 10168"/>
                <a:gd name="connsiteX113" fmla="*/ 5468 w 10047"/>
                <a:gd name="connsiteY113" fmla="*/ 173 h 10168"/>
                <a:gd name="connsiteX114" fmla="*/ 5248 w 10047"/>
                <a:gd name="connsiteY114" fmla="*/ 184 h 10168"/>
                <a:gd name="connsiteX115" fmla="*/ 5149 w 10047"/>
                <a:gd name="connsiteY115" fmla="*/ 189 h 10168"/>
                <a:gd name="connsiteX116" fmla="*/ 5055 w 10047"/>
                <a:gd name="connsiteY116" fmla="*/ 168 h 10168"/>
                <a:gd name="connsiteX117" fmla="*/ 4976 w 10047"/>
                <a:gd name="connsiteY117" fmla="*/ 189 h 10168"/>
                <a:gd name="connsiteX118" fmla="*/ 4612 w 10047"/>
                <a:gd name="connsiteY118" fmla="*/ 295 h 10168"/>
                <a:gd name="connsiteX119" fmla="*/ 4161 w 10047"/>
                <a:gd name="connsiteY119" fmla="*/ 402 h 10168"/>
                <a:gd name="connsiteX120" fmla="*/ 3922 w 10047"/>
                <a:gd name="connsiteY120" fmla="*/ 189 h 10168"/>
                <a:gd name="connsiteX121" fmla="*/ 3796 w 10047"/>
                <a:gd name="connsiteY121" fmla="*/ 173 h 10168"/>
                <a:gd name="connsiteX122" fmla="*/ 3588 w 10047"/>
                <a:gd name="connsiteY122" fmla="*/ 189 h 10168"/>
                <a:gd name="connsiteX123" fmla="*/ 3450 w 10047"/>
                <a:gd name="connsiteY123" fmla="*/ 189 h 10168"/>
                <a:gd name="connsiteX124" fmla="*/ 3379 w 10047"/>
                <a:gd name="connsiteY124" fmla="*/ 168 h 10168"/>
                <a:gd name="connsiteX125" fmla="*/ 3115 w 10047"/>
                <a:gd name="connsiteY125" fmla="*/ 189 h 10168"/>
                <a:gd name="connsiteX126" fmla="*/ 2978 w 10047"/>
                <a:gd name="connsiteY126" fmla="*/ 184 h 10168"/>
                <a:gd name="connsiteX127" fmla="*/ 2872 w 10047"/>
                <a:gd name="connsiteY127" fmla="*/ 189 h 10168"/>
                <a:gd name="connsiteX128" fmla="*/ 2754 w 10047"/>
                <a:gd name="connsiteY128" fmla="*/ 173 h 10168"/>
                <a:gd name="connsiteX129" fmla="*/ 2337 w 10047"/>
                <a:gd name="connsiteY129" fmla="*/ 173 h 10168"/>
                <a:gd name="connsiteX130" fmla="*/ 1959 w 10047"/>
                <a:gd name="connsiteY130" fmla="*/ 506 h 10168"/>
                <a:gd name="connsiteX131" fmla="*/ 1841 w 10047"/>
                <a:gd name="connsiteY131" fmla="*/ 634 h 10168"/>
                <a:gd name="connsiteX132" fmla="*/ 1739 w 10047"/>
                <a:gd name="connsiteY132" fmla="*/ 634 h 10168"/>
                <a:gd name="connsiteX133" fmla="*/ 1664 w 10047"/>
                <a:gd name="connsiteY133" fmla="*/ 565 h 10168"/>
                <a:gd name="connsiteX134" fmla="*/ 1499 w 10047"/>
                <a:gd name="connsiteY134" fmla="*/ 950 h 10168"/>
                <a:gd name="connsiteX135" fmla="*/ 1357 w 10047"/>
                <a:gd name="connsiteY135" fmla="*/ 1020 h 10168"/>
                <a:gd name="connsiteX136" fmla="*/ 1302 w 10047"/>
                <a:gd name="connsiteY136" fmla="*/ 1208 h 10168"/>
                <a:gd name="connsiteX137" fmla="*/ 1156 w 10047"/>
                <a:gd name="connsiteY137" fmla="*/ 1358 h 10168"/>
                <a:gd name="connsiteX138" fmla="*/ 1137 w 10047"/>
                <a:gd name="connsiteY138" fmla="*/ 1460 h 10168"/>
                <a:gd name="connsiteX139" fmla="*/ 1074 w 10047"/>
                <a:gd name="connsiteY139" fmla="*/ 1727 h 10168"/>
                <a:gd name="connsiteX140" fmla="*/ 948 w 10047"/>
                <a:gd name="connsiteY140" fmla="*/ 1985 h 10168"/>
                <a:gd name="connsiteX141" fmla="*/ 865 w 10047"/>
                <a:gd name="connsiteY141" fmla="*/ 2145 h 10168"/>
                <a:gd name="connsiteX142" fmla="*/ 869 w 10047"/>
                <a:gd name="connsiteY142" fmla="*/ 2681 h 10168"/>
                <a:gd name="connsiteX143" fmla="*/ 846 w 10047"/>
                <a:gd name="connsiteY143" fmla="*/ 2939 h 10168"/>
                <a:gd name="connsiteX144" fmla="*/ 885 w 10047"/>
                <a:gd name="connsiteY144" fmla="*/ 3250 h 10168"/>
                <a:gd name="connsiteX145" fmla="*/ 791 w 10047"/>
                <a:gd name="connsiteY145" fmla="*/ 3448 h 10168"/>
                <a:gd name="connsiteX146" fmla="*/ 692 w 10047"/>
                <a:gd name="connsiteY146" fmla="*/ 3721 h 10168"/>
                <a:gd name="connsiteX147" fmla="*/ 669 w 10047"/>
                <a:gd name="connsiteY147" fmla="*/ 4225 h 10168"/>
                <a:gd name="connsiteX148" fmla="*/ 558 w 10047"/>
                <a:gd name="connsiteY148" fmla="*/ 4278 h 10168"/>
                <a:gd name="connsiteX149" fmla="*/ 606 w 10047"/>
                <a:gd name="connsiteY149" fmla="*/ 4509 h 10168"/>
                <a:gd name="connsiteX150" fmla="*/ 539 w 10047"/>
                <a:gd name="connsiteY150" fmla="*/ 4477 h 10168"/>
                <a:gd name="connsiteX151" fmla="*/ 632 w 10047"/>
                <a:gd name="connsiteY151" fmla="*/ 4755 h 10168"/>
                <a:gd name="connsiteX152" fmla="*/ 562 w 10047"/>
                <a:gd name="connsiteY152" fmla="*/ 4852 h 10168"/>
                <a:gd name="connsiteX153" fmla="*/ 539 w 10047"/>
                <a:gd name="connsiteY153" fmla="*/ 5114 h 10168"/>
                <a:gd name="connsiteX154" fmla="*/ 476 w 10047"/>
                <a:gd name="connsiteY154" fmla="*/ 5688 h 10168"/>
                <a:gd name="connsiteX155" fmla="*/ 460 w 10047"/>
                <a:gd name="connsiteY155" fmla="*/ 5816 h 10168"/>
                <a:gd name="connsiteX156" fmla="*/ 433 w 10047"/>
                <a:gd name="connsiteY156" fmla="*/ 6084 h 10168"/>
                <a:gd name="connsiteX157" fmla="*/ 533 w 10047"/>
                <a:gd name="connsiteY157" fmla="*/ 6531 h 10168"/>
                <a:gd name="connsiteX158" fmla="*/ 350 w 10047"/>
                <a:gd name="connsiteY158" fmla="*/ 6840 h 10168"/>
                <a:gd name="connsiteX159" fmla="*/ 318 w 10047"/>
                <a:gd name="connsiteY159" fmla="*/ 7097 h 10168"/>
                <a:gd name="connsiteX160" fmla="*/ 295 w 10047"/>
                <a:gd name="connsiteY160" fmla="*/ 7349 h 10168"/>
                <a:gd name="connsiteX161" fmla="*/ 271 w 10047"/>
                <a:gd name="connsiteY161" fmla="*/ 7547 h 10168"/>
                <a:gd name="connsiteX162" fmla="*/ 142 w 10047"/>
                <a:gd name="connsiteY162" fmla="*/ 7525 h 10168"/>
                <a:gd name="connsiteX163" fmla="*/ 220 w 10047"/>
                <a:gd name="connsiteY163" fmla="*/ 8051 h 10168"/>
                <a:gd name="connsiteX164" fmla="*/ 193 w 10047"/>
                <a:gd name="connsiteY164" fmla="*/ 8255 h 10168"/>
                <a:gd name="connsiteX165" fmla="*/ 5 w 10047"/>
                <a:gd name="connsiteY165" fmla="*/ 8533 h 10168"/>
                <a:gd name="connsiteX166" fmla="*/ 153 w 10047"/>
                <a:gd name="connsiteY166" fmla="*/ 8630 h 10168"/>
                <a:gd name="connsiteX167" fmla="*/ 141 w 10047"/>
                <a:gd name="connsiteY167"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3121 h 10168"/>
                <a:gd name="connsiteX84" fmla="*/ 9953 w 10047"/>
                <a:gd name="connsiteY84" fmla="*/ 2740 h 10168"/>
                <a:gd name="connsiteX85" fmla="*/ 9739 w 10047"/>
                <a:gd name="connsiteY85" fmla="*/ 2334 h 10168"/>
                <a:gd name="connsiteX86" fmla="*/ 9660 w 10047"/>
                <a:gd name="connsiteY86" fmla="*/ 1891 h 10168"/>
                <a:gd name="connsiteX87" fmla="*/ 9546 w 10047"/>
                <a:gd name="connsiteY87" fmla="*/ 1822 h 10168"/>
                <a:gd name="connsiteX88" fmla="*/ 9401 w 10047"/>
                <a:gd name="connsiteY88" fmla="*/ 1392 h 10168"/>
                <a:gd name="connsiteX89" fmla="*/ 9147 w 10047"/>
                <a:gd name="connsiteY89" fmla="*/ 1387 h 10168"/>
                <a:gd name="connsiteX90" fmla="*/ 8998 w 10047"/>
                <a:gd name="connsiteY90" fmla="*/ 1318 h 10168"/>
                <a:gd name="connsiteX91" fmla="*/ 8796 w 10047"/>
                <a:gd name="connsiteY91" fmla="*/ 1272 h 10168"/>
                <a:gd name="connsiteX92" fmla="*/ 8662 w 10047"/>
                <a:gd name="connsiteY92" fmla="*/ 1272 h 10168"/>
                <a:gd name="connsiteX93" fmla="*/ 8532 w 10047"/>
                <a:gd name="connsiteY93" fmla="*/ 1202 h 10168"/>
                <a:gd name="connsiteX94" fmla="*/ 8403 w 10047"/>
                <a:gd name="connsiteY94" fmla="*/ 1202 h 10168"/>
                <a:gd name="connsiteX95" fmla="*/ 8237 w 10047"/>
                <a:gd name="connsiteY95" fmla="*/ 1138 h 10168"/>
                <a:gd name="connsiteX96" fmla="*/ 8104 w 10047"/>
                <a:gd name="connsiteY96" fmla="*/ 956 h 10168"/>
                <a:gd name="connsiteX97" fmla="*/ 7663 w 10047"/>
                <a:gd name="connsiteY97" fmla="*/ 763 h 10168"/>
                <a:gd name="connsiteX98" fmla="*/ 7529 w 10047"/>
                <a:gd name="connsiteY98" fmla="*/ 757 h 10168"/>
                <a:gd name="connsiteX99" fmla="*/ 7474 w 10047"/>
                <a:gd name="connsiteY99" fmla="*/ 956 h 10168"/>
                <a:gd name="connsiteX100" fmla="*/ 7392 w 10047"/>
                <a:gd name="connsiteY100" fmla="*/ 763 h 10168"/>
                <a:gd name="connsiteX101" fmla="*/ 7191 w 10047"/>
                <a:gd name="connsiteY101" fmla="*/ 763 h 10168"/>
                <a:gd name="connsiteX102" fmla="*/ 7089 w 10047"/>
                <a:gd name="connsiteY102" fmla="*/ 757 h 10168"/>
                <a:gd name="connsiteX103" fmla="*/ 7057 w 10047"/>
                <a:gd name="connsiteY103" fmla="*/ 961 h 10168"/>
                <a:gd name="connsiteX104" fmla="*/ 6896 w 10047"/>
                <a:gd name="connsiteY104" fmla="*/ 634 h 10168"/>
                <a:gd name="connsiteX105" fmla="*/ 6762 w 10047"/>
                <a:gd name="connsiteY105" fmla="*/ 629 h 10168"/>
                <a:gd name="connsiteX106" fmla="*/ 6680 w 10047"/>
                <a:gd name="connsiteY106" fmla="*/ 565 h 10168"/>
                <a:gd name="connsiteX107" fmla="*/ 6282 w 10047"/>
                <a:gd name="connsiteY107" fmla="*/ 377 h 10168"/>
                <a:gd name="connsiteX108" fmla="*/ 6152 w 10047"/>
                <a:gd name="connsiteY108" fmla="*/ 307 h 10168"/>
                <a:gd name="connsiteX109" fmla="*/ 6097 w 10047"/>
                <a:gd name="connsiteY109" fmla="*/ 173 h 10168"/>
                <a:gd name="connsiteX110" fmla="*/ 5759 w 10047"/>
                <a:gd name="connsiteY110" fmla="*/ 189 h 10168"/>
                <a:gd name="connsiteX111" fmla="*/ 5558 w 10047"/>
                <a:gd name="connsiteY111" fmla="*/ 184 h 10168"/>
                <a:gd name="connsiteX112" fmla="*/ 5468 w 10047"/>
                <a:gd name="connsiteY112" fmla="*/ 173 h 10168"/>
                <a:gd name="connsiteX113" fmla="*/ 5248 w 10047"/>
                <a:gd name="connsiteY113" fmla="*/ 184 h 10168"/>
                <a:gd name="connsiteX114" fmla="*/ 5149 w 10047"/>
                <a:gd name="connsiteY114" fmla="*/ 189 h 10168"/>
                <a:gd name="connsiteX115" fmla="*/ 5055 w 10047"/>
                <a:gd name="connsiteY115" fmla="*/ 168 h 10168"/>
                <a:gd name="connsiteX116" fmla="*/ 4976 w 10047"/>
                <a:gd name="connsiteY116" fmla="*/ 189 h 10168"/>
                <a:gd name="connsiteX117" fmla="*/ 4612 w 10047"/>
                <a:gd name="connsiteY117" fmla="*/ 295 h 10168"/>
                <a:gd name="connsiteX118" fmla="*/ 4161 w 10047"/>
                <a:gd name="connsiteY118" fmla="*/ 402 h 10168"/>
                <a:gd name="connsiteX119" fmla="*/ 3922 w 10047"/>
                <a:gd name="connsiteY119" fmla="*/ 189 h 10168"/>
                <a:gd name="connsiteX120" fmla="*/ 3796 w 10047"/>
                <a:gd name="connsiteY120" fmla="*/ 173 h 10168"/>
                <a:gd name="connsiteX121" fmla="*/ 3588 w 10047"/>
                <a:gd name="connsiteY121" fmla="*/ 189 h 10168"/>
                <a:gd name="connsiteX122" fmla="*/ 3450 w 10047"/>
                <a:gd name="connsiteY122" fmla="*/ 189 h 10168"/>
                <a:gd name="connsiteX123" fmla="*/ 3379 w 10047"/>
                <a:gd name="connsiteY123" fmla="*/ 168 h 10168"/>
                <a:gd name="connsiteX124" fmla="*/ 3115 w 10047"/>
                <a:gd name="connsiteY124" fmla="*/ 189 h 10168"/>
                <a:gd name="connsiteX125" fmla="*/ 2978 w 10047"/>
                <a:gd name="connsiteY125" fmla="*/ 184 h 10168"/>
                <a:gd name="connsiteX126" fmla="*/ 2872 w 10047"/>
                <a:gd name="connsiteY126" fmla="*/ 189 h 10168"/>
                <a:gd name="connsiteX127" fmla="*/ 2754 w 10047"/>
                <a:gd name="connsiteY127" fmla="*/ 173 h 10168"/>
                <a:gd name="connsiteX128" fmla="*/ 2337 w 10047"/>
                <a:gd name="connsiteY128" fmla="*/ 173 h 10168"/>
                <a:gd name="connsiteX129" fmla="*/ 1959 w 10047"/>
                <a:gd name="connsiteY129" fmla="*/ 506 h 10168"/>
                <a:gd name="connsiteX130" fmla="*/ 1841 w 10047"/>
                <a:gd name="connsiteY130" fmla="*/ 634 h 10168"/>
                <a:gd name="connsiteX131" fmla="*/ 1739 w 10047"/>
                <a:gd name="connsiteY131" fmla="*/ 634 h 10168"/>
                <a:gd name="connsiteX132" fmla="*/ 1664 w 10047"/>
                <a:gd name="connsiteY132" fmla="*/ 565 h 10168"/>
                <a:gd name="connsiteX133" fmla="*/ 1499 w 10047"/>
                <a:gd name="connsiteY133" fmla="*/ 950 h 10168"/>
                <a:gd name="connsiteX134" fmla="*/ 1357 w 10047"/>
                <a:gd name="connsiteY134" fmla="*/ 1020 h 10168"/>
                <a:gd name="connsiteX135" fmla="*/ 1302 w 10047"/>
                <a:gd name="connsiteY135" fmla="*/ 1208 h 10168"/>
                <a:gd name="connsiteX136" fmla="*/ 1156 w 10047"/>
                <a:gd name="connsiteY136" fmla="*/ 1358 h 10168"/>
                <a:gd name="connsiteX137" fmla="*/ 1137 w 10047"/>
                <a:gd name="connsiteY137" fmla="*/ 1460 h 10168"/>
                <a:gd name="connsiteX138" fmla="*/ 1074 w 10047"/>
                <a:gd name="connsiteY138" fmla="*/ 1727 h 10168"/>
                <a:gd name="connsiteX139" fmla="*/ 948 w 10047"/>
                <a:gd name="connsiteY139" fmla="*/ 1985 h 10168"/>
                <a:gd name="connsiteX140" fmla="*/ 865 w 10047"/>
                <a:gd name="connsiteY140" fmla="*/ 2145 h 10168"/>
                <a:gd name="connsiteX141" fmla="*/ 869 w 10047"/>
                <a:gd name="connsiteY141" fmla="*/ 2681 h 10168"/>
                <a:gd name="connsiteX142" fmla="*/ 846 w 10047"/>
                <a:gd name="connsiteY142" fmla="*/ 2939 h 10168"/>
                <a:gd name="connsiteX143" fmla="*/ 885 w 10047"/>
                <a:gd name="connsiteY143" fmla="*/ 3250 h 10168"/>
                <a:gd name="connsiteX144" fmla="*/ 791 w 10047"/>
                <a:gd name="connsiteY144" fmla="*/ 3448 h 10168"/>
                <a:gd name="connsiteX145" fmla="*/ 692 w 10047"/>
                <a:gd name="connsiteY145" fmla="*/ 3721 h 10168"/>
                <a:gd name="connsiteX146" fmla="*/ 669 w 10047"/>
                <a:gd name="connsiteY146" fmla="*/ 4225 h 10168"/>
                <a:gd name="connsiteX147" fmla="*/ 558 w 10047"/>
                <a:gd name="connsiteY147" fmla="*/ 4278 h 10168"/>
                <a:gd name="connsiteX148" fmla="*/ 606 w 10047"/>
                <a:gd name="connsiteY148" fmla="*/ 4509 h 10168"/>
                <a:gd name="connsiteX149" fmla="*/ 539 w 10047"/>
                <a:gd name="connsiteY149" fmla="*/ 4477 h 10168"/>
                <a:gd name="connsiteX150" fmla="*/ 632 w 10047"/>
                <a:gd name="connsiteY150" fmla="*/ 4755 h 10168"/>
                <a:gd name="connsiteX151" fmla="*/ 562 w 10047"/>
                <a:gd name="connsiteY151" fmla="*/ 4852 h 10168"/>
                <a:gd name="connsiteX152" fmla="*/ 539 w 10047"/>
                <a:gd name="connsiteY152" fmla="*/ 5114 h 10168"/>
                <a:gd name="connsiteX153" fmla="*/ 476 w 10047"/>
                <a:gd name="connsiteY153" fmla="*/ 5688 h 10168"/>
                <a:gd name="connsiteX154" fmla="*/ 460 w 10047"/>
                <a:gd name="connsiteY154" fmla="*/ 5816 h 10168"/>
                <a:gd name="connsiteX155" fmla="*/ 433 w 10047"/>
                <a:gd name="connsiteY155" fmla="*/ 6084 h 10168"/>
                <a:gd name="connsiteX156" fmla="*/ 533 w 10047"/>
                <a:gd name="connsiteY156" fmla="*/ 6531 h 10168"/>
                <a:gd name="connsiteX157" fmla="*/ 350 w 10047"/>
                <a:gd name="connsiteY157" fmla="*/ 6840 h 10168"/>
                <a:gd name="connsiteX158" fmla="*/ 318 w 10047"/>
                <a:gd name="connsiteY158" fmla="*/ 7097 h 10168"/>
                <a:gd name="connsiteX159" fmla="*/ 295 w 10047"/>
                <a:gd name="connsiteY159" fmla="*/ 7349 h 10168"/>
                <a:gd name="connsiteX160" fmla="*/ 271 w 10047"/>
                <a:gd name="connsiteY160" fmla="*/ 7547 h 10168"/>
                <a:gd name="connsiteX161" fmla="*/ 142 w 10047"/>
                <a:gd name="connsiteY161" fmla="*/ 7525 h 10168"/>
                <a:gd name="connsiteX162" fmla="*/ 220 w 10047"/>
                <a:gd name="connsiteY162" fmla="*/ 8051 h 10168"/>
                <a:gd name="connsiteX163" fmla="*/ 193 w 10047"/>
                <a:gd name="connsiteY163" fmla="*/ 8255 h 10168"/>
                <a:gd name="connsiteX164" fmla="*/ 5 w 10047"/>
                <a:gd name="connsiteY164" fmla="*/ 8533 h 10168"/>
                <a:gd name="connsiteX165" fmla="*/ 153 w 10047"/>
                <a:gd name="connsiteY165" fmla="*/ 8630 h 10168"/>
                <a:gd name="connsiteX166" fmla="*/ 141 w 10047"/>
                <a:gd name="connsiteY166" fmla="*/ 8764 h 10168"/>
                <a:gd name="connsiteX0" fmla="*/ 141 w 10047"/>
                <a:gd name="connsiteY0" fmla="*/ 8764 h 10168"/>
                <a:gd name="connsiteX1" fmla="*/ 217 w 10047"/>
                <a:gd name="connsiteY1" fmla="*/ 8905 h 10168"/>
                <a:gd name="connsiteX2" fmla="*/ 90 w 10047"/>
                <a:gd name="connsiteY2" fmla="*/ 9209 h 10168"/>
                <a:gd name="connsiteX3" fmla="*/ 67 w 10047"/>
                <a:gd name="connsiteY3" fmla="*/ 9402 h 10168"/>
                <a:gd name="connsiteX4" fmla="*/ 47 w 10047"/>
                <a:gd name="connsiteY4" fmla="*/ 9637 h 10168"/>
                <a:gd name="connsiteX5" fmla="*/ 228 w 10047"/>
                <a:gd name="connsiteY5" fmla="*/ 9846 h 10168"/>
                <a:gd name="connsiteX6" fmla="*/ 326 w 10047"/>
                <a:gd name="connsiteY6" fmla="*/ 9846 h 10168"/>
                <a:gd name="connsiteX7" fmla="*/ 492 w 10047"/>
                <a:gd name="connsiteY7" fmla="*/ 9846 h 10168"/>
                <a:gd name="connsiteX8" fmla="*/ 629 w 10047"/>
                <a:gd name="connsiteY8" fmla="*/ 9846 h 10168"/>
                <a:gd name="connsiteX9" fmla="*/ 633 w 10047"/>
                <a:gd name="connsiteY9" fmla="*/ 10029 h 10168"/>
                <a:gd name="connsiteX10" fmla="*/ 1211 w 10047"/>
                <a:gd name="connsiteY10" fmla="*/ 10168 h 10168"/>
                <a:gd name="connsiteX11" fmla="*/ 1310 w 10047"/>
                <a:gd name="connsiteY11" fmla="*/ 10168 h 10168"/>
                <a:gd name="connsiteX12" fmla="*/ 1408 w 10047"/>
                <a:gd name="connsiteY12" fmla="*/ 10168 h 10168"/>
                <a:gd name="connsiteX13" fmla="*/ 1514 w 10047"/>
                <a:gd name="connsiteY13" fmla="*/ 10168 h 10168"/>
                <a:gd name="connsiteX14" fmla="*/ 1613 w 10047"/>
                <a:gd name="connsiteY14" fmla="*/ 10168 h 10168"/>
                <a:gd name="connsiteX15" fmla="*/ 1750 w 10047"/>
                <a:gd name="connsiteY15" fmla="*/ 10109 h 10168"/>
                <a:gd name="connsiteX16" fmla="*/ 1888 w 10047"/>
                <a:gd name="connsiteY16" fmla="*/ 10023 h 10168"/>
                <a:gd name="connsiteX17" fmla="*/ 2234 w 10047"/>
                <a:gd name="connsiteY17" fmla="*/ 10109 h 10168"/>
                <a:gd name="connsiteX18" fmla="*/ 2333 w 10047"/>
                <a:gd name="connsiteY18" fmla="*/ 10109 h 10168"/>
                <a:gd name="connsiteX19" fmla="*/ 2474 w 10047"/>
                <a:gd name="connsiteY19" fmla="*/ 10039 h 10168"/>
                <a:gd name="connsiteX20" fmla="*/ 2620 w 10047"/>
                <a:gd name="connsiteY20" fmla="*/ 9975 h 10168"/>
                <a:gd name="connsiteX21" fmla="*/ 2754 w 10047"/>
                <a:gd name="connsiteY21" fmla="*/ 9975 h 10168"/>
                <a:gd name="connsiteX22" fmla="*/ 2860 w 10047"/>
                <a:gd name="connsiteY22" fmla="*/ 9975 h 10168"/>
                <a:gd name="connsiteX23" fmla="*/ 2962 w 10047"/>
                <a:gd name="connsiteY23" fmla="*/ 9975 h 10168"/>
                <a:gd name="connsiteX24" fmla="*/ 3163 w 10047"/>
                <a:gd name="connsiteY24" fmla="*/ 9975 h 10168"/>
                <a:gd name="connsiteX25" fmla="*/ 3292 w 10047"/>
                <a:gd name="connsiteY25" fmla="*/ 10045 h 10168"/>
                <a:gd name="connsiteX26" fmla="*/ 3422 w 10047"/>
                <a:gd name="connsiteY26" fmla="*/ 10109 h 10168"/>
                <a:gd name="connsiteX27" fmla="*/ 3517 w 10047"/>
                <a:gd name="connsiteY27" fmla="*/ 10168 h 10168"/>
                <a:gd name="connsiteX28" fmla="*/ 3619 w 10047"/>
                <a:gd name="connsiteY28" fmla="*/ 10163 h 10168"/>
                <a:gd name="connsiteX29" fmla="*/ 3721 w 10047"/>
                <a:gd name="connsiteY29" fmla="*/ 10109 h 10168"/>
                <a:gd name="connsiteX30" fmla="*/ 3835 w 10047"/>
                <a:gd name="connsiteY30" fmla="*/ 10039 h 10168"/>
                <a:gd name="connsiteX31" fmla="*/ 3981 w 10047"/>
                <a:gd name="connsiteY31" fmla="*/ 10023 h 10168"/>
                <a:gd name="connsiteX32" fmla="*/ 4134 w 10047"/>
                <a:gd name="connsiteY32" fmla="*/ 10109 h 10168"/>
                <a:gd name="connsiteX33" fmla="*/ 4229 w 10047"/>
                <a:gd name="connsiteY33" fmla="*/ 10168 h 10168"/>
                <a:gd name="connsiteX34" fmla="*/ 4335 w 10047"/>
                <a:gd name="connsiteY34" fmla="*/ 10163 h 10168"/>
                <a:gd name="connsiteX35" fmla="*/ 4433 w 10047"/>
                <a:gd name="connsiteY35" fmla="*/ 10163 h 10168"/>
                <a:gd name="connsiteX36" fmla="*/ 4571 w 10047"/>
                <a:gd name="connsiteY36" fmla="*/ 10157 h 10168"/>
                <a:gd name="connsiteX37" fmla="*/ 4709 w 10047"/>
                <a:gd name="connsiteY37" fmla="*/ 10104 h 10168"/>
                <a:gd name="connsiteX38" fmla="*/ 4854 w 10047"/>
                <a:gd name="connsiteY38" fmla="*/ 10045 h 10168"/>
                <a:gd name="connsiteX39" fmla="*/ 5063 w 10047"/>
                <a:gd name="connsiteY39" fmla="*/ 9975 h 10168"/>
                <a:gd name="connsiteX40" fmla="*/ 5169 w 10047"/>
                <a:gd name="connsiteY40" fmla="*/ 9975 h 10168"/>
                <a:gd name="connsiteX41" fmla="*/ 5440 w 10047"/>
                <a:gd name="connsiteY41" fmla="*/ 9975 h 10168"/>
                <a:gd name="connsiteX42" fmla="*/ 5586 w 10047"/>
                <a:gd name="connsiteY42" fmla="*/ 9911 h 10168"/>
                <a:gd name="connsiteX43" fmla="*/ 5692 w 10047"/>
                <a:gd name="connsiteY43" fmla="*/ 9846 h 10168"/>
                <a:gd name="connsiteX44" fmla="*/ 5826 w 10047"/>
                <a:gd name="connsiteY44" fmla="*/ 9841 h 10168"/>
                <a:gd name="connsiteX45" fmla="*/ 5905 w 10047"/>
                <a:gd name="connsiteY45" fmla="*/ 9627 h 10168"/>
                <a:gd name="connsiteX46" fmla="*/ 6349 w 10047"/>
                <a:gd name="connsiteY46" fmla="*/ 9718 h 10168"/>
                <a:gd name="connsiteX47" fmla="*/ 6487 w 10047"/>
                <a:gd name="connsiteY47" fmla="*/ 9718 h 10168"/>
                <a:gd name="connsiteX48" fmla="*/ 6589 w 10047"/>
                <a:gd name="connsiteY48" fmla="*/ 9718 h 10168"/>
                <a:gd name="connsiteX49" fmla="*/ 6691 w 10047"/>
                <a:gd name="connsiteY49" fmla="*/ 9654 h 10168"/>
                <a:gd name="connsiteX50" fmla="*/ 6798 w 10047"/>
                <a:gd name="connsiteY50" fmla="*/ 9654 h 10168"/>
                <a:gd name="connsiteX51" fmla="*/ 6935 w 10047"/>
                <a:gd name="connsiteY51" fmla="*/ 9654 h 10168"/>
                <a:gd name="connsiteX52" fmla="*/ 7069 w 10047"/>
                <a:gd name="connsiteY52" fmla="*/ 9654 h 10168"/>
                <a:gd name="connsiteX53" fmla="*/ 7160 w 10047"/>
                <a:gd name="connsiteY53" fmla="*/ 9627 h 10168"/>
                <a:gd name="connsiteX54" fmla="*/ 7584 w 10047"/>
                <a:gd name="connsiteY54" fmla="*/ 9584 h 10168"/>
                <a:gd name="connsiteX55" fmla="*/ 7714 w 10047"/>
                <a:gd name="connsiteY55" fmla="*/ 9654 h 10168"/>
                <a:gd name="connsiteX56" fmla="*/ 7852 w 10047"/>
                <a:gd name="connsiteY56" fmla="*/ 9654 h 10168"/>
                <a:gd name="connsiteX57" fmla="*/ 8017 w 10047"/>
                <a:gd name="connsiteY57" fmla="*/ 9654 h 10168"/>
                <a:gd name="connsiteX58" fmla="*/ 8131 w 10047"/>
                <a:gd name="connsiteY58" fmla="*/ 9589 h 10168"/>
                <a:gd name="connsiteX59" fmla="*/ 8206 w 10047"/>
                <a:gd name="connsiteY59" fmla="*/ 9627 h 10168"/>
                <a:gd name="connsiteX60" fmla="*/ 8513 w 10047"/>
                <a:gd name="connsiteY60" fmla="*/ 9466 h 10168"/>
                <a:gd name="connsiteX61" fmla="*/ 8662 w 10047"/>
                <a:gd name="connsiteY61" fmla="*/ 9402 h 10168"/>
                <a:gd name="connsiteX62" fmla="*/ 8812 w 10047"/>
                <a:gd name="connsiteY62" fmla="*/ 9268 h 10168"/>
                <a:gd name="connsiteX63" fmla="*/ 8961 w 10047"/>
                <a:gd name="connsiteY63" fmla="*/ 9144 h 10168"/>
                <a:gd name="connsiteX64" fmla="*/ 9079 w 10047"/>
                <a:gd name="connsiteY64" fmla="*/ 8946 h 10168"/>
                <a:gd name="connsiteX65" fmla="*/ 9237 w 10047"/>
                <a:gd name="connsiteY65" fmla="*/ 8759 h 10168"/>
                <a:gd name="connsiteX66" fmla="*/ 9382 w 10047"/>
                <a:gd name="connsiteY66" fmla="*/ 8442 h 10168"/>
                <a:gd name="connsiteX67" fmla="*/ 9677 w 10047"/>
                <a:gd name="connsiteY67" fmla="*/ 7542 h 10168"/>
                <a:gd name="connsiteX68" fmla="*/ 9717 w 10047"/>
                <a:gd name="connsiteY68" fmla="*/ 7263 h 10168"/>
                <a:gd name="connsiteX69" fmla="*/ 9756 w 10047"/>
                <a:gd name="connsiteY69" fmla="*/ 6776 h 10168"/>
                <a:gd name="connsiteX70" fmla="*/ 9787 w 10047"/>
                <a:gd name="connsiteY70" fmla="*/ 6513 h 10168"/>
                <a:gd name="connsiteX71" fmla="*/ 9846 w 10047"/>
                <a:gd name="connsiteY71" fmla="*/ 6079 h 10168"/>
                <a:gd name="connsiteX72" fmla="*/ 9898 w 10047"/>
                <a:gd name="connsiteY72" fmla="*/ 5490 h 10168"/>
                <a:gd name="connsiteX73" fmla="*/ 9805 w 10047"/>
                <a:gd name="connsiteY73" fmla="*/ 5300 h 10168"/>
                <a:gd name="connsiteX74" fmla="*/ 9945 w 10047"/>
                <a:gd name="connsiteY74" fmla="*/ 5045 h 10168"/>
                <a:gd name="connsiteX75" fmla="*/ 9988 w 10047"/>
                <a:gd name="connsiteY75" fmla="*/ 4659 h 10168"/>
                <a:gd name="connsiteX76" fmla="*/ 10023 w 10047"/>
                <a:gd name="connsiteY76" fmla="*/ 4343 h 10168"/>
                <a:gd name="connsiteX77" fmla="*/ 10043 w 10047"/>
                <a:gd name="connsiteY77" fmla="*/ 4150 h 10168"/>
                <a:gd name="connsiteX78" fmla="*/ 10000 w 10047"/>
                <a:gd name="connsiteY78" fmla="*/ 3951 h 10168"/>
                <a:gd name="connsiteX79" fmla="*/ 9984 w 10047"/>
                <a:gd name="connsiteY79" fmla="*/ 3769 h 10168"/>
                <a:gd name="connsiteX80" fmla="*/ 10016 w 10047"/>
                <a:gd name="connsiteY80" fmla="*/ 3512 h 10168"/>
                <a:gd name="connsiteX81" fmla="*/ 9937 w 10047"/>
                <a:gd name="connsiteY81" fmla="*/ 3324 h 10168"/>
                <a:gd name="connsiteX82" fmla="*/ 10047 w 10047"/>
                <a:gd name="connsiteY82" fmla="*/ 3191 h 10168"/>
                <a:gd name="connsiteX83" fmla="*/ 9953 w 10047"/>
                <a:gd name="connsiteY83" fmla="*/ 2740 h 10168"/>
                <a:gd name="connsiteX84" fmla="*/ 9739 w 10047"/>
                <a:gd name="connsiteY84" fmla="*/ 2334 h 10168"/>
                <a:gd name="connsiteX85" fmla="*/ 9660 w 10047"/>
                <a:gd name="connsiteY85" fmla="*/ 1891 h 10168"/>
                <a:gd name="connsiteX86" fmla="*/ 9546 w 10047"/>
                <a:gd name="connsiteY86" fmla="*/ 1822 h 10168"/>
                <a:gd name="connsiteX87" fmla="*/ 9401 w 10047"/>
                <a:gd name="connsiteY87" fmla="*/ 1392 h 10168"/>
                <a:gd name="connsiteX88" fmla="*/ 9147 w 10047"/>
                <a:gd name="connsiteY88" fmla="*/ 1387 h 10168"/>
                <a:gd name="connsiteX89" fmla="*/ 8998 w 10047"/>
                <a:gd name="connsiteY89" fmla="*/ 1318 h 10168"/>
                <a:gd name="connsiteX90" fmla="*/ 8796 w 10047"/>
                <a:gd name="connsiteY90" fmla="*/ 1272 h 10168"/>
                <a:gd name="connsiteX91" fmla="*/ 8662 w 10047"/>
                <a:gd name="connsiteY91" fmla="*/ 1272 h 10168"/>
                <a:gd name="connsiteX92" fmla="*/ 8532 w 10047"/>
                <a:gd name="connsiteY92" fmla="*/ 1202 h 10168"/>
                <a:gd name="connsiteX93" fmla="*/ 8403 w 10047"/>
                <a:gd name="connsiteY93" fmla="*/ 1202 h 10168"/>
                <a:gd name="connsiteX94" fmla="*/ 8237 w 10047"/>
                <a:gd name="connsiteY94" fmla="*/ 1138 h 10168"/>
                <a:gd name="connsiteX95" fmla="*/ 8104 w 10047"/>
                <a:gd name="connsiteY95" fmla="*/ 956 h 10168"/>
                <a:gd name="connsiteX96" fmla="*/ 7663 w 10047"/>
                <a:gd name="connsiteY96" fmla="*/ 763 h 10168"/>
                <a:gd name="connsiteX97" fmla="*/ 7529 w 10047"/>
                <a:gd name="connsiteY97" fmla="*/ 757 h 10168"/>
                <a:gd name="connsiteX98" fmla="*/ 7474 w 10047"/>
                <a:gd name="connsiteY98" fmla="*/ 956 h 10168"/>
                <a:gd name="connsiteX99" fmla="*/ 7392 w 10047"/>
                <a:gd name="connsiteY99" fmla="*/ 763 h 10168"/>
                <a:gd name="connsiteX100" fmla="*/ 7191 w 10047"/>
                <a:gd name="connsiteY100" fmla="*/ 763 h 10168"/>
                <a:gd name="connsiteX101" fmla="*/ 7089 w 10047"/>
                <a:gd name="connsiteY101" fmla="*/ 757 h 10168"/>
                <a:gd name="connsiteX102" fmla="*/ 7057 w 10047"/>
                <a:gd name="connsiteY102" fmla="*/ 961 h 10168"/>
                <a:gd name="connsiteX103" fmla="*/ 6896 w 10047"/>
                <a:gd name="connsiteY103" fmla="*/ 634 h 10168"/>
                <a:gd name="connsiteX104" fmla="*/ 6762 w 10047"/>
                <a:gd name="connsiteY104" fmla="*/ 629 h 10168"/>
                <a:gd name="connsiteX105" fmla="*/ 6680 w 10047"/>
                <a:gd name="connsiteY105" fmla="*/ 565 h 10168"/>
                <a:gd name="connsiteX106" fmla="*/ 6282 w 10047"/>
                <a:gd name="connsiteY106" fmla="*/ 377 h 10168"/>
                <a:gd name="connsiteX107" fmla="*/ 6152 w 10047"/>
                <a:gd name="connsiteY107" fmla="*/ 307 h 10168"/>
                <a:gd name="connsiteX108" fmla="*/ 6097 w 10047"/>
                <a:gd name="connsiteY108" fmla="*/ 173 h 10168"/>
                <a:gd name="connsiteX109" fmla="*/ 5759 w 10047"/>
                <a:gd name="connsiteY109" fmla="*/ 189 h 10168"/>
                <a:gd name="connsiteX110" fmla="*/ 5558 w 10047"/>
                <a:gd name="connsiteY110" fmla="*/ 184 h 10168"/>
                <a:gd name="connsiteX111" fmla="*/ 5468 w 10047"/>
                <a:gd name="connsiteY111" fmla="*/ 173 h 10168"/>
                <a:gd name="connsiteX112" fmla="*/ 5248 w 10047"/>
                <a:gd name="connsiteY112" fmla="*/ 184 h 10168"/>
                <a:gd name="connsiteX113" fmla="*/ 5149 w 10047"/>
                <a:gd name="connsiteY113" fmla="*/ 189 h 10168"/>
                <a:gd name="connsiteX114" fmla="*/ 5055 w 10047"/>
                <a:gd name="connsiteY114" fmla="*/ 168 h 10168"/>
                <a:gd name="connsiteX115" fmla="*/ 4976 w 10047"/>
                <a:gd name="connsiteY115" fmla="*/ 189 h 10168"/>
                <a:gd name="connsiteX116" fmla="*/ 4612 w 10047"/>
                <a:gd name="connsiteY116" fmla="*/ 295 h 10168"/>
                <a:gd name="connsiteX117" fmla="*/ 4161 w 10047"/>
                <a:gd name="connsiteY117" fmla="*/ 402 h 10168"/>
                <a:gd name="connsiteX118" fmla="*/ 3922 w 10047"/>
                <a:gd name="connsiteY118" fmla="*/ 189 h 10168"/>
                <a:gd name="connsiteX119" fmla="*/ 3796 w 10047"/>
                <a:gd name="connsiteY119" fmla="*/ 173 h 10168"/>
                <a:gd name="connsiteX120" fmla="*/ 3588 w 10047"/>
                <a:gd name="connsiteY120" fmla="*/ 189 h 10168"/>
                <a:gd name="connsiteX121" fmla="*/ 3450 w 10047"/>
                <a:gd name="connsiteY121" fmla="*/ 189 h 10168"/>
                <a:gd name="connsiteX122" fmla="*/ 3379 w 10047"/>
                <a:gd name="connsiteY122" fmla="*/ 168 h 10168"/>
                <a:gd name="connsiteX123" fmla="*/ 3115 w 10047"/>
                <a:gd name="connsiteY123" fmla="*/ 189 h 10168"/>
                <a:gd name="connsiteX124" fmla="*/ 2978 w 10047"/>
                <a:gd name="connsiteY124" fmla="*/ 184 h 10168"/>
                <a:gd name="connsiteX125" fmla="*/ 2872 w 10047"/>
                <a:gd name="connsiteY125" fmla="*/ 189 h 10168"/>
                <a:gd name="connsiteX126" fmla="*/ 2754 w 10047"/>
                <a:gd name="connsiteY126" fmla="*/ 173 h 10168"/>
                <a:gd name="connsiteX127" fmla="*/ 2337 w 10047"/>
                <a:gd name="connsiteY127" fmla="*/ 173 h 10168"/>
                <a:gd name="connsiteX128" fmla="*/ 1959 w 10047"/>
                <a:gd name="connsiteY128" fmla="*/ 506 h 10168"/>
                <a:gd name="connsiteX129" fmla="*/ 1841 w 10047"/>
                <a:gd name="connsiteY129" fmla="*/ 634 h 10168"/>
                <a:gd name="connsiteX130" fmla="*/ 1739 w 10047"/>
                <a:gd name="connsiteY130" fmla="*/ 634 h 10168"/>
                <a:gd name="connsiteX131" fmla="*/ 1664 w 10047"/>
                <a:gd name="connsiteY131" fmla="*/ 565 h 10168"/>
                <a:gd name="connsiteX132" fmla="*/ 1499 w 10047"/>
                <a:gd name="connsiteY132" fmla="*/ 950 h 10168"/>
                <a:gd name="connsiteX133" fmla="*/ 1357 w 10047"/>
                <a:gd name="connsiteY133" fmla="*/ 1020 h 10168"/>
                <a:gd name="connsiteX134" fmla="*/ 1302 w 10047"/>
                <a:gd name="connsiteY134" fmla="*/ 1208 h 10168"/>
                <a:gd name="connsiteX135" fmla="*/ 1156 w 10047"/>
                <a:gd name="connsiteY135" fmla="*/ 1358 h 10168"/>
                <a:gd name="connsiteX136" fmla="*/ 1137 w 10047"/>
                <a:gd name="connsiteY136" fmla="*/ 1460 h 10168"/>
                <a:gd name="connsiteX137" fmla="*/ 1074 w 10047"/>
                <a:gd name="connsiteY137" fmla="*/ 1727 h 10168"/>
                <a:gd name="connsiteX138" fmla="*/ 948 w 10047"/>
                <a:gd name="connsiteY138" fmla="*/ 1985 h 10168"/>
                <a:gd name="connsiteX139" fmla="*/ 865 w 10047"/>
                <a:gd name="connsiteY139" fmla="*/ 2145 h 10168"/>
                <a:gd name="connsiteX140" fmla="*/ 869 w 10047"/>
                <a:gd name="connsiteY140" fmla="*/ 2681 h 10168"/>
                <a:gd name="connsiteX141" fmla="*/ 846 w 10047"/>
                <a:gd name="connsiteY141" fmla="*/ 2939 h 10168"/>
                <a:gd name="connsiteX142" fmla="*/ 885 w 10047"/>
                <a:gd name="connsiteY142" fmla="*/ 3250 h 10168"/>
                <a:gd name="connsiteX143" fmla="*/ 791 w 10047"/>
                <a:gd name="connsiteY143" fmla="*/ 3448 h 10168"/>
                <a:gd name="connsiteX144" fmla="*/ 692 w 10047"/>
                <a:gd name="connsiteY144" fmla="*/ 3721 h 10168"/>
                <a:gd name="connsiteX145" fmla="*/ 669 w 10047"/>
                <a:gd name="connsiteY145" fmla="*/ 4225 h 10168"/>
                <a:gd name="connsiteX146" fmla="*/ 558 w 10047"/>
                <a:gd name="connsiteY146" fmla="*/ 4278 h 10168"/>
                <a:gd name="connsiteX147" fmla="*/ 606 w 10047"/>
                <a:gd name="connsiteY147" fmla="*/ 4509 h 10168"/>
                <a:gd name="connsiteX148" fmla="*/ 539 w 10047"/>
                <a:gd name="connsiteY148" fmla="*/ 4477 h 10168"/>
                <a:gd name="connsiteX149" fmla="*/ 632 w 10047"/>
                <a:gd name="connsiteY149" fmla="*/ 4755 h 10168"/>
                <a:gd name="connsiteX150" fmla="*/ 562 w 10047"/>
                <a:gd name="connsiteY150" fmla="*/ 4852 h 10168"/>
                <a:gd name="connsiteX151" fmla="*/ 539 w 10047"/>
                <a:gd name="connsiteY151" fmla="*/ 5114 h 10168"/>
                <a:gd name="connsiteX152" fmla="*/ 476 w 10047"/>
                <a:gd name="connsiteY152" fmla="*/ 5688 h 10168"/>
                <a:gd name="connsiteX153" fmla="*/ 460 w 10047"/>
                <a:gd name="connsiteY153" fmla="*/ 5816 h 10168"/>
                <a:gd name="connsiteX154" fmla="*/ 433 w 10047"/>
                <a:gd name="connsiteY154" fmla="*/ 6084 h 10168"/>
                <a:gd name="connsiteX155" fmla="*/ 533 w 10047"/>
                <a:gd name="connsiteY155" fmla="*/ 6531 h 10168"/>
                <a:gd name="connsiteX156" fmla="*/ 350 w 10047"/>
                <a:gd name="connsiteY156" fmla="*/ 6840 h 10168"/>
                <a:gd name="connsiteX157" fmla="*/ 318 w 10047"/>
                <a:gd name="connsiteY157" fmla="*/ 7097 h 10168"/>
                <a:gd name="connsiteX158" fmla="*/ 295 w 10047"/>
                <a:gd name="connsiteY158" fmla="*/ 7349 h 10168"/>
                <a:gd name="connsiteX159" fmla="*/ 271 w 10047"/>
                <a:gd name="connsiteY159" fmla="*/ 7547 h 10168"/>
                <a:gd name="connsiteX160" fmla="*/ 142 w 10047"/>
                <a:gd name="connsiteY160" fmla="*/ 7525 h 10168"/>
                <a:gd name="connsiteX161" fmla="*/ 220 w 10047"/>
                <a:gd name="connsiteY161" fmla="*/ 8051 h 10168"/>
                <a:gd name="connsiteX162" fmla="*/ 193 w 10047"/>
                <a:gd name="connsiteY162" fmla="*/ 8255 h 10168"/>
                <a:gd name="connsiteX163" fmla="*/ 5 w 10047"/>
                <a:gd name="connsiteY163" fmla="*/ 8533 h 10168"/>
                <a:gd name="connsiteX164" fmla="*/ 153 w 10047"/>
                <a:gd name="connsiteY164" fmla="*/ 8630 h 10168"/>
                <a:gd name="connsiteX165" fmla="*/ 141 w 10047"/>
                <a:gd name="connsiteY165"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846 w 10058"/>
                <a:gd name="connsiteY71" fmla="*/ 6079 h 10168"/>
                <a:gd name="connsiteX72" fmla="*/ 9898 w 10058"/>
                <a:gd name="connsiteY72" fmla="*/ 5490 h 10168"/>
                <a:gd name="connsiteX73" fmla="*/ 9805 w 10058"/>
                <a:gd name="connsiteY73" fmla="*/ 5300 h 10168"/>
                <a:gd name="connsiteX74" fmla="*/ 9945 w 10058"/>
                <a:gd name="connsiteY74" fmla="*/ 5045 h 10168"/>
                <a:gd name="connsiteX75" fmla="*/ 9988 w 10058"/>
                <a:gd name="connsiteY75" fmla="*/ 4659 h 10168"/>
                <a:gd name="connsiteX76" fmla="*/ 10023 w 10058"/>
                <a:gd name="connsiteY76" fmla="*/ 4343 h 10168"/>
                <a:gd name="connsiteX77" fmla="*/ 10043 w 10058"/>
                <a:gd name="connsiteY77" fmla="*/ 4150 h 10168"/>
                <a:gd name="connsiteX78" fmla="*/ 10000 w 10058"/>
                <a:gd name="connsiteY78" fmla="*/ 3951 h 10168"/>
                <a:gd name="connsiteX79" fmla="*/ 9984 w 10058"/>
                <a:gd name="connsiteY79" fmla="*/ 3769 h 10168"/>
                <a:gd name="connsiteX80" fmla="*/ 10016 w 10058"/>
                <a:gd name="connsiteY80" fmla="*/ 3512 h 10168"/>
                <a:gd name="connsiteX81" fmla="*/ 10047 w 10058"/>
                <a:gd name="connsiteY81" fmla="*/ 3191 h 10168"/>
                <a:gd name="connsiteX82" fmla="*/ 9953 w 10058"/>
                <a:gd name="connsiteY82" fmla="*/ 2740 h 10168"/>
                <a:gd name="connsiteX83" fmla="*/ 9739 w 10058"/>
                <a:gd name="connsiteY83" fmla="*/ 2334 h 10168"/>
                <a:gd name="connsiteX84" fmla="*/ 9660 w 10058"/>
                <a:gd name="connsiteY84" fmla="*/ 1891 h 10168"/>
                <a:gd name="connsiteX85" fmla="*/ 9546 w 10058"/>
                <a:gd name="connsiteY85" fmla="*/ 1822 h 10168"/>
                <a:gd name="connsiteX86" fmla="*/ 9401 w 10058"/>
                <a:gd name="connsiteY86" fmla="*/ 1392 h 10168"/>
                <a:gd name="connsiteX87" fmla="*/ 9147 w 10058"/>
                <a:gd name="connsiteY87" fmla="*/ 1387 h 10168"/>
                <a:gd name="connsiteX88" fmla="*/ 8998 w 10058"/>
                <a:gd name="connsiteY88" fmla="*/ 1318 h 10168"/>
                <a:gd name="connsiteX89" fmla="*/ 8796 w 10058"/>
                <a:gd name="connsiteY89" fmla="*/ 1272 h 10168"/>
                <a:gd name="connsiteX90" fmla="*/ 8662 w 10058"/>
                <a:gd name="connsiteY90" fmla="*/ 1272 h 10168"/>
                <a:gd name="connsiteX91" fmla="*/ 8532 w 10058"/>
                <a:gd name="connsiteY91" fmla="*/ 1202 h 10168"/>
                <a:gd name="connsiteX92" fmla="*/ 8403 w 10058"/>
                <a:gd name="connsiteY92" fmla="*/ 1202 h 10168"/>
                <a:gd name="connsiteX93" fmla="*/ 8237 w 10058"/>
                <a:gd name="connsiteY93" fmla="*/ 1138 h 10168"/>
                <a:gd name="connsiteX94" fmla="*/ 8104 w 10058"/>
                <a:gd name="connsiteY94" fmla="*/ 956 h 10168"/>
                <a:gd name="connsiteX95" fmla="*/ 7663 w 10058"/>
                <a:gd name="connsiteY95" fmla="*/ 763 h 10168"/>
                <a:gd name="connsiteX96" fmla="*/ 7529 w 10058"/>
                <a:gd name="connsiteY96" fmla="*/ 757 h 10168"/>
                <a:gd name="connsiteX97" fmla="*/ 7474 w 10058"/>
                <a:gd name="connsiteY97" fmla="*/ 956 h 10168"/>
                <a:gd name="connsiteX98" fmla="*/ 7392 w 10058"/>
                <a:gd name="connsiteY98" fmla="*/ 763 h 10168"/>
                <a:gd name="connsiteX99" fmla="*/ 7191 w 10058"/>
                <a:gd name="connsiteY99" fmla="*/ 763 h 10168"/>
                <a:gd name="connsiteX100" fmla="*/ 7089 w 10058"/>
                <a:gd name="connsiteY100" fmla="*/ 757 h 10168"/>
                <a:gd name="connsiteX101" fmla="*/ 7057 w 10058"/>
                <a:gd name="connsiteY101" fmla="*/ 961 h 10168"/>
                <a:gd name="connsiteX102" fmla="*/ 6896 w 10058"/>
                <a:gd name="connsiteY102" fmla="*/ 634 h 10168"/>
                <a:gd name="connsiteX103" fmla="*/ 6762 w 10058"/>
                <a:gd name="connsiteY103" fmla="*/ 629 h 10168"/>
                <a:gd name="connsiteX104" fmla="*/ 6680 w 10058"/>
                <a:gd name="connsiteY104" fmla="*/ 565 h 10168"/>
                <a:gd name="connsiteX105" fmla="*/ 6282 w 10058"/>
                <a:gd name="connsiteY105" fmla="*/ 377 h 10168"/>
                <a:gd name="connsiteX106" fmla="*/ 6152 w 10058"/>
                <a:gd name="connsiteY106" fmla="*/ 307 h 10168"/>
                <a:gd name="connsiteX107" fmla="*/ 6097 w 10058"/>
                <a:gd name="connsiteY107" fmla="*/ 173 h 10168"/>
                <a:gd name="connsiteX108" fmla="*/ 5759 w 10058"/>
                <a:gd name="connsiteY108" fmla="*/ 189 h 10168"/>
                <a:gd name="connsiteX109" fmla="*/ 5558 w 10058"/>
                <a:gd name="connsiteY109" fmla="*/ 184 h 10168"/>
                <a:gd name="connsiteX110" fmla="*/ 5468 w 10058"/>
                <a:gd name="connsiteY110" fmla="*/ 173 h 10168"/>
                <a:gd name="connsiteX111" fmla="*/ 5248 w 10058"/>
                <a:gd name="connsiteY111" fmla="*/ 184 h 10168"/>
                <a:gd name="connsiteX112" fmla="*/ 5149 w 10058"/>
                <a:gd name="connsiteY112" fmla="*/ 189 h 10168"/>
                <a:gd name="connsiteX113" fmla="*/ 5055 w 10058"/>
                <a:gd name="connsiteY113" fmla="*/ 168 h 10168"/>
                <a:gd name="connsiteX114" fmla="*/ 4976 w 10058"/>
                <a:gd name="connsiteY114" fmla="*/ 189 h 10168"/>
                <a:gd name="connsiteX115" fmla="*/ 4612 w 10058"/>
                <a:gd name="connsiteY115" fmla="*/ 295 h 10168"/>
                <a:gd name="connsiteX116" fmla="*/ 4161 w 10058"/>
                <a:gd name="connsiteY116" fmla="*/ 402 h 10168"/>
                <a:gd name="connsiteX117" fmla="*/ 3922 w 10058"/>
                <a:gd name="connsiteY117" fmla="*/ 189 h 10168"/>
                <a:gd name="connsiteX118" fmla="*/ 3796 w 10058"/>
                <a:gd name="connsiteY118" fmla="*/ 173 h 10168"/>
                <a:gd name="connsiteX119" fmla="*/ 3588 w 10058"/>
                <a:gd name="connsiteY119" fmla="*/ 189 h 10168"/>
                <a:gd name="connsiteX120" fmla="*/ 3450 w 10058"/>
                <a:gd name="connsiteY120" fmla="*/ 189 h 10168"/>
                <a:gd name="connsiteX121" fmla="*/ 3379 w 10058"/>
                <a:gd name="connsiteY121" fmla="*/ 168 h 10168"/>
                <a:gd name="connsiteX122" fmla="*/ 3115 w 10058"/>
                <a:gd name="connsiteY122" fmla="*/ 189 h 10168"/>
                <a:gd name="connsiteX123" fmla="*/ 2978 w 10058"/>
                <a:gd name="connsiteY123" fmla="*/ 184 h 10168"/>
                <a:gd name="connsiteX124" fmla="*/ 2872 w 10058"/>
                <a:gd name="connsiteY124" fmla="*/ 189 h 10168"/>
                <a:gd name="connsiteX125" fmla="*/ 2754 w 10058"/>
                <a:gd name="connsiteY125" fmla="*/ 173 h 10168"/>
                <a:gd name="connsiteX126" fmla="*/ 2337 w 10058"/>
                <a:gd name="connsiteY126" fmla="*/ 173 h 10168"/>
                <a:gd name="connsiteX127" fmla="*/ 1959 w 10058"/>
                <a:gd name="connsiteY127" fmla="*/ 506 h 10168"/>
                <a:gd name="connsiteX128" fmla="*/ 1841 w 10058"/>
                <a:gd name="connsiteY128" fmla="*/ 634 h 10168"/>
                <a:gd name="connsiteX129" fmla="*/ 1739 w 10058"/>
                <a:gd name="connsiteY129" fmla="*/ 634 h 10168"/>
                <a:gd name="connsiteX130" fmla="*/ 1664 w 10058"/>
                <a:gd name="connsiteY130" fmla="*/ 565 h 10168"/>
                <a:gd name="connsiteX131" fmla="*/ 1499 w 10058"/>
                <a:gd name="connsiteY131" fmla="*/ 950 h 10168"/>
                <a:gd name="connsiteX132" fmla="*/ 1357 w 10058"/>
                <a:gd name="connsiteY132" fmla="*/ 1020 h 10168"/>
                <a:gd name="connsiteX133" fmla="*/ 1302 w 10058"/>
                <a:gd name="connsiteY133" fmla="*/ 1208 h 10168"/>
                <a:gd name="connsiteX134" fmla="*/ 1156 w 10058"/>
                <a:gd name="connsiteY134" fmla="*/ 1358 h 10168"/>
                <a:gd name="connsiteX135" fmla="*/ 1137 w 10058"/>
                <a:gd name="connsiteY135" fmla="*/ 1460 h 10168"/>
                <a:gd name="connsiteX136" fmla="*/ 1074 w 10058"/>
                <a:gd name="connsiteY136" fmla="*/ 1727 h 10168"/>
                <a:gd name="connsiteX137" fmla="*/ 948 w 10058"/>
                <a:gd name="connsiteY137" fmla="*/ 1985 h 10168"/>
                <a:gd name="connsiteX138" fmla="*/ 865 w 10058"/>
                <a:gd name="connsiteY138" fmla="*/ 2145 h 10168"/>
                <a:gd name="connsiteX139" fmla="*/ 869 w 10058"/>
                <a:gd name="connsiteY139" fmla="*/ 2681 h 10168"/>
                <a:gd name="connsiteX140" fmla="*/ 846 w 10058"/>
                <a:gd name="connsiteY140" fmla="*/ 2939 h 10168"/>
                <a:gd name="connsiteX141" fmla="*/ 885 w 10058"/>
                <a:gd name="connsiteY141" fmla="*/ 3250 h 10168"/>
                <a:gd name="connsiteX142" fmla="*/ 791 w 10058"/>
                <a:gd name="connsiteY142" fmla="*/ 3448 h 10168"/>
                <a:gd name="connsiteX143" fmla="*/ 692 w 10058"/>
                <a:gd name="connsiteY143" fmla="*/ 3721 h 10168"/>
                <a:gd name="connsiteX144" fmla="*/ 669 w 10058"/>
                <a:gd name="connsiteY144" fmla="*/ 4225 h 10168"/>
                <a:gd name="connsiteX145" fmla="*/ 558 w 10058"/>
                <a:gd name="connsiteY145" fmla="*/ 4278 h 10168"/>
                <a:gd name="connsiteX146" fmla="*/ 606 w 10058"/>
                <a:gd name="connsiteY146" fmla="*/ 4509 h 10168"/>
                <a:gd name="connsiteX147" fmla="*/ 539 w 10058"/>
                <a:gd name="connsiteY147" fmla="*/ 4477 h 10168"/>
                <a:gd name="connsiteX148" fmla="*/ 632 w 10058"/>
                <a:gd name="connsiteY148" fmla="*/ 4755 h 10168"/>
                <a:gd name="connsiteX149" fmla="*/ 562 w 10058"/>
                <a:gd name="connsiteY149" fmla="*/ 4852 h 10168"/>
                <a:gd name="connsiteX150" fmla="*/ 539 w 10058"/>
                <a:gd name="connsiteY150" fmla="*/ 5114 h 10168"/>
                <a:gd name="connsiteX151" fmla="*/ 476 w 10058"/>
                <a:gd name="connsiteY151" fmla="*/ 5688 h 10168"/>
                <a:gd name="connsiteX152" fmla="*/ 460 w 10058"/>
                <a:gd name="connsiteY152" fmla="*/ 5816 h 10168"/>
                <a:gd name="connsiteX153" fmla="*/ 433 w 10058"/>
                <a:gd name="connsiteY153" fmla="*/ 6084 h 10168"/>
                <a:gd name="connsiteX154" fmla="*/ 533 w 10058"/>
                <a:gd name="connsiteY154" fmla="*/ 6531 h 10168"/>
                <a:gd name="connsiteX155" fmla="*/ 350 w 10058"/>
                <a:gd name="connsiteY155" fmla="*/ 6840 h 10168"/>
                <a:gd name="connsiteX156" fmla="*/ 318 w 10058"/>
                <a:gd name="connsiteY156" fmla="*/ 7097 h 10168"/>
                <a:gd name="connsiteX157" fmla="*/ 295 w 10058"/>
                <a:gd name="connsiteY157" fmla="*/ 7349 h 10168"/>
                <a:gd name="connsiteX158" fmla="*/ 271 w 10058"/>
                <a:gd name="connsiteY158" fmla="*/ 7547 h 10168"/>
                <a:gd name="connsiteX159" fmla="*/ 142 w 10058"/>
                <a:gd name="connsiteY159" fmla="*/ 7525 h 10168"/>
                <a:gd name="connsiteX160" fmla="*/ 220 w 10058"/>
                <a:gd name="connsiteY160" fmla="*/ 8051 h 10168"/>
                <a:gd name="connsiteX161" fmla="*/ 193 w 10058"/>
                <a:gd name="connsiteY161" fmla="*/ 8255 h 10168"/>
                <a:gd name="connsiteX162" fmla="*/ 5 w 10058"/>
                <a:gd name="connsiteY162" fmla="*/ 8533 h 10168"/>
                <a:gd name="connsiteX163" fmla="*/ 153 w 10058"/>
                <a:gd name="connsiteY163" fmla="*/ 8630 h 10168"/>
                <a:gd name="connsiteX164" fmla="*/ 141 w 10058"/>
                <a:gd name="connsiteY164"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846 w 10058"/>
                <a:gd name="connsiteY71" fmla="*/ 6079 h 10168"/>
                <a:gd name="connsiteX72" fmla="*/ 9898 w 10058"/>
                <a:gd name="connsiteY72" fmla="*/ 5490 h 10168"/>
                <a:gd name="connsiteX73" fmla="*/ 9945 w 10058"/>
                <a:gd name="connsiteY73" fmla="*/ 504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944 w 10058"/>
                <a:gd name="connsiteY71" fmla="*/ 6079 h 10168"/>
                <a:gd name="connsiteX72" fmla="*/ 9898 w 10058"/>
                <a:gd name="connsiteY72" fmla="*/ 5490 h 10168"/>
                <a:gd name="connsiteX73" fmla="*/ 9945 w 10058"/>
                <a:gd name="connsiteY73" fmla="*/ 504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64 h 10168"/>
                <a:gd name="connsiteX1" fmla="*/ 217 w 10058"/>
                <a:gd name="connsiteY1" fmla="*/ 8905 h 10168"/>
                <a:gd name="connsiteX2" fmla="*/ 90 w 10058"/>
                <a:gd name="connsiteY2" fmla="*/ 9209 h 10168"/>
                <a:gd name="connsiteX3" fmla="*/ 67 w 10058"/>
                <a:gd name="connsiteY3" fmla="*/ 9402 h 10168"/>
                <a:gd name="connsiteX4" fmla="*/ 47 w 10058"/>
                <a:gd name="connsiteY4" fmla="*/ 9637 h 10168"/>
                <a:gd name="connsiteX5" fmla="*/ 228 w 10058"/>
                <a:gd name="connsiteY5" fmla="*/ 9846 h 10168"/>
                <a:gd name="connsiteX6" fmla="*/ 326 w 10058"/>
                <a:gd name="connsiteY6" fmla="*/ 9846 h 10168"/>
                <a:gd name="connsiteX7" fmla="*/ 492 w 10058"/>
                <a:gd name="connsiteY7" fmla="*/ 9846 h 10168"/>
                <a:gd name="connsiteX8" fmla="*/ 629 w 10058"/>
                <a:gd name="connsiteY8" fmla="*/ 9846 h 10168"/>
                <a:gd name="connsiteX9" fmla="*/ 633 w 10058"/>
                <a:gd name="connsiteY9" fmla="*/ 10029 h 10168"/>
                <a:gd name="connsiteX10" fmla="*/ 1211 w 10058"/>
                <a:gd name="connsiteY10" fmla="*/ 10168 h 10168"/>
                <a:gd name="connsiteX11" fmla="*/ 1310 w 10058"/>
                <a:gd name="connsiteY11" fmla="*/ 10168 h 10168"/>
                <a:gd name="connsiteX12" fmla="*/ 1408 w 10058"/>
                <a:gd name="connsiteY12" fmla="*/ 10168 h 10168"/>
                <a:gd name="connsiteX13" fmla="*/ 1514 w 10058"/>
                <a:gd name="connsiteY13" fmla="*/ 10168 h 10168"/>
                <a:gd name="connsiteX14" fmla="*/ 1613 w 10058"/>
                <a:gd name="connsiteY14" fmla="*/ 10168 h 10168"/>
                <a:gd name="connsiteX15" fmla="*/ 1750 w 10058"/>
                <a:gd name="connsiteY15" fmla="*/ 10109 h 10168"/>
                <a:gd name="connsiteX16" fmla="*/ 1888 w 10058"/>
                <a:gd name="connsiteY16" fmla="*/ 10023 h 10168"/>
                <a:gd name="connsiteX17" fmla="*/ 2234 w 10058"/>
                <a:gd name="connsiteY17" fmla="*/ 10109 h 10168"/>
                <a:gd name="connsiteX18" fmla="*/ 2333 w 10058"/>
                <a:gd name="connsiteY18" fmla="*/ 10109 h 10168"/>
                <a:gd name="connsiteX19" fmla="*/ 2474 w 10058"/>
                <a:gd name="connsiteY19" fmla="*/ 10039 h 10168"/>
                <a:gd name="connsiteX20" fmla="*/ 2620 w 10058"/>
                <a:gd name="connsiteY20" fmla="*/ 9975 h 10168"/>
                <a:gd name="connsiteX21" fmla="*/ 2754 w 10058"/>
                <a:gd name="connsiteY21" fmla="*/ 9975 h 10168"/>
                <a:gd name="connsiteX22" fmla="*/ 2860 w 10058"/>
                <a:gd name="connsiteY22" fmla="*/ 9975 h 10168"/>
                <a:gd name="connsiteX23" fmla="*/ 2962 w 10058"/>
                <a:gd name="connsiteY23" fmla="*/ 9975 h 10168"/>
                <a:gd name="connsiteX24" fmla="*/ 3163 w 10058"/>
                <a:gd name="connsiteY24" fmla="*/ 9975 h 10168"/>
                <a:gd name="connsiteX25" fmla="*/ 3292 w 10058"/>
                <a:gd name="connsiteY25" fmla="*/ 10045 h 10168"/>
                <a:gd name="connsiteX26" fmla="*/ 3422 w 10058"/>
                <a:gd name="connsiteY26" fmla="*/ 10109 h 10168"/>
                <a:gd name="connsiteX27" fmla="*/ 3517 w 10058"/>
                <a:gd name="connsiteY27" fmla="*/ 10168 h 10168"/>
                <a:gd name="connsiteX28" fmla="*/ 3619 w 10058"/>
                <a:gd name="connsiteY28" fmla="*/ 10163 h 10168"/>
                <a:gd name="connsiteX29" fmla="*/ 3721 w 10058"/>
                <a:gd name="connsiteY29" fmla="*/ 10109 h 10168"/>
                <a:gd name="connsiteX30" fmla="*/ 3835 w 10058"/>
                <a:gd name="connsiteY30" fmla="*/ 10039 h 10168"/>
                <a:gd name="connsiteX31" fmla="*/ 3981 w 10058"/>
                <a:gd name="connsiteY31" fmla="*/ 10023 h 10168"/>
                <a:gd name="connsiteX32" fmla="*/ 4134 w 10058"/>
                <a:gd name="connsiteY32" fmla="*/ 10109 h 10168"/>
                <a:gd name="connsiteX33" fmla="*/ 4229 w 10058"/>
                <a:gd name="connsiteY33" fmla="*/ 10168 h 10168"/>
                <a:gd name="connsiteX34" fmla="*/ 4335 w 10058"/>
                <a:gd name="connsiteY34" fmla="*/ 10163 h 10168"/>
                <a:gd name="connsiteX35" fmla="*/ 4433 w 10058"/>
                <a:gd name="connsiteY35" fmla="*/ 10163 h 10168"/>
                <a:gd name="connsiteX36" fmla="*/ 4571 w 10058"/>
                <a:gd name="connsiteY36" fmla="*/ 10157 h 10168"/>
                <a:gd name="connsiteX37" fmla="*/ 4709 w 10058"/>
                <a:gd name="connsiteY37" fmla="*/ 10104 h 10168"/>
                <a:gd name="connsiteX38" fmla="*/ 4854 w 10058"/>
                <a:gd name="connsiteY38" fmla="*/ 10045 h 10168"/>
                <a:gd name="connsiteX39" fmla="*/ 5063 w 10058"/>
                <a:gd name="connsiteY39" fmla="*/ 9975 h 10168"/>
                <a:gd name="connsiteX40" fmla="*/ 5169 w 10058"/>
                <a:gd name="connsiteY40" fmla="*/ 9975 h 10168"/>
                <a:gd name="connsiteX41" fmla="*/ 5440 w 10058"/>
                <a:gd name="connsiteY41" fmla="*/ 9975 h 10168"/>
                <a:gd name="connsiteX42" fmla="*/ 5586 w 10058"/>
                <a:gd name="connsiteY42" fmla="*/ 9911 h 10168"/>
                <a:gd name="connsiteX43" fmla="*/ 5692 w 10058"/>
                <a:gd name="connsiteY43" fmla="*/ 9846 h 10168"/>
                <a:gd name="connsiteX44" fmla="*/ 5826 w 10058"/>
                <a:gd name="connsiteY44" fmla="*/ 9841 h 10168"/>
                <a:gd name="connsiteX45" fmla="*/ 5905 w 10058"/>
                <a:gd name="connsiteY45" fmla="*/ 9627 h 10168"/>
                <a:gd name="connsiteX46" fmla="*/ 6349 w 10058"/>
                <a:gd name="connsiteY46" fmla="*/ 9718 h 10168"/>
                <a:gd name="connsiteX47" fmla="*/ 6487 w 10058"/>
                <a:gd name="connsiteY47" fmla="*/ 9718 h 10168"/>
                <a:gd name="connsiteX48" fmla="*/ 6589 w 10058"/>
                <a:gd name="connsiteY48" fmla="*/ 9718 h 10168"/>
                <a:gd name="connsiteX49" fmla="*/ 6691 w 10058"/>
                <a:gd name="connsiteY49" fmla="*/ 9654 h 10168"/>
                <a:gd name="connsiteX50" fmla="*/ 6798 w 10058"/>
                <a:gd name="connsiteY50" fmla="*/ 9654 h 10168"/>
                <a:gd name="connsiteX51" fmla="*/ 6935 w 10058"/>
                <a:gd name="connsiteY51" fmla="*/ 9654 h 10168"/>
                <a:gd name="connsiteX52" fmla="*/ 7069 w 10058"/>
                <a:gd name="connsiteY52" fmla="*/ 9654 h 10168"/>
                <a:gd name="connsiteX53" fmla="*/ 7160 w 10058"/>
                <a:gd name="connsiteY53" fmla="*/ 9627 h 10168"/>
                <a:gd name="connsiteX54" fmla="*/ 7584 w 10058"/>
                <a:gd name="connsiteY54" fmla="*/ 9584 h 10168"/>
                <a:gd name="connsiteX55" fmla="*/ 7714 w 10058"/>
                <a:gd name="connsiteY55" fmla="*/ 9654 h 10168"/>
                <a:gd name="connsiteX56" fmla="*/ 7852 w 10058"/>
                <a:gd name="connsiteY56" fmla="*/ 9654 h 10168"/>
                <a:gd name="connsiteX57" fmla="*/ 8017 w 10058"/>
                <a:gd name="connsiteY57" fmla="*/ 9654 h 10168"/>
                <a:gd name="connsiteX58" fmla="*/ 8131 w 10058"/>
                <a:gd name="connsiteY58" fmla="*/ 9589 h 10168"/>
                <a:gd name="connsiteX59" fmla="*/ 8206 w 10058"/>
                <a:gd name="connsiteY59" fmla="*/ 9627 h 10168"/>
                <a:gd name="connsiteX60" fmla="*/ 8513 w 10058"/>
                <a:gd name="connsiteY60" fmla="*/ 9466 h 10168"/>
                <a:gd name="connsiteX61" fmla="*/ 8662 w 10058"/>
                <a:gd name="connsiteY61" fmla="*/ 9402 h 10168"/>
                <a:gd name="connsiteX62" fmla="*/ 8812 w 10058"/>
                <a:gd name="connsiteY62" fmla="*/ 9268 h 10168"/>
                <a:gd name="connsiteX63" fmla="*/ 8961 w 10058"/>
                <a:gd name="connsiteY63" fmla="*/ 9144 h 10168"/>
                <a:gd name="connsiteX64" fmla="*/ 9079 w 10058"/>
                <a:gd name="connsiteY64" fmla="*/ 8946 h 10168"/>
                <a:gd name="connsiteX65" fmla="*/ 9237 w 10058"/>
                <a:gd name="connsiteY65" fmla="*/ 8759 h 10168"/>
                <a:gd name="connsiteX66" fmla="*/ 9382 w 10058"/>
                <a:gd name="connsiteY66" fmla="*/ 8442 h 10168"/>
                <a:gd name="connsiteX67" fmla="*/ 9677 w 10058"/>
                <a:gd name="connsiteY67" fmla="*/ 7542 h 10168"/>
                <a:gd name="connsiteX68" fmla="*/ 9717 w 10058"/>
                <a:gd name="connsiteY68" fmla="*/ 7263 h 10168"/>
                <a:gd name="connsiteX69" fmla="*/ 9756 w 10058"/>
                <a:gd name="connsiteY69" fmla="*/ 6776 h 10168"/>
                <a:gd name="connsiteX70" fmla="*/ 9787 w 10058"/>
                <a:gd name="connsiteY70" fmla="*/ 6513 h 10168"/>
                <a:gd name="connsiteX71" fmla="*/ 9944 w 10058"/>
                <a:gd name="connsiteY71" fmla="*/ 6079 h 10168"/>
                <a:gd name="connsiteX72" fmla="*/ 9898 w 10058"/>
                <a:gd name="connsiteY72" fmla="*/ 5490 h 10168"/>
                <a:gd name="connsiteX73" fmla="*/ 10022 w 10058"/>
                <a:gd name="connsiteY73" fmla="*/ 5015 h 10168"/>
                <a:gd name="connsiteX74" fmla="*/ 9988 w 10058"/>
                <a:gd name="connsiteY74" fmla="*/ 4659 h 10168"/>
                <a:gd name="connsiteX75" fmla="*/ 10023 w 10058"/>
                <a:gd name="connsiteY75" fmla="*/ 4343 h 10168"/>
                <a:gd name="connsiteX76" fmla="*/ 10043 w 10058"/>
                <a:gd name="connsiteY76" fmla="*/ 4150 h 10168"/>
                <a:gd name="connsiteX77" fmla="*/ 10000 w 10058"/>
                <a:gd name="connsiteY77" fmla="*/ 3951 h 10168"/>
                <a:gd name="connsiteX78" fmla="*/ 9984 w 10058"/>
                <a:gd name="connsiteY78" fmla="*/ 3769 h 10168"/>
                <a:gd name="connsiteX79" fmla="*/ 10016 w 10058"/>
                <a:gd name="connsiteY79" fmla="*/ 3512 h 10168"/>
                <a:gd name="connsiteX80" fmla="*/ 10047 w 10058"/>
                <a:gd name="connsiteY80" fmla="*/ 3191 h 10168"/>
                <a:gd name="connsiteX81" fmla="*/ 9953 w 10058"/>
                <a:gd name="connsiteY81" fmla="*/ 2740 h 10168"/>
                <a:gd name="connsiteX82" fmla="*/ 9739 w 10058"/>
                <a:gd name="connsiteY82" fmla="*/ 2334 h 10168"/>
                <a:gd name="connsiteX83" fmla="*/ 9660 w 10058"/>
                <a:gd name="connsiteY83" fmla="*/ 1891 h 10168"/>
                <a:gd name="connsiteX84" fmla="*/ 9546 w 10058"/>
                <a:gd name="connsiteY84" fmla="*/ 1822 h 10168"/>
                <a:gd name="connsiteX85" fmla="*/ 9401 w 10058"/>
                <a:gd name="connsiteY85" fmla="*/ 1392 h 10168"/>
                <a:gd name="connsiteX86" fmla="*/ 9147 w 10058"/>
                <a:gd name="connsiteY86" fmla="*/ 1387 h 10168"/>
                <a:gd name="connsiteX87" fmla="*/ 8998 w 10058"/>
                <a:gd name="connsiteY87" fmla="*/ 1318 h 10168"/>
                <a:gd name="connsiteX88" fmla="*/ 8796 w 10058"/>
                <a:gd name="connsiteY88" fmla="*/ 1272 h 10168"/>
                <a:gd name="connsiteX89" fmla="*/ 8662 w 10058"/>
                <a:gd name="connsiteY89" fmla="*/ 1272 h 10168"/>
                <a:gd name="connsiteX90" fmla="*/ 8532 w 10058"/>
                <a:gd name="connsiteY90" fmla="*/ 1202 h 10168"/>
                <a:gd name="connsiteX91" fmla="*/ 8403 w 10058"/>
                <a:gd name="connsiteY91" fmla="*/ 1202 h 10168"/>
                <a:gd name="connsiteX92" fmla="*/ 8237 w 10058"/>
                <a:gd name="connsiteY92" fmla="*/ 1138 h 10168"/>
                <a:gd name="connsiteX93" fmla="*/ 8104 w 10058"/>
                <a:gd name="connsiteY93" fmla="*/ 956 h 10168"/>
                <a:gd name="connsiteX94" fmla="*/ 7663 w 10058"/>
                <a:gd name="connsiteY94" fmla="*/ 763 h 10168"/>
                <a:gd name="connsiteX95" fmla="*/ 7529 w 10058"/>
                <a:gd name="connsiteY95" fmla="*/ 757 h 10168"/>
                <a:gd name="connsiteX96" fmla="*/ 7474 w 10058"/>
                <a:gd name="connsiteY96" fmla="*/ 956 h 10168"/>
                <a:gd name="connsiteX97" fmla="*/ 7392 w 10058"/>
                <a:gd name="connsiteY97" fmla="*/ 763 h 10168"/>
                <a:gd name="connsiteX98" fmla="*/ 7191 w 10058"/>
                <a:gd name="connsiteY98" fmla="*/ 763 h 10168"/>
                <a:gd name="connsiteX99" fmla="*/ 7089 w 10058"/>
                <a:gd name="connsiteY99" fmla="*/ 757 h 10168"/>
                <a:gd name="connsiteX100" fmla="*/ 7057 w 10058"/>
                <a:gd name="connsiteY100" fmla="*/ 961 h 10168"/>
                <a:gd name="connsiteX101" fmla="*/ 6896 w 10058"/>
                <a:gd name="connsiteY101" fmla="*/ 634 h 10168"/>
                <a:gd name="connsiteX102" fmla="*/ 6762 w 10058"/>
                <a:gd name="connsiteY102" fmla="*/ 629 h 10168"/>
                <a:gd name="connsiteX103" fmla="*/ 6680 w 10058"/>
                <a:gd name="connsiteY103" fmla="*/ 565 h 10168"/>
                <a:gd name="connsiteX104" fmla="*/ 6282 w 10058"/>
                <a:gd name="connsiteY104" fmla="*/ 377 h 10168"/>
                <a:gd name="connsiteX105" fmla="*/ 6152 w 10058"/>
                <a:gd name="connsiteY105" fmla="*/ 307 h 10168"/>
                <a:gd name="connsiteX106" fmla="*/ 6097 w 10058"/>
                <a:gd name="connsiteY106" fmla="*/ 173 h 10168"/>
                <a:gd name="connsiteX107" fmla="*/ 5759 w 10058"/>
                <a:gd name="connsiteY107" fmla="*/ 189 h 10168"/>
                <a:gd name="connsiteX108" fmla="*/ 5558 w 10058"/>
                <a:gd name="connsiteY108" fmla="*/ 184 h 10168"/>
                <a:gd name="connsiteX109" fmla="*/ 5468 w 10058"/>
                <a:gd name="connsiteY109" fmla="*/ 173 h 10168"/>
                <a:gd name="connsiteX110" fmla="*/ 5248 w 10058"/>
                <a:gd name="connsiteY110" fmla="*/ 184 h 10168"/>
                <a:gd name="connsiteX111" fmla="*/ 5149 w 10058"/>
                <a:gd name="connsiteY111" fmla="*/ 189 h 10168"/>
                <a:gd name="connsiteX112" fmla="*/ 5055 w 10058"/>
                <a:gd name="connsiteY112" fmla="*/ 168 h 10168"/>
                <a:gd name="connsiteX113" fmla="*/ 4976 w 10058"/>
                <a:gd name="connsiteY113" fmla="*/ 189 h 10168"/>
                <a:gd name="connsiteX114" fmla="*/ 4612 w 10058"/>
                <a:gd name="connsiteY114" fmla="*/ 295 h 10168"/>
                <a:gd name="connsiteX115" fmla="*/ 4161 w 10058"/>
                <a:gd name="connsiteY115" fmla="*/ 402 h 10168"/>
                <a:gd name="connsiteX116" fmla="*/ 3922 w 10058"/>
                <a:gd name="connsiteY116" fmla="*/ 189 h 10168"/>
                <a:gd name="connsiteX117" fmla="*/ 3796 w 10058"/>
                <a:gd name="connsiteY117" fmla="*/ 173 h 10168"/>
                <a:gd name="connsiteX118" fmla="*/ 3588 w 10058"/>
                <a:gd name="connsiteY118" fmla="*/ 189 h 10168"/>
                <a:gd name="connsiteX119" fmla="*/ 3450 w 10058"/>
                <a:gd name="connsiteY119" fmla="*/ 189 h 10168"/>
                <a:gd name="connsiteX120" fmla="*/ 3379 w 10058"/>
                <a:gd name="connsiteY120" fmla="*/ 168 h 10168"/>
                <a:gd name="connsiteX121" fmla="*/ 3115 w 10058"/>
                <a:gd name="connsiteY121" fmla="*/ 189 h 10168"/>
                <a:gd name="connsiteX122" fmla="*/ 2978 w 10058"/>
                <a:gd name="connsiteY122" fmla="*/ 184 h 10168"/>
                <a:gd name="connsiteX123" fmla="*/ 2872 w 10058"/>
                <a:gd name="connsiteY123" fmla="*/ 189 h 10168"/>
                <a:gd name="connsiteX124" fmla="*/ 2754 w 10058"/>
                <a:gd name="connsiteY124" fmla="*/ 173 h 10168"/>
                <a:gd name="connsiteX125" fmla="*/ 2337 w 10058"/>
                <a:gd name="connsiteY125" fmla="*/ 173 h 10168"/>
                <a:gd name="connsiteX126" fmla="*/ 1959 w 10058"/>
                <a:gd name="connsiteY126" fmla="*/ 506 h 10168"/>
                <a:gd name="connsiteX127" fmla="*/ 1841 w 10058"/>
                <a:gd name="connsiteY127" fmla="*/ 634 h 10168"/>
                <a:gd name="connsiteX128" fmla="*/ 1739 w 10058"/>
                <a:gd name="connsiteY128" fmla="*/ 634 h 10168"/>
                <a:gd name="connsiteX129" fmla="*/ 1664 w 10058"/>
                <a:gd name="connsiteY129" fmla="*/ 565 h 10168"/>
                <a:gd name="connsiteX130" fmla="*/ 1499 w 10058"/>
                <a:gd name="connsiteY130" fmla="*/ 950 h 10168"/>
                <a:gd name="connsiteX131" fmla="*/ 1357 w 10058"/>
                <a:gd name="connsiteY131" fmla="*/ 1020 h 10168"/>
                <a:gd name="connsiteX132" fmla="*/ 1302 w 10058"/>
                <a:gd name="connsiteY132" fmla="*/ 1208 h 10168"/>
                <a:gd name="connsiteX133" fmla="*/ 1156 w 10058"/>
                <a:gd name="connsiteY133" fmla="*/ 1358 h 10168"/>
                <a:gd name="connsiteX134" fmla="*/ 1137 w 10058"/>
                <a:gd name="connsiteY134" fmla="*/ 1460 h 10168"/>
                <a:gd name="connsiteX135" fmla="*/ 1074 w 10058"/>
                <a:gd name="connsiteY135" fmla="*/ 1727 h 10168"/>
                <a:gd name="connsiteX136" fmla="*/ 948 w 10058"/>
                <a:gd name="connsiteY136" fmla="*/ 1985 h 10168"/>
                <a:gd name="connsiteX137" fmla="*/ 865 w 10058"/>
                <a:gd name="connsiteY137" fmla="*/ 2145 h 10168"/>
                <a:gd name="connsiteX138" fmla="*/ 869 w 10058"/>
                <a:gd name="connsiteY138" fmla="*/ 2681 h 10168"/>
                <a:gd name="connsiteX139" fmla="*/ 846 w 10058"/>
                <a:gd name="connsiteY139" fmla="*/ 2939 h 10168"/>
                <a:gd name="connsiteX140" fmla="*/ 885 w 10058"/>
                <a:gd name="connsiteY140" fmla="*/ 3250 h 10168"/>
                <a:gd name="connsiteX141" fmla="*/ 791 w 10058"/>
                <a:gd name="connsiteY141" fmla="*/ 3448 h 10168"/>
                <a:gd name="connsiteX142" fmla="*/ 692 w 10058"/>
                <a:gd name="connsiteY142" fmla="*/ 3721 h 10168"/>
                <a:gd name="connsiteX143" fmla="*/ 669 w 10058"/>
                <a:gd name="connsiteY143" fmla="*/ 4225 h 10168"/>
                <a:gd name="connsiteX144" fmla="*/ 558 w 10058"/>
                <a:gd name="connsiteY144" fmla="*/ 4278 h 10168"/>
                <a:gd name="connsiteX145" fmla="*/ 606 w 10058"/>
                <a:gd name="connsiteY145" fmla="*/ 4509 h 10168"/>
                <a:gd name="connsiteX146" fmla="*/ 539 w 10058"/>
                <a:gd name="connsiteY146" fmla="*/ 4477 h 10168"/>
                <a:gd name="connsiteX147" fmla="*/ 632 w 10058"/>
                <a:gd name="connsiteY147" fmla="*/ 4755 h 10168"/>
                <a:gd name="connsiteX148" fmla="*/ 562 w 10058"/>
                <a:gd name="connsiteY148" fmla="*/ 4852 h 10168"/>
                <a:gd name="connsiteX149" fmla="*/ 539 w 10058"/>
                <a:gd name="connsiteY149" fmla="*/ 5114 h 10168"/>
                <a:gd name="connsiteX150" fmla="*/ 476 w 10058"/>
                <a:gd name="connsiteY150" fmla="*/ 5688 h 10168"/>
                <a:gd name="connsiteX151" fmla="*/ 460 w 10058"/>
                <a:gd name="connsiteY151" fmla="*/ 5816 h 10168"/>
                <a:gd name="connsiteX152" fmla="*/ 433 w 10058"/>
                <a:gd name="connsiteY152" fmla="*/ 6084 h 10168"/>
                <a:gd name="connsiteX153" fmla="*/ 533 w 10058"/>
                <a:gd name="connsiteY153" fmla="*/ 6531 h 10168"/>
                <a:gd name="connsiteX154" fmla="*/ 350 w 10058"/>
                <a:gd name="connsiteY154" fmla="*/ 6840 h 10168"/>
                <a:gd name="connsiteX155" fmla="*/ 318 w 10058"/>
                <a:gd name="connsiteY155" fmla="*/ 7097 h 10168"/>
                <a:gd name="connsiteX156" fmla="*/ 295 w 10058"/>
                <a:gd name="connsiteY156" fmla="*/ 7349 h 10168"/>
                <a:gd name="connsiteX157" fmla="*/ 271 w 10058"/>
                <a:gd name="connsiteY157" fmla="*/ 7547 h 10168"/>
                <a:gd name="connsiteX158" fmla="*/ 142 w 10058"/>
                <a:gd name="connsiteY158" fmla="*/ 7525 h 10168"/>
                <a:gd name="connsiteX159" fmla="*/ 220 w 10058"/>
                <a:gd name="connsiteY159" fmla="*/ 8051 h 10168"/>
                <a:gd name="connsiteX160" fmla="*/ 193 w 10058"/>
                <a:gd name="connsiteY160" fmla="*/ 8255 h 10168"/>
                <a:gd name="connsiteX161" fmla="*/ 5 w 10058"/>
                <a:gd name="connsiteY161" fmla="*/ 8533 h 10168"/>
                <a:gd name="connsiteX162" fmla="*/ 153 w 10058"/>
                <a:gd name="connsiteY162" fmla="*/ 8630 h 10168"/>
                <a:gd name="connsiteX163" fmla="*/ 141 w 10058"/>
                <a:gd name="connsiteY163" fmla="*/ 8764 h 10168"/>
                <a:gd name="connsiteX0" fmla="*/ 141 w 10058"/>
                <a:gd name="connsiteY0" fmla="*/ 8794 h 10198"/>
                <a:gd name="connsiteX1" fmla="*/ 217 w 10058"/>
                <a:gd name="connsiteY1" fmla="*/ 8935 h 10198"/>
                <a:gd name="connsiteX2" fmla="*/ 90 w 10058"/>
                <a:gd name="connsiteY2" fmla="*/ 9239 h 10198"/>
                <a:gd name="connsiteX3" fmla="*/ 67 w 10058"/>
                <a:gd name="connsiteY3" fmla="*/ 9432 h 10198"/>
                <a:gd name="connsiteX4" fmla="*/ 47 w 10058"/>
                <a:gd name="connsiteY4" fmla="*/ 9667 h 10198"/>
                <a:gd name="connsiteX5" fmla="*/ 228 w 10058"/>
                <a:gd name="connsiteY5" fmla="*/ 9876 h 10198"/>
                <a:gd name="connsiteX6" fmla="*/ 326 w 10058"/>
                <a:gd name="connsiteY6" fmla="*/ 9876 h 10198"/>
                <a:gd name="connsiteX7" fmla="*/ 492 w 10058"/>
                <a:gd name="connsiteY7" fmla="*/ 9876 h 10198"/>
                <a:gd name="connsiteX8" fmla="*/ 629 w 10058"/>
                <a:gd name="connsiteY8" fmla="*/ 9876 h 10198"/>
                <a:gd name="connsiteX9" fmla="*/ 633 w 10058"/>
                <a:gd name="connsiteY9" fmla="*/ 10059 h 10198"/>
                <a:gd name="connsiteX10" fmla="*/ 1211 w 10058"/>
                <a:gd name="connsiteY10" fmla="*/ 10198 h 10198"/>
                <a:gd name="connsiteX11" fmla="*/ 1310 w 10058"/>
                <a:gd name="connsiteY11" fmla="*/ 10198 h 10198"/>
                <a:gd name="connsiteX12" fmla="*/ 1408 w 10058"/>
                <a:gd name="connsiteY12" fmla="*/ 10198 h 10198"/>
                <a:gd name="connsiteX13" fmla="*/ 1514 w 10058"/>
                <a:gd name="connsiteY13" fmla="*/ 10198 h 10198"/>
                <a:gd name="connsiteX14" fmla="*/ 1613 w 10058"/>
                <a:gd name="connsiteY14" fmla="*/ 10198 h 10198"/>
                <a:gd name="connsiteX15" fmla="*/ 1750 w 10058"/>
                <a:gd name="connsiteY15" fmla="*/ 10139 h 10198"/>
                <a:gd name="connsiteX16" fmla="*/ 1888 w 10058"/>
                <a:gd name="connsiteY16" fmla="*/ 10053 h 10198"/>
                <a:gd name="connsiteX17" fmla="*/ 2234 w 10058"/>
                <a:gd name="connsiteY17" fmla="*/ 10139 h 10198"/>
                <a:gd name="connsiteX18" fmla="*/ 2333 w 10058"/>
                <a:gd name="connsiteY18" fmla="*/ 10139 h 10198"/>
                <a:gd name="connsiteX19" fmla="*/ 2474 w 10058"/>
                <a:gd name="connsiteY19" fmla="*/ 10069 h 10198"/>
                <a:gd name="connsiteX20" fmla="*/ 2620 w 10058"/>
                <a:gd name="connsiteY20" fmla="*/ 10005 h 10198"/>
                <a:gd name="connsiteX21" fmla="*/ 2754 w 10058"/>
                <a:gd name="connsiteY21" fmla="*/ 10005 h 10198"/>
                <a:gd name="connsiteX22" fmla="*/ 2860 w 10058"/>
                <a:gd name="connsiteY22" fmla="*/ 10005 h 10198"/>
                <a:gd name="connsiteX23" fmla="*/ 2962 w 10058"/>
                <a:gd name="connsiteY23" fmla="*/ 10005 h 10198"/>
                <a:gd name="connsiteX24" fmla="*/ 3163 w 10058"/>
                <a:gd name="connsiteY24" fmla="*/ 10005 h 10198"/>
                <a:gd name="connsiteX25" fmla="*/ 3292 w 10058"/>
                <a:gd name="connsiteY25" fmla="*/ 10075 h 10198"/>
                <a:gd name="connsiteX26" fmla="*/ 3422 w 10058"/>
                <a:gd name="connsiteY26" fmla="*/ 10139 h 10198"/>
                <a:gd name="connsiteX27" fmla="*/ 3517 w 10058"/>
                <a:gd name="connsiteY27" fmla="*/ 10198 h 10198"/>
                <a:gd name="connsiteX28" fmla="*/ 3619 w 10058"/>
                <a:gd name="connsiteY28" fmla="*/ 10193 h 10198"/>
                <a:gd name="connsiteX29" fmla="*/ 3721 w 10058"/>
                <a:gd name="connsiteY29" fmla="*/ 10139 h 10198"/>
                <a:gd name="connsiteX30" fmla="*/ 3835 w 10058"/>
                <a:gd name="connsiteY30" fmla="*/ 10069 h 10198"/>
                <a:gd name="connsiteX31" fmla="*/ 3981 w 10058"/>
                <a:gd name="connsiteY31" fmla="*/ 10053 h 10198"/>
                <a:gd name="connsiteX32" fmla="*/ 4134 w 10058"/>
                <a:gd name="connsiteY32" fmla="*/ 10139 h 10198"/>
                <a:gd name="connsiteX33" fmla="*/ 4229 w 10058"/>
                <a:gd name="connsiteY33" fmla="*/ 10198 h 10198"/>
                <a:gd name="connsiteX34" fmla="*/ 4335 w 10058"/>
                <a:gd name="connsiteY34" fmla="*/ 10193 h 10198"/>
                <a:gd name="connsiteX35" fmla="*/ 4433 w 10058"/>
                <a:gd name="connsiteY35" fmla="*/ 10193 h 10198"/>
                <a:gd name="connsiteX36" fmla="*/ 4571 w 10058"/>
                <a:gd name="connsiteY36" fmla="*/ 10187 h 10198"/>
                <a:gd name="connsiteX37" fmla="*/ 4709 w 10058"/>
                <a:gd name="connsiteY37" fmla="*/ 10134 h 10198"/>
                <a:gd name="connsiteX38" fmla="*/ 4854 w 10058"/>
                <a:gd name="connsiteY38" fmla="*/ 10075 h 10198"/>
                <a:gd name="connsiteX39" fmla="*/ 5063 w 10058"/>
                <a:gd name="connsiteY39" fmla="*/ 10005 h 10198"/>
                <a:gd name="connsiteX40" fmla="*/ 5169 w 10058"/>
                <a:gd name="connsiteY40" fmla="*/ 10005 h 10198"/>
                <a:gd name="connsiteX41" fmla="*/ 5440 w 10058"/>
                <a:gd name="connsiteY41" fmla="*/ 10005 h 10198"/>
                <a:gd name="connsiteX42" fmla="*/ 5586 w 10058"/>
                <a:gd name="connsiteY42" fmla="*/ 9941 h 10198"/>
                <a:gd name="connsiteX43" fmla="*/ 5692 w 10058"/>
                <a:gd name="connsiteY43" fmla="*/ 9876 h 10198"/>
                <a:gd name="connsiteX44" fmla="*/ 5826 w 10058"/>
                <a:gd name="connsiteY44" fmla="*/ 9871 h 10198"/>
                <a:gd name="connsiteX45" fmla="*/ 5905 w 10058"/>
                <a:gd name="connsiteY45" fmla="*/ 9657 h 10198"/>
                <a:gd name="connsiteX46" fmla="*/ 6349 w 10058"/>
                <a:gd name="connsiteY46" fmla="*/ 9748 h 10198"/>
                <a:gd name="connsiteX47" fmla="*/ 6487 w 10058"/>
                <a:gd name="connsiteY47" fmla="*/ 9748 h 10198"/>
                <a:gd name="connsiteX48" fmla="*/ 6589 w 10058"/>
                <a:gd name="connsiteY48" fmla="*/ 9748 h 10198"/>
                <a:gd name="connsiteX49" fmla="*/ 6691 w 10058"/>
                <a:gd name="connsiteY49" fmla="*/ 9684 h 10198"/>
                <a:gd name="connsiteX50" fmla="*/ 6798 w 10058"/>
                <a:gd name="connsiteY50" fmla="*/ 9684 h 10198"/>
                <a:gd name="connsiteX51" fmla="*/ 6935 w 10058"/>
                <a:gd name="connsiteY51" fmla="*/ 9684 h 10198"/>
                <a:gd name="connsiteX52" fmla="*/ 7069 w 10058"/>
                <a:gd name="connsiteY52" fmla="*/ 9684 h 10198"/>
                <a:gd name="connsiteX53" fmla="*/ 7160 w 10058"/>
                <a:gd name="connsiteY53" fmla="*/ 9657 h 10198"/>
                <a:gd name="connsiteX54" fmla="*/ 7584 w 10058"/>
                <a:gd name="connsiteY54" fmla="*/ 9614 h 10198"/>
                <a:gd name="connsiteX55" fmla="*/ 7714 w 10058"/>
                <a:gd name="connsiteY55" fmla="*/ 9684 h 10198"/>
                <a:gd name="connsiteX56" fmla="*/ 7852 w 10058"/>
                <a:gd name="connsiteY56" fmla="*/ 9684 h 10198"/>
                <a:gd name="connsiteX57" fmla="*/ 8017 w 10058"/>
                <a:gd name="connsiteY57" fmla="*/ 9684 h 10198"/>
                <a:gd name="connsiteX58" fmla="*/ 8131 w 10058"/>
                <a:gd name="connsiteY58" fmla="*/ 9619 h 10198"/>
                <a:gd name="connsiteX59" fmla="*/ 8206 w 10058"/>
                <a:gd name="connsiteY59" fmla="*/ 9657 h 10198"/>
                <a:gd name="connsiteX60" fmla="*/ 8513 w 10058"/>
                <a:gd name="connsiteY60" fmla="*/ 9496 h 10198"/>
                <a:gd name="connsiteX61" fmla="*/ 8662 w 10058"/>
                <a:gd name="connsiteY61" fmla="*/ 9432 h 10198"/>
                <a:gd name="connsiteX62" fmla="*/ 8812 w 10058"/>
                <a:gd name="connsiteY62" fmla="*/ 9298 h 10198"/>
                <a:gd name="connsiteX63" fmla="*/ 8961 w 10058"/>
                <a:gd name="connsiteY63" fmla="*/ 9174 h 10198"/>
                <a:gd name="connsiteX64" fmla="*/ 9079 w 10058"/>
                <a:gd name="connsiteY64" fmla="*/ 8976 h 10198"/>
                <a:gd name="connsiteX65" fmla="*/ 9237 w 10058"/>
                <a:gd name="connsiteY65" fmla="*/ 8789 h 10198"/>
                <a:gd name="connsiteX66" fmla="*/ 9382 w 10058"/>
                <a:gd name="connsiteY66" fmla="*/ 8472 h 10198"/>
                <a:gd name="connsiteX67" fmla="*/ 9677 w 10058"/>
                <a:gd name="connsiteY67" fmla="*/ 7572 h 10198"/>
                <a:gd name="connsiteX68" fmla="*/ 9717 w 10058"/>
                <a:gd name="connsiteY68" fmla="*/ 7293 h 10198"/>
                <a:gd name="connsiteX69" fmla="*/ 9756 w 10058"/>
                <a:gd name="connsiteY69" fmla="*/ 6806 h 10198"/>
                <a:gd name="connsiteX70" fmla="*/ 9787 w 10058"/>
                <a:gd name="connsiteY70" fmla="*/ 6543 h 10198"/>
                <a:gd name="connsiteX71" fmla="*/ 9944 w 10058"/>
                <a:gd name="connsiteY71" fmla="*/ 6109 h 10198"/>
                <a:gd name="connsiteX72" fmla="*/ 9898 w 10058"/>
                <a:gd name="connsiteY72" fmla="*/ 5520 h 10198"/>
                <a:gd name="connsiteX73" fmla="*/ 10022 w 10058"/>
                <a:gd name="connsiteY73" fmla="*/ 5045 h 10198"/>
                <a:gd name="connsiteX74" fmla="*/ 9988 w 10058"/>
                <a:gd name="connsiteY74" fmla="*/ 4689 h 10198"/>
                <a:gd name="connsiteX75" fmla="*/ 10023 w 10058"/>
                <a:gd name="connsiteY75" fmla="*/ 4373 h 10198"/>
                <a:gd name="connsiteX76" fmla="*/ 10043 w 10058"/>
                <a:gd name="connsiteY76" fmla="*/ 4180 h 10198"/>
                <a:gd name="connsiteX77" fmla="*/ 10000 w 10058"/>
                <a:gd name="connsiteY77" fmla="*/ 3981 h 10198"/>
                <a:gd name="connsiteX78" fmla="*/ 9984 w 10058"/>
                <a:gd name="connsiteY78" fmla="*/ 3799 h 10198"/>
                <a:gd name="connsiteX79" fmla="*/ 10016 w 10058"/>
                <a:gd name="connsiteY79" fmla="*/ 3542 h 10198"/>
                <a:gd name="connsiteX80" fmla="*/ 10047 w 10058"/>
                <a:gd name="connsiteY80" fmla="*/ 3221 h 10198"/>
                <a:gd name="connsiteX81" fmla="*/ 9953 w 10058"/>
                <a:gd name="connsiteY81" fmla="*/ 2770 h 10198"/>
                <a:gd name="connsiteX82" fmla="*/ 9739 w 10058"/>
                <a:gd name="connsiteY82" fmla="*/ 2364 h 10198"/>
                <a:gd name="connsiteX83" fmla="*/ 9660 w 10058"/>
                <a:gd name="connsiteY83" fmla="*/ 1921 h 10198"/>
                <a:gd name="connsiteX84" fmla="*/ 9546 w 10058"/>
                <a:gd name="connsiteY84" fmla="*/ 1852 h 10198"/>
                <a:gd name="connsiteX85" fmla="*/ 9401 w 10058"/>
                <a:gd name="connsiteY85" fmla="*/ 1422 h 10198"/>
                <a:gd name="connsiteX86" fmla="*/ 9147 w 10058"/>
                <a:gd name="connsiteY86" fmla="*/ 1417 h 10198"/>
                <a:gd name="connsiteX87" fmla="*/ 8998 w 10058"/>
                <a:gd name="connsiteY87" fmla="*/ 1348 h 10198"/>
                <a:gd name="connsiteX88" fmla="*/ 8796 w 10058"/>
                <a:gd name="connsiteY88" fmla="*/ 1302 h 10198"/>
                <a:gd name="connsiteX89" fmla="*/ 8662 w 10058"/>
                <a:gd name="connsiteY89" fmla="*/ 1302 h 10198"/>
                <a:gd name="connsiteX90" fmla="*/ 8532 w 10058"/>
                <a:gd name="connsiteY90" fmla="*/ 1232 h 10198"/>
                <a:gd name="connsiteX91" fmla="*/ 8403 w 10058"/>
                <a:gd name="connsiteY91" fmla="*/ 1232 h 10198"/>
                <a:gd name="connsiteX92" fmla="*/ 8237 w 10058"/>
                <a:gd name="connsiteY92" fmla="*/ 1168 h 10198"/>
                <a:gd name="connsiteX93" fmla="*/ 8104 w 10058"/>
                <a:gd name="connsiteY93" fmla="*/ 986 h 10198"/>
                <a:gd name="connsiteX94" fmla="*/ 7663 w 10058"/>
                <a:gd name="connsiteY94" fmla="*/ 793 h 10198"/>
                <a:gd name="connsiteX95" fmla="*/ 7529 w 10058"/>
                <a:gd name="connsiteY95" fmla="*/ 787 h 10198"/>
                <a:gd name="connsiteX96" fmla="*/ 7474 w 10058"/>
                <a:gd name="connsiteY96" fmla="*/ 986 h 10198"/>
                <a:gd name="connsiteX97" fmla="*/ 7392 w 10058"/>
                <a:gd name="connsiteY97" fmla="*/ 793 h 10198"/>
                <a:gd name="connsiteX98" fmla="*/ 7191 w 10058"/>
                <a:gd name="connsiteY98" fmla="*/ 793 h 10198"/>
                <a:gd name="connsiteX99" fmla="*/ 7089 w 10058"/>
                <a:gd name="connsiteY99" fmla="*/ 787 h 10198"/>
                <a:gd name="connsiteX100" fmla="*/ 7057 w 10058"/>
                <a:gd name="connsiteY100" fmla="*/ 991 h 10198"/>
                <a:gd name="connsiteX101" fmla="*/ 6896 w 10058"/>
                <a:gd name="connsiteY101" fmla="*/ 664 h 10198"/>
                <a:gd name="connsiteX102" fmla="*/ 6762 w 10058"/>
                <a:gd name="connsiteY102" fmla="*/ 659 h 10198"/>
                <a:gd name="connsiteX103" fmla="*/ 6680 w 10058"/>
                <a:gd name="connsiteY103" fmla="*/ 595 h 10198"/>
                <a:gd name="connsiteX104" fmla="*/ 6282 w 10058"/>
                <a:gd name="connsiteY104" fmla="*/ 407 h 10198"/>
                <a:gd name="connsiteX105" fmla="*/ 6152 w 10058"/>
                <a:gd name="connsiteY105" fmla="*/ 337 h 10198"/>
                <a:gd name="connsiteX106" fmla="*/ 6097 w 10058"/>
                <a:gd name="connsiteY106" fmla="*/ 203 h 10198"/>
                <a:gd name="connsiteX107" fmla="*/ 5759 w 10058"/>
                <a:gd name="connsiteY107" fmla="*/ 219 h 10198"/>
                <a:gd name="connsiteX108" fmla="*/ 5558 w 10058"/>
                <a:gd name="connsiteY108" fmla="*/ 214 h 10198"/>
                <a:gd name="connsiteX109" fmla="*/ 5468 w 10058"/>
                <a:gd name="connsiteY109" fmla="*/ 203 h 10198"/>
                <a:gd name="connsiteX110" fmla="*/ 5248 w 10058"/>
                <a:gd name="connsiteY110" fmla="*/ 214 h 10198"/>
                <a:gd name="connsiteX111" fmla="*/ 5149 w 10058"/>
                <a:gd name="connsiteY111" fmla="*/ 219 h 10198"/>
                <a:gd name="connsiteX112" fmla="*/ 5055 w 10058"/>
                <a:gd name="connsiteY112" fmla="*/ 198 h 10198"/>
                <a:gd name="connsiteX113" fmla="*/ 4976 w 10058"/>
                <a:gd name="connsiteY113" fmla="*/ 219 h 10198"/>
                <a:gd name="connsiteX114" fmla="*/ 4612 w 10058"/>
                <a:gd name="connsiteY114" fmla="*/ 325 h 10198"/>
                <a:gd name="connsiteX115" fmla="*/ 4281 w 10058"/>
                <a:gd name="connsiteY115" fmla="*/ 402 h 10198"/>
                <a:gd name="connsiteX116" fmla="*/ 3922 w 10058"/>
                <a:gd name="connsiteY116" fmla="*/ 219 h 10198"/>
                <a:gd name="connsiteX117" fmla="*/ 3796 w 10058"/>
                <a:gd name="connsiteY117" fmla="*/ 203 h 10198"/>
                <a:gd name="connsiteX118" fmla="*/ 3588 w 10058"/>
                <a:gd name="connsiteY118" fmla="*/ 219 h 10198"/>
                <a:gd name="connsiteX119" fmla="*/ 3450 w 10058"/>
                <a:gd name="connsiteY119" fmla="*/ 219 h 10198"/>
                <a:gd name="connsiteX120" fmla="*/ 3379 w 10058"/>
                <a:gd name="connsiteY120" fmla="*/ 198 h 10198"/>
                <a:gd name="connsiteX121" fmla="*/ 3115 w 10058"/>
                <a:gd name="connsiteY121" fmla="*/ 219 h 10198"/>
                <a:gd name="connsiteX122" fmla="*/ 2978 w 10058"/>
                <a:gd name="connsiteY122" fmla="*/ 214 h 10198"/>
                <a:gd name="connsiteX123" fmla="*/ 2872 w 10058"/>
                <a:gd name="connsiteY123" fmla="*/ 219 h 10198"/>
                <a:gd name="connsiteX124" fmla="*/ 2754 w 10058"/>
                <a:gd name="connsiteY124" fmla="*/ 203 h 10198"/>
                <a:gd name="connsiteX125" fmla="*/ 2337 w 10058"/>
                <a:gd name="connsiteY125" fmla="*/ 203 h 10198"/>
                <a:gd name="connsiteX126" fmla="*/ 1959 w 10058"/>
                <a:gd name="connsiteY126" fmla="*/ 536 h 10198"/>
                <a:gd name="connsiteX127" fmla="*/ 1841 w 10058"/>
                <a:gd name="connsiteY127" fmla="*/ 664 h 10198"/>
                <a:gd name="connsiteX128" fmla="*/ 1739 w 10058"/>
                <a:gd name="connsiteY128" fmla="*/ 664 h 10198"/>
                <a:gd name="connsiteX129" fmla="*/ 1664 w 10058"/>
                <a:gd name="connsiteY129" fmla="*/ 595 h 10198"/>
                <a:gd name="connsiteX130" fmla="*/ 1499 w 10058"/>
                <a:gd name="connsiteY130" fmla="*/ 980 h 10198"/>
                <a:gd name="connsiteX131" fmla="*/ 1357 w 10058"/>
                <a:gd name="connsiteY131" fmla="*/ 1050 h 10198"/>
                <a:gd name="connsiteX132" fmla="*/ 1302 w 10058"/>
                <a:gd name="connsiteY132" fmla="*/ 1238 h 10198"/>
                <a:gd name="connsiteX133" fmla="*/ 1156 w 10058"/>
                <a:gd name="connsiteY133" fmla="*/ 1388 h 10198"/>
                <a:gd name="connsiteX134" fmla="*/ 1137 w 10058"/>
                <a:gd name="connsiteY134" fmla="*/ 1490 h 10198"/>
                <a:gd name="connsiteX135" fmla="*/ 1074 w 10058"/>
                <a:gd name="connsiteY135" fmla="*/ 1757 h 10198"/>
                <a:gd name="connsiteX136" fmla="*/ 948 w 10058"/>
                <a:gd name="connsiteY136" fmla="*/ 2015 h 10198"/>
                <a:gd name="connsiteX137" fmla="*/ 865 w 10058"/>
                <a:gd name="connsiteY137" fmla="*/ 2175 h 10198"/>
                <a:gd name="connsiteX138" fmla="*/ 869 w 10058"/>
                <a:gd name="connsiteY138" fmla="*/ 2711 h 10198"/>
                <a:gd name="connsiteX139" fmla="*/ 846 w 10058"/>
                <a:gd name="connsiteY139" fmla="*/ 2969 h 10198"/>
                <a:gd name="connsiteX140" fmla="*/ 885 w 10058"/>
                <a:gd name="connsiteY140" fmla="*/ 3280 h 10198"/>
                <a:gd name="connsiteX141" fmla="*/ 791 w 10058"/>
                <a:gd name="connsiteY141" fmla="*/ 3478 h 10198"/>
                <a:gd name="connsiteX142" fmla="*/ 692 w 10058"/>
                <a:gd name="connsiteY142" fmla="*/ 3751 h 10198"/>
                <a:gd name="connsiteX143" fmla="*/ 669 w 10058"/>
                <a:gd name="connsiteY143" fmla="*/ 4255 h 10198"/>
                <a:gd name="connsiteX144" fmla="*/ 558 w 10058"/>
                <a:gd name="connsiteY144" fmla="*/ 4308 h 10198"/>
                <a:gd name="connsiteX145" fmla="*/ 606 w 10058"/>
                <a:gd name="connsiteY145" fmla="*/ 4539 h 10198"/>
                <a:gd name="connsiteX146" fmla="*/ 539 w 10058"/>
                <a:gd name="connsiteY146" fmla="*/ 4507 h 10198"/>
                <a:gd name="connsiteX147" fmla="*/ 632 w 10058"/>
                <a:gd name="connsiteY147" fmla="*/ 4785 h 10198"/>
                <a:gd name="connsiteX148" fmla="*/ 562 w 10058"/>
                <a:gd name="connsiteY148" fmla="*/ 4882 h 10198"/>
                <a:gd name="connsiteX149" fmla="*/ 539 w 10058"/>
                <a:gd name="connsiteY149" fmla="*/ 5144 h 10198"/>
                <a:gd name="connsiteX150" fmla="*/ 476 w 10058"/>
                <a:gd name="connsiteY150" fmla="*/ 5718 h 10198"/>
                <a:gd name="connsiteX151" fmla="*/ 460 w 10058"/>
                <a:gd name="connsiteY151" fmla="*/ 5846 h 10198"/>
                <a:gd name="connsiteX152" fmla="*/ 433 w 10058"/>
                <a:gd name="connsiteY152" fmla="*/ 6114 h 10198"/>
                <a:gd name="connsiteX153" fmla="*/ 533 w 10058"/>
                <a:gd name="connsiteY153" fmla="*/ 6561 h 10198"/>
                <a:gd name="connsiteX154" fmla="*/ 350 w 10058"/>
                <a:gd name="connsiteY154" fmla="*/ 6870 h 10198"/>
                <a:gd name="connsiteX155" fmla="*/ 318 w 10058"/>
                <a:gd name="connsiteY155" fmla="*/ 7127 h 10198"/>
                <a:gd name="connsiteX156" fmla="*/ 295 w 10058"/>
                <a:gd name="connsiteY156" fmla="*/ 7379 h 10198"/>
                <a:gd name="connsiteX157" fmla="*/ 271 w 10058"/>
                <a:gd name="connsiteY157" fmla="*/ 7577 h 10198"/>
                <a:gd name="connsiteX158" fmla="*/ 142 w 10058"/>
                <a:gd name="connsiteY158" fmla="*/ 7555 h 10198"/>
                <a:gd name="connsiteX159" fmla="*/ 220 w 10058"/>
                <a:gd name="connsiteY159" fmla="*/ 8081 h 10198"/>
                <a:gd name="connsiteX160" fmla="*/ 193 w 10058"/>
                <a:gd name="connsiteY160" fmla="*/ 8285 h 10198"/>
                <a:gd name="connsiteX161" fmla="*/ 5 w 10058"/>
                <a:gd name="connsiteY161" fmla="*/ 8563 h 10198"/>
                <a:gd name="connsiteX162" fmla="*/ 153 w 10058"/>
                <a:gd name="connsiteY162" fmla="*/ 8660 h 10198"/>
                <a:gd name="connsiteX163" fmla="*/ 141 w 10058"/>
                <a:gd name="connsiteY163" fmla="*/ 8794 h 10198"/>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079 w 10058"/>
                <a:gd name="connsiteY64" fmla="*/ 8919 h 10141"/>
                <a:gd name="connsiteX65" fmla="*/ 9237 w 10058"/>
                <a:gd name="connsiteY65" fmla="*/ 8732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237 w 10058"/>
                <a:gd name="connsiteY65" fmla="*/ 8732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543 w 10058"/>
                <a:gd name="connsiteY65" fmla="*/ 9280 h 10141"/>
                <a:gd name="connsiteX66" fmla="*/ 9382 w 10058"/>
                <a:gd name="connsiteY66" fmla="*/ 8415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961 w 10058"/>
                <a:gd name="connsiteY63" fmla="*/ 9117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439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349 w 10058"/>
                <a:gd name="connsiteY46" fmla="*/ 9691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160 w 10058"/>
                <a:gd name="connsiteY53" fmla="*/ 960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8895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812 w 10058"/>
                <a:gd name="connsiteY62" fmla="*/ 9241 h 10141"/>
                <a:gd name="connsiteX63" fmla="*/ 9026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41"/>
                <a:gd name="connsiteX1" fmla="*/ 217 w 10058"/>
                <a:gd name="connsiteY1" fmla="*/ 8878 h 10141"/>
                <a:gd name="connsiteX2" fmla="*/ 90 w 10058"/>
                <a:gd name="connsiteY2" fmla="*/ 9182 h 10141"/>
                <a:gd name="connsiteX3" fmla="*/ 67 w 10058"/>
                <a:gd name="connsiteY3" fmla="*/ 9375 h 10141"/>
                <a:gd name="connsiteX4" fmla="*/ 47 w 10058"/>
                <a:gd name="connsiteY4" fmla="*/ 9610 h 10141"/>
                <a:gd name="connsiteX5" fmla="*/ 228 w 10058"/>
                <a:gd name="connsiteY5" fmla="*/ 9819 h 10141"/>
                <a:gd name="connsiteX6" fmla="*/ 326 w 10058"/>
                <a:gd name="connsiteY6" fmla="*/ 9819 h 10141"/>
                <a:gd name="connsiteX7" fmla="*/ 492 w 10058"/>
                <a:gd name="connsiteY7" fmla="*/ 9819 h 10141"/>
                <a:gd name="connsiteX8" fmla="*/ 629 w 10058"/>
                <a:gd name="connsiteY8" fmla="*/ 9819 h 10141"/>
                <a:gd name="connsiteX9" fmla="*/ 633 w 10058"/>
                <a:gd name="connsiteY9" fmla="*/ 10002 h 10141"/>
                <a:gd name="connsiteX10" fmla="*/ 1211 w 10058"/>
                <a:gd name="connsiteY10" fmla="*/ 10141 h 10141"/>
                <a:gd name="connsiteX11" fmla="*/ 1310 w 10058"/>
                <a:gd name="connsiteY11" fmla="*/ 10141 h 10141"/>
                <a:gd name="connsiteX12" fmla="*/ 1408 w 10058"/>
                <a:gd name="connsiteY12" fmla="*/ 10141 h 10141"/>
                <a:gd name="connsiteX13" fmla="*/ 1514 w 10058"/>
                <a:gd name="connsiteY13" fmla="*/ 10141 h 10141"/>
                <a:gd name="connsiteX14" fmla="*/ 1613 w 10058"/>
                <a:gd name="connsiteY14" fmla="*/ 10141 h 10141"/>
                <a:gd name="connsiteX15" fmla="*/ 1750 w 10058"/>
                <a:gd name="connsiteY15" fmla="*/ 10082 h 10141"/>
                <a:gd name="connsiteX16" fmla="*/ 1888 w 10058"/>
                <a:gd name="connsiteY16" fmla="*/ 9996 h 10141"/>
                <a:gd name="connsiteX17" fmla="*/ 2234 w 10058"/>
                <a:gd name="connsiteY17" fmla="*/ 10082 h 10141"/>
                <a:gd name="connsiteX18" fmla="*/ 2333 w 10058"/>
                <a:gd name="connsiteY18" fmla="*/ 10082 h 10141"/>
                <a:gd name="connsiteX19" fmla="*/ 2474 w 10058"/>
                <a:gd name="connsiteY19" fmla="*/ 10012 h 10141"/>
                <a:gd name="connsiteX20" fmla="*/ 2620 w 10058"/>
                <a:gd name="connsiteY20" fmla="*/ 9948 h 10141"/>
                <a:gd name="connsiteX21" fmla="*/ 2754 w 10058"/>
                <a:gd name="connsiteY21" fmla="*/ 9948 h 10141"/>
                <a:gd name="connsiteX22" fmla="*/ 2860 w 10058"/>
                <a:gd name="connsiteY22" fmla="*/ 9948 h 10141"/>
                <a:gd name="connsiteX23" fmla="*/ 2962 w 10058"/>
                <a:gd name="connsiteY23" fmla="*/ 9948 h 10141"/>
                <a:gd name="connsiteX24" fmla="*/ 3163 w 10058"/>
                <a:gd name="connsiteY24" fmla="*/ 9948 h 10141"/>
                <a:gd name="connsiteX25" fmla="*/ 3292 w 10058"/>
                <a:gd name="connsiteY25" fmla="*/ 10018 h 10141"/>
                <a:gd name="connsiteX26" fmla="*/ 3422 w 10058"/>
                <a:gd name="connsiteY26" fmla="*/ 10082 h 10141"/>
                <a:gd name="connsiteX27" fmla="*/ 3517 w 10058"/>
                <a:gd name="connsiteY27" fmla="*/ 10141 h 10141"/>
                <a:gd name="connsiteX28" fmla="*/ 3619 w 10058"/>
                <a:gd name="connsiteY28" fmla="*/ 10136 h 10141"/>
                <a:gd name="connsiteX29" fmla="*/ 3721 w 10058"/>
                <a:gd name="connsiteY29" fmla="*/ 10082 h 10141"/>
                <a:gd name="connsiteX30" fmla="*/ 3835 w 10058"/>
                <a:gd name="connsiteY30" fmla="*/ 10012 h 10141"/>
                <a:gd name="connsiteX31" fmla="*/ 3981 w 10058"/>
                <a:gd name="connsiteY31" fmla="*/ 9996 h 10141"/>
                <a:gd name="connsiteX32" fmla="*/ 4134 w 10058"/>
                <a:gd name="connsiteY32" fmla="*/ 10082 h 10141"/>
                <a:gd name="connsiteX33" fmla="*/ 4229 w 10058"/>
                <a:gd name="connsiteY33" fmla="*/ 10141 h 10141"/>
                <a:gd name="connsiteX34" fmla="*/ 4335 w 10058"/>
                <a:gd name="connsiteY34" fmla="*/ 10136 h 10141"/>
                <a:gd name="connsiteX35" fmla="*/ 4433 w 10058"/>
                <a:gd name="connsiteY35" fmla="*/ 10136 h 10141"/>
                <a:gd name="connsiteX36" fmla="*/ 4571 w 10058"/>
                <a:gd name="connsiteY36" fmla="*/ 10130 h 10141"/>
                <a:gd name="connsiteX37" fmla="*/ 4709 w 10058"/>
                <a:gd name="connsiteY37" fmla="*/ 10077 h 10141"/>
                <a:gd name="connsiteX38" fmla="*/ 4854 w 10058"/>
                <a:gd name="connsiteY38" fmla="*/ 10018 h 10141"/>
                <a:gd name="connsiteX39" fmla="*/ 5063 w 10058"/>
                <a:gd name="connsiteY39" fmla="*/ 9948 h 10141"/>
                <a:gd name="connsiteX40" fmla="*/ 5169 w 10058"/>
                <a:gd name="connsiteY40" fmla="*/ 9948 h 10141"/>
                <a:gd name="connsiteX41" fmla="*/ 5440 w 10058"/>
                <a:gd name="connsiteY41" fmla="*/ 9948 h 10141"/>
                <a:gd name="connsiteX42" fmla="*/ 5586 w 10058"/>
                <a:gd name="connsiteY42" fmla="*/ 9884 h 10141"/>
                <a:gd name="connsiteX43" fmla="*/ 5692 w 10058"/>
                <a:gd name="connsiteY43" fmla="*/ 9819 h 10141"/>
                <a:gd name="connsiteX44" fmla="*/ 5826 w 10058"/>
                <a:gd name="connsiteY44" fmla="*/ 9814 h 10141"/>
                <a:gd name="connsiteX45" fmla="*/ 5905 w 10058"/>
                <a:gd name="connsiteY45" fmla="*/ 9600 h 10141"/>
                <a:gd name="connsiteX46" fmla="*/ 6119 w 10058"/>
                <a:gd name="connsiteY46" fmla="*/ 9782 h 10141"/>
                <a:gd name="connsiteX47" fmla="*/ 6487 w 10058"/>
                <a:gd name="connsiteY47" fmla="*/ 9691 h 10141"/>
                <a:gd name="connsiteX48" fmla="*/ 6589 w 10058"/>
                <a:gd name="connsiteY48" fmla="*/ 9691 h 10141"/>
                <a:gd name="connsiteX49" fmla="*/ 6691 w 10058"/>
                <a:gd name="connsiteY49" fmla="*/ 9627 h 10141"/>
                <a:gd name="connsiteX50" fmla="*/ 6798 w 10058"/>
                <a:gd name="connsiteY50" fmla="*/ 9627 h 10141"/>
                <a:gd name="connsiteX51" fmla="*/ 6935 w 10058"/>
                <a:gd name="connsiteY51" fmla="*/ 9627 h 10141"/>
                <a:gd name="connsiteX52" fmla="*/ 7069 w 10058"/>
                <a:gd name="connsiteY52" fmla="*/ 9627 h 10141"/>
                <a:gd name="connsiteX53" fmla="*/ 7313 w 10058"/>
                <a:gd name="connsiteY53" fmla="*/ 9630 h 10141"/>
                <a:gd name="connsiteX54" fmla="*/ 7584 w 10058"/>
                <a:gd name="connsiteY54" fmla="*/ 9557 h 10141"/>
                <a:gd name="connsiteX55" fmla="*/ 7714 w 10058"/>
                <a:gd name="connsiteY55" fmla="*/ 9627 h 10141"/>
                <a:gd name="connsiteX56" fmla="*/ 7852 w 10058"/>
                <a:gd name="connsiteY56" fmla="*/ 9627 h 10141"/>
                <a:gd name="connsiteX57" fmla="*/ 8017 w 10058"/>
                <a:gd name="connsiteY57" fmla="*/ 9627 h 10141"/>
                <a:gd name="connsiteX58" fmla="*/ 8131 w 10058"/>
                <a:gd name="connsiteY58" fmla="*/ 9562 h 10141"/>
                <a:gd name="connsiteX59" fmla="*/ 8206 w 10058"/>
                <a:gd name="connsiteY59" fmla="*/ 9600 h 10141"/>
                <a:gd name="connsiteX60" fmla="*/ 8513 w 10058"/>
                <a:gd name="connsiteY60" fmla="*/ 9622 h 10141"/>
                <a:gd name="connsiteX61" fmla="*/ 8662 w 10058"/>
                <a:gd name="connsiteY61" fmla="*/ 9375 h 10141"/>
                <a:gd name="connsiteX62" fmla="*/ 8779 w 10058"/>
                <a:gd name="connsiteY62" fmla="*/ 9454 h 10141"/>
                <a:gd name="connsiteX63" fmla="*/ 9026 w 10058"/>
                <a:gd name="connsiteY63" fmla="*/ 9391 h 10141"/>
                <a:gd name="connsiteX64" fmla="*/ 9188 w 10058"/>
                <a:gd name="connsiteY64" fmla="*/ 9437 h 10141"/>
                <a:gd name="connsiteX65" fmla="*/ 9543 w 10058"/>
                <a:gd name="connsiteY65" fmla="*/ 9280 h 10141"/>
                <a:gd name="connsiteX66" fmla="*/ 9677 w 10058"/>
                <a:gd name="connsiteY66" fmla="*/ 8506 h 10141"/>
                <a:gd name="connsiteX67" fmla="*/ 9677 w 10058"/>
                <a:gd name="connsiteY67" fmla="*/ 7515 h 10141"/>
                <a:gd name="connsiteX68" fmla="*/ 9717 w 10058"/>
                <a:gd name="connsiteY68" fmla="*/ 7236 h 10141"/>
                <a:gd name="connsiteX69" fmla="*/ 9756 w 10058"/>
                <a:gd name="connsiteY69" fmla="*/ 6749 h 10141"/>
                <a:gd name="connsiteX70" fmla="*/ 9787 w 10058"/>
                <a:gd name="connsiteY70" fmla="*/ 6486 h 10141"/>
                <a:gd name="connsiteX71" fmla="*/ 9944 w 10058"/>
                <a:gd name="connsiteY71" fmla="*/ 6052 h 10141"/>
                <a:gd name="connsiteX72" fmla="*/ 9898 w 10058"/>
                <a:gd name="connsiteY72" fmla="*/ 5463 h 10141"/>
                <a:gd name="connsiteX73" fmla="*/ 10022 w 10058"/>
                <a:gd name="connsiteY73" fmla="*/ 4988 h 10141"/>
                <a:gd name="connsiteX74" fmla="*/ 9988 w 10058"/>
                <a:gd name="connsiteY74" fmla="*/ 4632 h 10141"/>
                <a:gd name="connsiteX75" fmla="*/ 10023 w 10058"/>
                <a:gd name="connsiteY75" fmla="*/ 4316 h 10141"/>
                <a:gd name="connsiteX76" fmla="*/ 10043 w 10058"/>
                <a:gd name="connsiteY76" fmla="*/ 4123 h 10141"/>
                <a:gd name="connsiteX77" fmla="*/ 10000 w 10058"/>
                <a:gd name="connsiteY77" fmla="*/ 3924 h 10141"/>
                <a:gd name="connsiteX78" fmla="*/ 9984 w 10058"/>
                <a:gd name="connsiteY78" fmla="*/ 3742 h 10141"/>
                <a:gd name="connsiteX79" fmla="*/ 10016 w 10058"/>
                <a:gd name="connsiteY79" fmla="*/ 3485 h 10141"/>
                <a:gd name="connsiteX80" fmla="*/ 10047 w 10058"/>
                <a:gd name="connsiteY80" fmla="*/ 3164 h 10141"/>
                <a:gd name="connsiteX81" fmla="*/ 9953 w 10058"/>
                <a:gd name="connsiteY81" fmla="*/ 2713 h 10141"/>
                <a:gd name="connsiteX82" fmla="*/ 9739 w 10058"/>
                <a:gd name="connsiteY82" fmla="*/ 2307 h 10141"/>
                <a:gd name="connsiteX83" fmla="*/ 9660 w 10058"/>
                <a:gd name="connsiteY83" fmla="*/ 1864 h 10141"/>
                <a:gd name="connsiteX84" fmla="*/ 9546 w 10058"/>
                <a:gd name="connsiteY84" fmla="*/ 1795 h 10141"/>
                <a:gd name="connsiteX85" fmla="*/ 9401 w 10058"/>
                <a:gd name="connsiteY85" fmla="*/ 1365 h 10141"/>
                <a:gd name="connsiteX86" fmla="*/ 9147 w 10058"/>
                <a:gd name="connsiteY86" fmla="*/ 1360 h 10141"/>
                <a:gd name="connsiteX87" fmla="*/ 8998 w 10058"/>
                <a:gd name="connsiteY87" fmla="*/ 1291 h 10141"/>
                <a:gd name="connsiteX88" fmla="*/ 8796 w 10058"/>
                <a:gd name="connsiteY88" fmla="*/ 1245 h 10141"/>
                <a:gd name="connsiteX89" fmla="*/ 8662 w 10058"/>
                <a:gd name="connsiteY89" fmla="*/ 1245 h 10141"/>
                <a:gd name="connsiteX90" fmla="*/ 8532 w 10058"/>
                <a:gd name="connsiteY90" fmla="*/ 1175 h 10141"/>
                <a:gd name="connsiteX91" fmla="*/ 8403 w 10058"/>
                <a:gd name="connsiteY91" fmla="*/ 1175 h 10141"/>
                <a:gd name="connsiteX92" fmla="*/ 8237 w 10058"/>
                <a:gd name="connsiteY92" fmla="*/ 1111 h 10141"/>
                <a:gd name="connsiteX93" fmla="*/ 8104 w 10058"/>
                <a:gd name="connsiteY93" fmla="*/ 929 h 10141"/>
                <a:gd name="connsiteX94" fmla="*/ 7663 w 10058"/>
                <a:gd name="connsiteY94" fmla="*/ 736 h 10141"/>
                <a:gd name="connsiteX95" fmla="*/ 7529 w 10058"/>
                <a:gd name="connsiteY95" fmla="*/ 730 h 10141"/>
                <a:gd name="connsiteX96" fmla="*/ 7474 w 10058"/>
                <a:gd name="connsiteY96" fmla="*/ 929 h 10141"/>
                <a:gd name="connsiteX97" fmla="*/ 7392 w 10058"/>
                <a:gd name="connsiteY97" fmla="*/ 736 h 10141"/>
                <a:gd name="connsiteX98" fmla="*/ 7191 w 10058"/>
                <a:gd name="connsiteY98" fmla="*/ 736 h 10141"/>
                <a:gd name="connsiteX99" fmla="*/ 7089 w 10058"/>
                <a:gd name="connsiteY99" fmla="*/ 730 h 10141"/>
                <a:gd name="connsiteX100" fmla="*/ 7057 w 10058"/>
                <a:gd name="connsiteY100" fmla="*/ 934 h 10141"/>
                <a:gd name="connsiteX101" fmla="*/ 6896 w 10058"/>
                <a:gd name="connsiteY101" fmla="*/ 607 h 10141"/>
                <a:gd name="connsiteX102" fmla="*/ 6762 w 10058"/>
                <a:gd name="connsiteY102" fmla="*/ 602 h 10141"/>
                <a:gd name="connsiteX103" fmla="*/ 6680 w 10058"/>
                <a:gd name="connsiteY103" fmla="*/ 538 h 10141"/>
                <a:gd name="connsiteX104" fmla="*/ 6282 w 10058"/>
                <a:gd name="connsiteY104" fmla="*/ 350 h 10141"/>
                <a:gd name="connsiteX105" fmla="*/ 6152 w 10058"/>
                <a:gd name="connsiteY105" fmla="*/ 280 h 10141"/>
                <a:gd name="connsiteX106" fmla="*/ 6097 w 10058"/>
                <a:gd name="connsiteY106" fmla="*/ 146 h 10141"/>
                <a:gd name="connsiteX107" fmla="*/ 5759 w 10058"/>
                <a:gd name="connsiteY107" fmla="*/ 162 h 10141"/>
                <a:gd name="connsiteX108" fmla="*/ 5558 w 10058"/>
                <a:gd name="connsiteY108" fmla="*/ 157 h 10141"/>
                <a:gd name="connsiteX109" fmla="*/ 5468 w 10058"/>
                <a:gd name="connsiteY109" fmla="*/ 146 h 10141"/>
                <a:gd name="connsiteX110" fmla="*/ 5248 w 10058"/>
                <a:gd name="connsiteY110" fmla="*/ 157 h 10141"/>
                <a:gd name="connsiteX111" fmla="*/ 5149 w 10058"/>
                <a:gd name="connsiteY111" fmla="*/ 162 h 10141"/>
                <a:gd name="connsiteX112" fmla="*/ 5055 w 10058"/>
                <a:gd name="connsiteY112" fmla="*/ 141 h 10141"/>
                <a:gd name="connsiteX113" fmla="*/ 4976 w 10058"/>
                <a:gd name="connsiteY113" fmla="*/ 162 h 10141"/>
                <a:gd name="connsiteX114" fmla="*/ 4612 w 10058"/>
                <a:gd name="connsiteY114" fmla="*/ 268 h 10141"/>
                <a:gd name="connsiteX115" fmla="*/ 4281 w 10058"/>
                <a:gd name="connsiteY115" fmla="*/ 345 h 10141"/>
                <a:gd name="connsiteX116" fmla="*/ 3922 w 10058"/>
                <a:gd name="connsiteY116" fmla="*/ 162 h 10141"/>
                <a:gd name="connsiteX117" fmla="*/ 3796 w 10058"/>
                <a:gd name="connsiteY117" fmla="*/ 146 h 10141"/>
                <a:gd name="connsiteX118" fmla="*/ 3588 w 10058"/>
                <a:gd name="connsiteY118" fmla="*/ 162 h 10141"/>
                <a:gd name="connsiteX119" fmla="*/ 3450 w 10058"/>
                <a:gd name="connsiteY119" fmla="*/ 162 h 10141"/>
                <a:gd name="connsiteX120" fmla="*/ 3379 w 10058"/>
                <a:gd name="connsiteY120" fmla="*/ 141 h 10141"/>
                <a:gd name="connsiteX121" fmla="*/ 3115 w 10058"/>
                <a:gd name="connsiteY121" fmla="*/ 162 h 10141"/>
                <a:gd name="connsiteX122" fmla="*/ 2978 w 10058"/>
                <a:gd name="connsiteY122" fmla="*/ 157 h 10141"/>
                <a:gd name="connsiteX123" fmla="*/ 2872 w 10058"/>
                <a:gd name="connsiteY123" fmla="*/ 162 h 10141"/>
                <a:gd name="connsiteX124" fmla="*/ 2754 w 10058"/>
                <a:gd name="connsiteY124" fmla="*/ 146 h 10141"/>
                <a:gd name="connsiteX125" fmla="*/ 2337 w 10058"/>
                <a:gd name="connsiteY125" fmla="*/ 146 h 10141"/>
                <a:gd name="connsiteX126" fmla="*/ 1959 w 10058"/>
                <a:gd name="connsiteY126" fmla="*/ 479 h 10141"/>
                <a:gd name="connsiteX127" fmla="*/ 1841 w 10058"/>
                <a:gd name="connsiteY127" fmla="*/ 607 h 10141"/>
                <a:gd name="connsiteX128" fmla="*/ 1739 w 10058"/>
                <a:gd name="connsiteY128" fmla="*/ 607 h 10141"/>
                <a:gd name="connsiteX129" fmla="*/ 1664 w 10058"/>
                <a:gd name="connsiteY129" fmla="*/ 538 h 10141"/>
                <a:gd name="connsiteX130" fmla="*/ 1499 w 10058"/>
                <a:gd name="connsiteY130" fmla="*/ 923 h 10141"/>
                <a:gd name="connsiteX131" fmla="*/ 1357 w 10058"/>
                <a:gd name="connsiteY131" fmla="*/ 993 h 10141"/>
                <a:gd name="connsiteX132" fmla="*/ 1302 w 10058"/>
                <a:gd name="connsiteY132" fmla="*/ 1181 h 10141"/>
                <a:gd name="connsiteX133" fmla="*/ 1156 w 10058"/>
                <a:gd name="connsiteY133" fmla="*/ 1331 h 10141"/>
                <a:gd name="connsiteX134" fmla="*/ 1137 w 10058"/>
                <a:gd name="connsiteY134" fmla="*/ 1433 h 10141"/>
                <a:gd name="connsiteX135" fmla="*/ 1074 w 10058"/>
                <a:gd name="connsiteY135" fmla="*/ 1700 h 10141"/>
                <a:gd name="connsiteX136" fmla="*/ 948 w 10058"/>
                <a:gd name="connsiteY136" fmla="*/ 1958 h 10141"/>
                <a:gd name="connsiteX137" fmla="*/ 865 w 10058"/>
                <a:gd name="connsiteY137" fmla="*/ 2118 h 10141"/>
                <a:gd name="connsiteX138" fmla="*/ 869 w 10058"/>
                <a:gd name="connsiteY138" fmla="*/ 2654 h 10141"/>
                <a:gd name="connsiteX139" fmla="*/ 846 w 10058"/>
                <a:gd name="connsiteY139" fmla="*/ 2912 h 10141"/>
                <a:gd name="connsiteX140" fmla="*/ 885 w 10058"/>
                <a:gd name="connsiteY140" fmla="*/ 3223 h 10141"/>
                <a:gd name="connsiteX141" fmla="*/ 791 w 10058"/>
                <a:gd name="connsiteY141" fmla="*/ 3421 h 10141"/>
                <a:gd name="connsiteX142" fmla="*/ 692 w 10058"/>
                <a:gd name="connsiteY142" fmla="*/ 3694 h 10141"/>
                <a:gd name="connsiteX143" fmla="*/ 669 w 10058"/>
                <a:gd name="connsiteY143" fmla="*/ 4198 h 10141"/>
                <a:gd name="connsiteX144" fmla="*/ 558 w 10058"/>
                <a:gd name="connsiteY144" fmla="*/ 4251 h 10141"/>
                <a:gd name="connsiteX145" fmla="*/ 606 w 10058"/>
                <a:gd name="connsiteY145" fmla="*/ 4482 h 10141"/>
                <a:gd name="connsiteX146" fmla="*/ 539 w 10058"/>
                <a:gd name="connsiteY146" fmla="*/ 4450 h 10141"/>
                <a:gd name="connsiteX147" fmla="*/ 632 w 10058"/>
                <a:gd name="connsiteY147" fmla="*/ 4728 h 10141"/>
                <a:gd name="connsiteX148" fmla="*/ 562 w 10058"/>
                <a:gd name="connsiteY148" fmla="*/ 4825 h 10141"/>
                <a:gd name="connsiteX149" fmla="*/ 539 w 10058"/>
                <a:gd name="connsiteY149" fmla="*/ 5087 h 10141"/>
                <a:gd name="connsiteX150" fmla="*/ 476 w 10058"/>
                <a:gd name="connsiteY150" fmla="*/ 5661 h 10141"/>
                <a:gd name="connsiteX151" fmla="*/ 460 w 10058"/>
                <a:gd name="connsiteY151" fmla="*/ 5789 h 10141"/>
                <a:gd name="connsiteX152" fmla="*/ 433 w 10058"/>
                <a:gd name="connsiteY152" fmla="*/ 6057 h 10141"/>
                <a:gd name="connsiteX153" fmla="*/ 533 w 10058"/>
                <a:gd name="connsiteY153" fmla="*/ 6504 h 10141"/>
                <a:gd name="connsiteX154" fmla="*/ 350 w 10058"/>
                <a:gd name="connsiteY154" fmla="*/ 6813 h 10141"/>
                <a:gd name="connsiteX155" fmla="*/ 318 w 10058"/>
                <a:gd name="connsiteY155" fmla="*/ 7070 h 10141"/>
                <a:gd name="connsiteX156" fmla="*/ 295 w 10058"/>
                <a:gd name="connsiteY156" fmla="*/ 7322 h 10141"/>
                <a:gd name="connsiteX157" fmla="*/ 271 w 10058"/>
                <a:gd name="connsiteY157" fmla="*/ 7520 h 10141"/>
                <a:gd name="connsiteX158" fmla="*/ 142 w 10058"/>
                <a:gd name="connsiteY158" fmla="*/ 7498 h 10141"/>
                <a:gd name="connsiteX159" fmla="*/ 220 w 10058"/>
                <a:gd name="connsiteY159" fmla="*/ 8024 h 10141"/>
                <a:gd name="connsiteX160" fmla="*/ 193 w 10058"/>
                <a:gd name="connsiteY160" fmla="*/ 8228 h 10141"/>
                <a:gd name="connsiteX161" fmla="*/ 5 w 10058"/>
                <a:gd name="connsiteY161" fmla="*/ 8506 h 10141"/>
                <a:gd name="connsiteX162" fmla="*/ 153 w 10058"/>
                <a:gd name="connsiteY162" fmla="*/ 8603 h 10141"/>
                <a:gd name="connsiteX163" fmla="*/ 141 w 10058"/>
                <a:gd name="connsiteY163" fmla="*/ 8737 h 10141"/>
                <a:gd name="connsiteX0" fmla="*/ 141 w 10058"/>
                <a:gd name="connsiteY0" fmla="*/ 8737 h 10182"/>
                <a:gd name="connsiteX1" fmla="*/ 217 w 10058"/>
                <a:gd name="connsiteY1" fmla="*/ 8878 h 10182"/>
                <a:gd name="connsiteX2" fmla="*/ 90 w 10058"/>
                <a:gd name="connsiteY2" fmla="*/ 9182 h 10182"/>
                <a:gd name="connsiteX3" fmla="*/ 67 w 10058"/>
                <a:gd name="connsiteY3" fmla="*/ 9375 h 10182"/>
                <a:gd name="connsiteX4" fmla="*/ 47 w 10058"/>
                <a:gd name="connsiteY4" fmla="*/ 9610 h 10182"/>
                <a:gd name="connsiteX5" fmla="*/ 228 w 10058"/>
                <a:gd name="connsiteY5" fmla="*/ 9819 h 10182"/>
                <a:gd name="connsiteX6" fmla="*/ 326 w 10058"/>
                <a:gd name="connsiteY6" fmla="*/ 9819 h 10182"/>
                <a:gd name="connsiteX7" fmla="*/ 492 w 10058"/>
                <a:gd name="connsiteY7" fmla="*/ 9819 h 10182"/>
                <a:gd name="connsiteX8" fmla="*/ 629 w 10058"/>
                <a:gd name="connsiteY8" fmla="*/ 9819 h 10182"/>
                <a:gd name="connsiteX9" fmla="*/ 633 w 10058"/>
                <a:gd name="connsiteY9" fmla="*/ 10002 h 10182"/>
                <a:gd name="connsiteX10" fmla="*/ 938 w 10058"/>
                <a:gd name="connsiteY10" fmla="*/ 9897 h 10182"/>
                <a:gd name="connsiteX11" fmla="*/ 1310 w 10058"/>
                <a:gd name="connsiteY11" fmla="*/ 10141 h 10182"/>
                <a:gd name="connsiteX12" fmla="*/ 1408 w 10058"/>
                <a:gd name="connsiteY12" fmla="*/ 10141 h 10182"/>
                <a:gd name="connsiteX13" fmla="*/ 1514 w 10058"/>
                <a:gd name="connsiteY13" fmla="*/ 10141 h 10182"/>
                <a:gd name="connsiteX14" fmla="*/ 1613 w 10058"/>
                <a:gd name="connsiteY14" fmla="*/ 10141 h 10182"/>
                <a:gd name="connsiteX15" fmla="*/ 1750 w 10058"/>
                <a:gd name="connsiteY15" fmla="*/ 10082 h 10182"/>
                <a:gd name="connsiteX16" fmla="*/ 1888 w 10058"/>
                <a:gd name="connsiteY16" fmla="*/ 9996 h 10182"/>
                <a:gd name="connsiteX17" fmla="*/ 2234 w 10058"/>
                <a:gd name="connsiteY17" fmla="*/ 10082 h 10182"/>
                <a:gd name="connsiteX18" fmla="*/ 2333 w 10058"/>
                <a:gd name="connsiteY18" fmla="*/ 10082 h 10182"/>
                <a:gd name="connsiteX19" fmla="*/ 2474 w 10058"/>
                <a:gd name="connsiteY19" fmla="*/ 10012 h 10182"/>
                <a:gd name="connsiteX20" fmla="*/ 2620 w 10058"/>
                <a:gd name="connsiteY20" fmla="*/ 9948 h 10182"/>
                <a:gd name="connsiteX21" fmla="*/ 2754 w 10058"/>
                <a:gd name="connsiteY21" fmla="*/ 9948 h 10182"/>
                <a:gd name="connsiteX22" fmla="*/ 2860 w 10058"/>
                <a:gd name="connsiteY22" fmla="*/ 9948 h 10182"/>
                <a:gd name="connsiteX23" fmla="*/ 2962 w 10058"/>
                <a:gd name="connsiteY23" fmla="*/ 9948 h 10182"/>
                <a:gd name="connsiteX24" fmla="*/ 3163 w 10058"/>
                <a:gd name="connsiteY24" fmla="*/ 9948 h 10182"/>
                <a:gd name="connsiteX25" fmla="*/ 3292 w 10058"/>
                <a:gd name="connsiteY25" fmla="*/ 10018 h 10182"/>
                <a:gd name="connsiteX26" fmla="*/ 3422 w 10058"/>
                <a:gd name="connsiteY26" fmla="*/ 10082 h 10182"/>
                <a:gd name="connsiteX27" fmla="*/ 3517 w 10058"/>
                <a:gd name="connsiteY27" fmla="*/ 10141 h 10182"/>
                <a:gd name="connsiteX28" fmla="*/ 3619 w 10058"/>
                <a:gd name="connsiteY28" fmla="*/ 10136 h 10182"/>
                <a:gd name="connsiteX29" fmla="*/ 3721 w 10058"/>
                <a:gd name="connsiteY29" fmla="*/ 10082 h 10182"/>
                <a:gd name="connsiteX30" fmla="*/ 3835 w 10058"/>
                <a:gd name="connsiteY30" fmla="*/ 10012 h 10182"/>
                <a:gd name="connsiteX31" fmla="*/ 3981 w 10058"/>
                <a:gd name="connsiteY31" fmla="*/ 9996 h 10182"/>
                <a:gd name="connsiteX32" fmla="*/ 4134 w 10058"/>
                <a:gd name="connsiteY32" fmla="*/ 10082 h 10182"/>
                <a:gd name="connsiteX33" fmla="*/ 4229 w 10058"/>
                <a:gd name="connsiteY33" fmla="*/ 10141 h 10182"/>
                <a:gd name="connsiteX34" fmla="*/ 4335 w 10058"/>
                <a:gd name="connsiteY34" fmla="*/ 10136 h 10182"/>
                <a:gd name="connsiteX35" fmla="*/ 4433 w 10058"/>
                <a:gd name="connsiteY35" fmla="*/ 10136 h 10182"/>
                <a:gd name="connsiteX36" fmla="*/ 4571 w 10058"/>
                <a:gd name="connsiteY36" fmla="*/ 10130 h 10182"/>
                <a:gd name="connsiteX37" fmla="*/ 4709 w 10058"/>
                <a:gd name="connsiteY37" fmla="*/ 10077 h 10182"/>
                <a:gd name="connsiteX38" fmla="*/ 4854 w 10058"/>
                <a:gd name="connsiteY38" fmla="*/ 10018 h 10182"/>
                <a:gd name="connsiteX39" fmla="*/ 5063 w 10058"/>
                <a:gd name="connsiteY39" fmla="*/ 9948 h 10182"/>
                <a:gd name="connsiteX40" fmla="*/ 5169 w 10058"/>
                <a:gd name="connsiteY40" fmla="*/ 9948 h 10182"/>
                <a:gd name="connsiteX41" fmla="*/ 5440 w 10058"/>
                <a:gd name="connsiteY41" fmla="*/ 9948 h 10182"/>
                <a:gd name="connsiteX42" fmla="*/ 5586 w 10058"/>
                <a:gd name="connsiteY42" fmla="*/ 9884 h 10182"/>
                <a:gd name="connsiteX43" fmla="*/ 5692 w 10058"/>
                <a:gd name="connsiteY43" fmla="*/ 9819 h 10182"/>
                <a:gd name="connsiteX44" fmla="*/ 5826 w 10058"/>
                <a:gd name="connsiteY44" fmla="*/ 9814 h 10182"/>
                <a:gd name="connsiteX45" fmla="*/ 5905 w 10058"/>
                <a:gd name="connsiteY45" fmla="*/ 9600 h 10182"/>
                <a:gd name="connsiteX46" fmla="*/ 6119 w 10058"/>
                <a:gd name="connsiteY46" fmla="*/ 9782 h 10182"/>
                <a:gd name="connsiteX47" fmla="*/ 6487 w 10058"/>
                <a:gd name="connsiteY47" fmla="*/ 9691 h 10182"/>
                <a:gd name="connsiteX48" fmla="*/ 6589 w 10058"/>
                <a:gd name="connsiteY48" fmla="*/ 9691 h 10182"/>
                <a:gd name="connsiteX49" fmla="*/ 6691 w 10058"/>
                <a:gd name="connsiteY49" fmla="*/ 9627 h 10182"/>
                <a:gd name="connsiteX50" fmla="*/ 6798 w 10058"/>
                <a:gd name="connsiteY50" fmla="*/ 9627 h 10182"/>
                <a:gd name="connsiteX51" fmla="*/ 6935 w 10058"/>
                <a:gd name="connsiteY51" fmla="*/ 9627 h 10182"/>
                <a:gd name="connsiteX52" fmla="*/ 7069 w 10058"/>
                <a:gd name="connsiteY52" fmla="*/ 9627 h 10182"/>
                <a:gd name="connsiteX53" fmla="*/ 7313 w 10058"/>
                <a:gd name="connsiteY53" fmla="*/ 9630 h 10182"/>
                <a:gd name="connsiteX54" fmla="*/ 7584 w 10058"/>
                <a:gd name="connsiteY54" fmla="*/ 9557 h 10182"/>
                <a:gd name="connsiteX55" fmla="*/ 7714 w 10058"/>
                <a:gd name="connsiteY55" fmla="*/ 9627 h 10182"/>
                <a:gd name="connsiteX56" fmla="*/ 7852 w 10058"/>
                <a:gd name="connsiteY56" fmla="*/ 9627 h 10182"/>
                <a:gd name="connsiteX57" fmla="*/ 8017 w 10058"/>
                <a:gd name="connsiteY57" fmla="*/ 9627 h 10182"/>
                <a:gd name="connsiteX58" fmla="*/ 8131 w 10058"/>
                <a:gd name="connsiteY58" fmla="*/ 9562 h 10182"/>
                <a:gd name="connsiteX59" fmla="*/ 8206 w 10058"/>
                <a:gd name="connsiteY59" fmla="*/ 9600 h 10182"/>
                <a:gd name="connsiteX60" fmla="*/ 8513 w 10058"/>
                <a:gd name="connsiteY60" fmla="*/ 9622 h 10182"/>
                <a:gd name="connsiteX61" fmla="*/ 8662 w 10058"/>
                <a:gd name="connsiteY61" fmla="*/ 9375 h 10182"/>
                <a:gd name="connsiteX62" fmla="*/ 8779 w 10058"/>
                <a:gd name="connsiteY62" fmla="*/ 9454 h 10182"/>
                <a:gd name="connsiteX63" fmla="*/ 9026 w 10058"/>
                <a:gd name="connsiteY63" fmla="*/ 9391 h 10182"/>
                <a:gd name="connsiteX64" fmla="*/ 9188 w 10058"/>
                <a:gd name="connsiteY64" fmla="*/ 9437 h 10182"/>
                <a:gd name="connsiteX65" fmla="*/ 9543 w 10058"/>
                <a:gd name="connsiteY65" fmla="*/ 9280 h 10182"/>
                <a:gd name="connsiteX66" fmla="*/ 9677 w 10058"/>
                <a:gd name="connsiteY66" fmla="*/ 8506 h 10182"/>
                <a:gd name="connsiteX67" fmla="*/ 9677 w 10058"/>
                <a:gd name="connsiteY67" fmla="*/ 7515 h 10182"/>
                <a:gd name="connsiteX68" fmla="*/ 9717 w 10058"/>
                <a:gd name="connsiteY68" fmla="*/ 7236 h 10182"/>
                <a:gd name="connsiteX69" fmla="*/ 9756 w 10058"/>
                <a:gd name="connsiteY69" fmla="*/ 6749 h 10182"/>
                <a:gd name="connsiteX70" fmla="*/ 9787 w 10058"/>
                <a:gd name="connsiteY70" fmla="*/ 6486 h 10182"/>
                <a:gd name="connsiteX71" fmla="*/ 9944 w 10058"/>
                <a:gd name="connsiteY71" fmla="*/ 6052 h 10182"/>
                <a:gd name="connsiteX72" fmla="*/ 9898 w 10058"/>
                <a:gd name="connsiteY72" fmla="*/ 5463 h 10182"/>
                <a:gd name="connsiteX73" fmla="*/ 10022 w 10058"/>
                <a:gd name="connsiteY73" fmla="*/ 4988 h 10182"/>
                <a:gd name="connsiteX74" fmla="*/ 9988 w 10058"/>
                <a:gd name="connsiteY74" fmla="*/ 4632 h 10182"/>
                <a:gd name="connsiteX75" fmla="*/ 10023 w 10058"/>
                <a:gd name="connsiteY75" fmla="*/ 4316 h 10182"/>
                <a:gd name="connsiteX76" fmla="*/ 10043 w 10058"/>
                <a:gd name="connsiteY76" fmla="*/ 4123 h 10182"/>
                <a:gd name="connsiteX77" fmla="*/ 10000 w 10058"/>
                <a:gd name="connsiteY77" fmla="*/ 3924 h 10182"/>
                <a:gd name="connsiteX78" fmla="*/ 9984 w 10058"/>
                <a:gd name="connsiteY78" fmla="*/ 3742 h 10182"/>
                <a:gd name="connsiteX79" fmla="*/ 10016 w 10058"/>
                <a:gd name="connsiteY79" fmla="*/ 3485 h 10182"/>
                <a:gd name="connsiteX80" fmla="*/ 10047 w 10058"/>
                <a:gd name="connsiteY80" fmla="*/ 3164 h 10182"/>
                <a:gd name="connsiteX81" fmla="*/ 9953 w 10058"/>
                <a:gd name="connsiteY81" fmla="*/ 2713 h 10182"/>
                <a:gd name="connsiteX82" fmla="*/ 9739 w 10058"/>
                <a:gd name="connsiteY82" fmla="*/ 2307 h 10182"/>
                <a:gd name="connsiteX83" fmla="*/ 9660 w 10058"/>
                <a:gd name="connsiteY83" fmla="*/ 1864 h 10182"/>
                <a:gd name="connsiteX84" fmla="*/ 9546 w 10058"/>
                <a:gd name="connsiteY84" fmla="*/ 1795 h 10182"/>
                <a:gd name="connsiteX85" fmla="*/ 9401 w 10058"/>
                <a:gd name="connsiteY85" fmla="*/ 1365 h 10182"/>
                <a:gd name="connsiteX86" fmla="*/ 9147 w 10058"/>
                <a:gd name="connsiteY86" fmla="*/ 1360 h 10182"/>
                <a:gd name="connsiteX87" fmla="*/ 8998 w 10058"/>
                <a:gd name="connsiteY87" fmla="*/ 1291 h 10182"/>
                <a:gd name="connsiteX88" fmla="*/ 8796 w 10058"/>
                <a:gd name="connsiteY88" fmla="*/ 1245 h 10182"/>
                <a:gd name="connsiteX89" fmla="*/ 8662 w 10058"/>
                <a:gd name="connsiteY89" fmla="*/ 1245 h 10182"/>
                <a:gd name="connsiteX90" fmla="*/ 8532 w 10058"/>
                <a:gd name="connsiteY90" fmla="*/ 1175 h 10182"/>
                <a:gd name="connsiteX91" fmla="*/ 8403 w 10058"/>
                <a:gd name="connsiteY91" fmla="*/ 1175 h 10182"/>
                <a:gd name="connsiteX92" fmla="*/ 8237 w 10058"/>
                <a:gd name="connsiteY92" fmla="*/ 1111 h 10182"/>
                <a:gd name="connsiteX93" fmla="*/ 8104 w 10058"/>
                <a:gd name="connsiteY93" fmla="*/ 929 h 10182"/>
                <a:gd name="connsiteX94" fmla="*/ 7663 w 10058"/>
                <a:gd name="connsiteY94" fmla="*/ 736 h 10182"/>
                <a:gd name="connsiteX95" fmla="*/ 7529 w 10058"/>
                <a:gd name="connsiteY95" fmla="*/ 730 h 10182"/>
                <a:gd name="connsiteX96" fmla="*/ 7474 w 10058"/>
                <a:gd name="connsiteY96" fmla="*/ 929 h 10182"/>
                <a:gd name="connsiteX97" fmla="*/ 7392 w 10058"/>
                <a:gd name="connsiteY97" fmla="*/ 736 h 10182"/>
                <a:gd name="connsiteX98" fmla="*/ 7191 w 10058"/>
                <a:gd name="connsiteY98" fmla="*/ 736 h 10182"/>
                <a:gd name="connsiteX99" fmla="*/ 7089 w 10058"/>
                <a:gd name="connsiteY99" fmla="*/ 730 h 10182"/>
                <a:gd name="connsiteX100" fmla="*/ 7057 w 10058"/>
                <a:gd name="connsiteY100" fmla="*/ 934 h 10182"/>
                <a:gd name="connsiteX101" fmla="*/ 6896 w 10058"/>
                <a:gd name="connsiteY101" fmla="*/ 607 h 10182"/>
                <a:gd name="connsiteX102" fmla="*/ 6762 w 10058"/>
                <a:gd name="connsiteY102" fmla="*/ 602 h 10182"/>
                <a:gd name="connsiteX103" fmla="*/ 6680 w 10058"/>
                <a:gd name="connsiteY103" fmla="*/ 538 h 10182"/>
                <a:gd name="connsiteX104" fmla="*/ 6282 w 10058"/>
                <a:gd name="connsiteY104" fmla="*/ 350 h 10182"/>
                <a:gd name="connsiteX105" fmla="*/ 6152 w 10058"/>
                <a:gd name="connsiteY105" fmla="*/ 280 h 10182"/>
                <a:gd name="connsiteX106" fmla="*/ 6097 w 10058"/>
                <a:gd name="connsiteY106" fmla="*/ 146 h 10182"/>
                <a:gd name="connsiteX107" fmla="*/ 5759 w 10058"/>
                <a:gd name="connsiteY107" fmla="*/ 162 h 10182"/>
                <a:gd name="connsiteX108" fmla="*/ 5558 w 10058"/>
                <a:gd name="connsiteY108" fmla="*/ 157 h 10182"/>
                <a:gd name="connsiteX109" fmla="*/ 5468 w 10058"/>
                <a:gd name="connsiteY109" fmla="*/ 146 h 10182"/>
                <a:gd name="connsiteX110" fmla="*/ 5248 w 10058"/>
                <a:gd name="connsiteY110" fmla="*/ 157 h 10182"/>
                <a:gd name="connsiteX111" fmla="*/ 5149 w 10058"/>
                <a:gd name="connsiteY111" fmla="*/ 162 h 10182"/>
                <a:gd name="connsiteX112" fmla="*/ 5055 w 10058"/>
                <a:gd name="connsiteY112" fmla="*/ 141 h 10182"/>
                <a:gd name="connsiteX113" fmla="*/ 4976 w 10058"/>
                <a:gd name="connsiteY113" fmla="*/ 162 h 10182"/>
                <a:gd name="connsiteX114" fmla="*/ 4612 w 10058"/>
                <a:gd name="connsiteY114" fmla="*/ 268 h 10182"/>
                <a:gd name="connsiteX115" fmla="*/ 4281 w 10058"/>
                <a:gd name="connsiteY115" fmla="*/ 345 h 10182"/>
                <a:gd name="connsiteX116" fmla="*/ 3922 w 10058"/>
                <a:gd name="connsiteY116" fmla="*/ 162 h 10182"/>
                <a:gd name="connsiteX117" fmla="*/ 3796 w 10058"/>
                <a:gd name="connsiteY117" fmla="*/ 146 h 10182"/>
                <a:gd name="connsiteX118" fmla="*/ 3588 w 10058"/>
                <a:gd name="connsiteY118" fmla="*/ 162 h 10182"/>
                <a:gd name="connsiteX119" fmla="*/ 3450 w 10058"/>
                <a:gd name="connsiteY119" fmla="*/ 162 h 10182"/>
                <a:gd name="connsiteX120" fmla="*/ 3379 w 10058"/>
                <a:gd name="connsiteY120" fmla="*/ 141 h 10182"/>
                <a:gd name="connsiteX121" fmla="*/ 3115 w 10058"/>
                <a:gd name="connsiteY121" fmla="*/ 162 h 10182"/>
                <a:gd name="connsiteX122" fmla="*/ 2978 w 10058"/>
                <a:gd name="connsiteY122" fmla="*/ 157 h 10182"/>
                <a:gd name="connsiteX123" fmla="*/ 2872 w 10058"/>
                <a:gd name="connsiteY123" fmla="*/ 162 h 10182"/>
                <a:gd name="connsiteX124" fmla="*/ 2754 w 10058"/>
                <a:gd name="connsiteY124" fmla="*/ 146 h 10182"/>
                <a:gd name="connsiteX125" fmla="*/ 2337 w 10058"/>
                <a:gd name="connsiteY125" fmla="*/ 146 h 10182"/>
                <a:gd name="connsiteX126" fmla="*/ 1959 w 10058"/>
                <a:gd name="connsiteY126" fmla="*/ 479 h 10182"/>
                <a:gd name="connsiteX127" fmla="*/ 1841 w 10058"/>
                <a:gd name="connsiteY127" fmla="*/ 607 h 10182"/>
                <a:gd name="connsiteX128" fmla="*/ 1739 w 10058"/>
                <a:gd name="connsiteY128" fmla="*/ 607 h 10182"/>
                <a:gd name="connsiteX129" fmla="*/ 1664 w 10058"/>
                <a:gd name="connsiteY129" fmla="*/ 538 h 10182"/>
                <a:gd name="connsiteX130" fmla="*/ 1499 w 10058"/>
                <a:gd name="connsiteY130" fmla="*/ 923 h 10182"/>
                <a:gd name="connsiteX131" fmla="*/ 1357 w 10058"/>
                <a:gd name="connsiteY131" fmla="*/ 993 h 10182"/>
                <a:gd name="connsiteX132" fmla="*/ 1302 w 10058"/>
                <a:gd name="connsiteY132" fmla="*/ 1181 h 10182"/>
                <a:gd name="connsiteX133" fmla="*/ 1156 w 10058"/>
                <a:gd name="connsiteY133" fmla="*/ 1331 h 10182"/>
                <a:gd name="connsiteX134" fmla="*/ 1137 w 10058"/>
                <a:gd name="connsiteY134" fmla="*/ 1433 h 10182"/>
                <a:gd name="connsiteX135" fmla="*/ 1074 w 10058"/>
                <a:gd name="connsiteY135" fmla="*/ 1700 h 10182"/>
                <a:gd name="connsiteX136" fmla="*/ 948 w 10058"/>
                <a:gd name="connsiteY136" fmla="*/ 1958 h 10182"/>
                <a:gd name="connsiteX137" fmla="*/ 865 w 10058"/>
                <a:gd name="connsiteY137" fmla="*/ 2118 h 10182"/>
                <a:gd name="connsiteX138" fmla="*/ 869 w 10058"/>
                <a:gd name="connsiteY138" fmla="*/ 2654 h 10182"/>
                <a:gd name="connsiteX139" fmla="*/ 846 w 10058"/>
                <a:gd name="connsiteY139" fmla="*/ 2912 h 10182"/>
                <a:gd name="connsiteX140" fmla="*/ 885 w 10058"/>
                <a:gd name="connsiteY140" fmla="*/ 3223 h 10182"/>
                <a:gd name="connsiteX141" fmla="*/ 791 w 10058"/>
                <a:gd name="connsiteY141" fmla="*/ 3421 h 10182"/>
                <a:gd name="connsiteX142" fmla="*/ 692 w 10058"/>
                <a:gd name="connsiteY142" fmla="*/ 3694 h 10182"/>
                <a:gd name="connsiteX143" fmla="*/ 669 w 10058"/>
                <a:gd name="connsiteY143" fmla="*/ 4198 h 10182"/>
                <a:gd name="connsiteX144" fmla="*/ 558 w 10058"/>
                <a:gd name="connsiteY144" fmla="*/ 4251 h 10182"/>
                <a:gd name="connsiteX145" fmla="*/ 606 w 10058"/>
                <a:gd name="connsiteY145" fmla="*/ 4482 h 10182"/>
                <a:gd name="connsiteX146" fmla="*/ 539 w 10058"/>
                <a:gd name="connsiteY146" fmla="*/ 4450 h 10182"/>
                <a:gd name="connsiteX147" fmla="*/ 632 w 10058"/>
                <a:gd name="connsiteY147" fmla="*/ 4728 h 10182"/>
                <a:gd name="connsiteX148" fmla="*/ 562 w 10058"/>
                <a:gd name="connsiteY148" fmla="*/ 4825 h 10182"/>
                <a:gd name="connsiteX149" fmla="*/ 539 w 10058"/>
                <a:gd name="connsiteY149" fmla="*/ 5087 h 10182"/>
                <a:gd name="connsiteX150" fmla="*/ 476 w 10058"/>
                <a:gd name="connsiteY150" fmla="*/ 5661 h 10182"/>
                <a:gd name="connsiteX151" fmla="*/ 460 w 10058"/>
                <a:gd name="connsiteY151" fmla="*/ 5789 h 10182"/>
                <a:gd name="connsiteX152" fmla="*/ 433 w 10058"/>
                <a:gd name="connsiteY152" fmla="*/ 6057 h 10182"/>
                <a:gd name="connsiteX153" fmla="*/ 533 w 10058"/>
                <a:gd name="connsiteY153" fmla="*/ 6504 h 10182"/>
                <a:gd name="connsiteX154" fmla="*/ 350 w 10058"/>
                <a:gd name="connsiteY154" fmla="*/ 6813 h 10182"/>
                <a:gd name="connsiteX155" fmla="*/ 318 w 10058"/>
                <a:gd name="connsiteY155" fmla="*/ 7070 h 10182"/>
                <a:gd name="connsiteX156" fmla="*/ 295 w 10058"/>
                <a:gd name="connsiteY156" fmla="*/ 7322 h 10182"/>
                <a:gd name="connsiteX157" fmla="*/ 271 w 10058"/>
                <a:gd name="connsiteY157" fmla="*/ 7520 h 10182"/>
                <a:gd name="connsiteX158" fmla="*/ 142 w 10058"/>
                <a:gd name="connsiteY158" fmla="*/ 7498 h 10182"/>
                <a:gd name="connsiteX159" fmla="*/ 220 w 10058"/>
                <a:gd name="connsiteY159" fmla="*/ 8024 h 10182"/>
                <a:gd name="connsiteX160" fmla="*/ 193 w 10058"/>
                <a:gd name="connsiteY160" fmla="*/ 8228 h 10182"/>
                <a:gd name="connsiteX161" fmla="*/ 5 w 10058"/>
                <a:gd name="connsiteY161" fmla="*/ 8506 h 10182"/>
                <a:gd name="connsiteX162" fmla="*/ 153 w 10058"/>
                <a:gd name="connsiteY162" fmla="*/ 8603 h 10182"/>
                <a:gd name="connsiteX163" fmla="*/ 141 w 10058"/>
                <a:gd name="connsiteY163" fmla="*/ 8737 h 10182"/>
                <a:gd name="connsiteX0" fmla="*/ 141 w 10058"/>
                <a:gd name="connsiteY0" fmla="*/ 8737 h 10191"/>
                <a:gd name="connsiteX1" fmla="*/ 217 w 10058"/>
                <a:gd name="connsiteY1" fmla="*/ 8878 h 10191"/>
                <a:gd name="connsiteX2" fmla="*/ 90 w 10058"/>
                <a:gd name="connsiteY2" fmla="*/ 9182 h 10191"/>
                <a:gd name="connsiteX3" fmla="*/ 67 w 10058"/>
                <a:gd name="connsiteY3" fmla="*/ 9375 h 10191"/>
                <a:gd name="connsiteX4" fmla="*/ 47 w 10058"/>
                <a:gd name="connsiteY4" fmla="*/ 9610 h 10191"/>
                <a:gd name="connsiteX5" fmla="*/ 228 w 10058"/>
                <a:gd name="connsiteY5" fmla="*/ 9819 h 10191"/>
                <a:gd name="connsiteX6" fmla="*/ 326 w 10058"/>
                <a:gd name="connsiteY6" fmla="*/ 9819 h 10191"/>
                <a:gd name="connsiteX7" fmla="*/ 492 w 10058"/>
                <a:gd name="connsiteY7" fmla="*/ 9819 h 10191"/>
                <a:gd name="connsiteX8" fmla="*/ 629 w 10058"/>
                <a:gd name="connsiteY8" fmla="*/ 9819 h 10191"/>
                <a:gd name="connsiteX9" fmla="*/ 633 w 10058"/>
                <a:gd name="connsiteY9" fmla="*/ 10002 h 10191"/>
                <a:gd name="connsiteX10" fmla="*/ 938 w 10058"/>
                <a:gd name="connsiteY10" fmla="*/ 9897 h 10191"/>
                <a:gd name="connsiteX11" fmla="*/ 1310 w 10058"/>
                <a:gd name="connsiteY11" fmla="*/ 10141 h 10191"/>
                <a:gd name="connsiteX12" fmla="*/ 1408 w 10058"/>
                <a:gd name="connsiteY12" fmla="*/ 10141 h 10191"/>
                <a:gd name="connsiteX13" fmla="*/ 1514 w 10058"/>
                <a:gd name="connsiteY13" fmla="*/ 10141 h 10191"/>
                <a:gd name="connsiteX14" fmla="*/ 1613 w 10058"/>
                <a:gd name="connsiteY14" fmla="*/ 10141 h 10191"/>
                <a:gd name="connsiteX15" fmla="*/ 1750 w 10058"/>
                <a:gd name="connsiteY15" fmla="*/ 10082 h 10191"/>
                <a:gd name="connsiteX16" fmla="*/ 1888 w 10058"/>
                <a:gd name="connsiteY16" fmla="*/ 9996 h 10191"/>
                <a:gd name="connsiteX17" fmla="*/ 2234 w 10058"/>
                <a:gd name="connsiteY17" fmla="*/ 10082 h 10191"/>
                <a:gd name="connsiteX18" fmla="*/ 2333 w 10058"/>
                <a:gd name="connsiteY18" fmla="*/ 10082 h 10191"/>
                <a:gd name="connsiteX19" fmla="*/ 2474 w 10058"/>
                <a:gd name="connsiteY19" fmla="*/ 10012 h 10191"/>
                <a:gd name="connsiteX20" fmla="*/ 2620 w 10058"/>
                <a:gd name="connsiteY20" fmla="*/ 9948 h 10191"/>
                <a:gd name="connsiteX21" fmla="*/ 2754 w 10058"/>
                <a:gd name="connsiteY21" fmla="*/ 9948 h 10191"/>
                <a:gd name="connsiteX22" fmla="*/ 2860 w 10058"/>
                <a:gd name="connsiteY22" fmla="*/ 9948 h 10191"/>
                <a:gd name="connsiteX23" fmla="*/ 2962 w 10058"/>
                <a:gd name="connsiteY23" fmla="*/ 9948 h 10191"/>
                <a:gd name="connsiteX24" fmla="*/ 3163 w 10058"/>
                <a:gd name="connsiteY24" fmla="*/ 9948 h 10191"/>
                <a:gd name="connsiteX25" fmla="*/ 3292 w 10058"/>
                <a:gd name="connsiteY25" fmla="*/ 10018 h 10191"/>
                <a:gd name="connsiteX26" fmla="*/ 3422 w 10058"/>
                <a:gd name="connsiteY26" fmla="*/ 10082 h 10191"/>
                <a:gd name="connsiteX27" fmla="*/ 3517 w 10058"/>
                <a:gd name="connsiteY27" fmla="*/ 10141 h 10191"/>
                <a:gd name="connsiteX28" fmla="*/ 3619 w 10058"/>
                <a:gd name="connsiteY28" fmla="*/ 10136 h 10191"/>
                <a:gd name="connsiteX29" fmla="*/ 3721 w 10058"/>
                <a:gd name="connsiteY29" fmla="*/ 10082 h 10191"/>
                <a:gd name="connsiteX30" fmla="*/ 3835 w 10058"/>
                <a:gd name="connsiteY30" fmla="*/ 10012 h 10191"/>
                <a:gd name="connsiteX31" fmla="*/ 3981 w 10058"/>
                <a:gd name="connsiteY31" fmla="*/ 9996 h 10191"/>
                <a:gd name="connsiteX32" fmla="*/ 4134 w 10058"/>
                <a:gd name="connsiteY32" fmla="*/ 10082 h 10191"/>
                <a:gd name="connsiteX33" fmla="*/ 4229 w 10058"/>
                <a:gd name="connsiteY33" fmla="*/ 10141 h 10191"/>
                <a:gd name="connsiteX34" fmla="*/ 4335 w 10058"/>
                <a:gd name="connsiteY34" fmla="*/ 10136 h 10191"/>
                <a:gd name="connsiteX35" fmla="*/ 4433 w 10058"/>
                <a:gd name="connsiteY35" fmla="*/ 10136 h 10191"/>
                <a:gd name="connsiteX36" fmla="*/ 4571 w 10058"/>
                <a:gd name="connsiteY36" fmla="*/ 10130 h 10191"/>
                <a:gd name="connsiteX37" fmla="*/ 4709 w 10058"/>
                <a:gd name="connsiteY37" fmla="*/ 10077 h 10191"/>
                <a:gd name="connsiteX38" fmla="*/ 4854 w 10058"/>
                <a:gd name="connsiteY38" fmla="*/ 10018 h 10191"/>
                <a:gd name="connsiteX39" fmla="*/ 5063 w 10058"/>
                <a:gd name="connsiteY39" fmla="*/ 9948 h 10191"/>
                <a:gd name="connsiteX40" fmla="*/ 5169 w 10058"/>
                <a:gd name="connsiteY40" fmla="*/ 9948 h 10191"/>
                <a:gd name="connsiteX41" fmla="*/ 5440 w 10058"/>
                <a:gd name="connsiteY41" fmla="*/ 9948 h 10191"/>
                <a:gd name="connsiteX42" fmla="*/ 5586 w 10058"/>
                <a:gd name="connsiteY42" fmla="*/ 9884 h 10191"/>
                <a:gd name="connsiteX43" fmla="*/ 5692 w 10058"/>
                <a:gd name="connsiteY43" fmla="*/ 9819 h 10191"/>
                <a:gd name="connsiteX44" fmla="*/ 5826 w 10058"/>
                <a:gd name="connsiteY44" fmla="*/ 9814 h 10191"/>
                <a:gd name="connsiteX45" fmla="*/ 5905 w 10058"/>
                <a:gd name="connsiteY45" fmla="*/ 9600 h 10191"/>
                <a:gd name="connsiteX46" fmla="*/ 6119 w 10058"/>
                <a:gd name="connsiteY46" fmla="*/ 9782 h 10191"/>
                <a:gd name="connsiteX47" fmla="*/ 6487 w 10058"/>
                <a:gd name="connsiteY47" fmla="*/ 9691 h 10191"/>
                <a:gd name="connsiteX48" fmla="*/ 6589 w 10058"/>
                <a:gd name="connsiteY48" fmla="*/ 9691 h 10191"/>
                <a:gd name="connsiteX49" fmla="*/ 6691 w 10058"/>
                <a:gd name="connsiteY49" fmla="*/ 9627 h 10191"/>
                <a:gd name="connsiteX50" fmla="*/ 6798 w 10058"/>
                <a:gd name="connsiteY50" fmla="*/ 9627 h 10191"/>
                <a:gd name="connsiteX51" fmla="*/ 6935 w 10058"/>
                <a:gd name="connsiteY51" fmla="*/ 9627 h 10191"/>
                <a:gd name="connsiteX52" fmla="*/ 7069 w 10058"/>
                <a:gd name="connsiteY52" fmla="*/ 9627 h 10191"/>
                <a:gd name="connsiteX53" fmla="*/ 7313 w 10058"/>
                <a:gd name="connsiteY53" fmla="*/ 9630 h 10191"/>
                <a:gd name="connsiteX54" fmla="*/ 7584 w 10058"/>
                <a:gd name="connsiteY54" fmla="*/ 9557 h 10191"/>
                <a:gd name="connsiteX55" fmla="*/ 7714 w 10058"/>
                <a:gd name="connsiteY55" fmla="*/ 9627 h 10191"/>
                <a:gd name="connsiteX56" fmla="*/ 7852 w 10058"/>
                <a:gd name="connsiteY56" fmla="*/ 9627 h 10191"/>
                <a:gd name="connsiteX57" fmla="*/ 8017 w 10058"/>
                <a:gd name="connsiteY57" fmla="*/ 9627 h 10191"/>
                <a:gd name="connsiteX58" fmla="*/ 8131 w 10058"/>
                <a:gd name="connsiteY58" fmla="*/ 9562 h 10191"/>
                <a:gd name="connsiteX59" fmla="*/ 8206 w 10058"/>
                <a:gd name="connsiteY59" fmla="*/ 9600 h 10191"/>
                <a:gd name="connsiteX60" fmla="*/ 8513 w 10058"/>
                <a:gd name="connsiteY60" fmla="*/ 9622 h 10191"/>
                <a:gd name="connsiteX61" fmla="*/ 8662 w 10058"/>
                <a:gd name="connsiteY61" fmla="*/ 9375 h 10191"/>
                <a:gd name="connsiteX62" fmla="*/ 8779 w 10058"/>
                <a:gd name="connsiteY62" fmla="*/ 9454 h 10191"/>
                <a:gd name="connsiteX63" fmla="*/ 9026 w 10058"/>
                <a:gd name="connsiteY63" fmla="*/ 9391 h 10191"/>
                <a:gd name="connsiteX64" fmla="*/ 9188 w 10058"/>
                <a:gd name="connsiteY64" fmla="*/ 9437 h 10191"/>
                <a:gd name="connsiteX65" fmla="*/ 9543 w 10058"/>
                <a:gd name="connsiteY65" fmla="*/ 9280 h 10191"/>
                <a:gd name="connsiteX66" fmla="*/ 9677 w 10058"/>
                <a:gd name="connsiteY66" fmla="*/ 8506 h 10191"/>
                <a:gd name="connsiteX67" fmla="*/ 9677 w 10058"/>
                <a:gd name="connsiteY67" fmla="*/ 7515 h 10191"/>
                <a:gd name="connsiteX68" fmla="*/ 9717 w 10058"/>
                <a:gd name="connsiteY68" fmla="*/ 7236 h 10191"/>
                <a:gd name="connsiteX69" fmla="*/ 9756 w 10058"/>
                <a:gd name="connsiteY69" fmla="*/ 6749 h 10191"/>
                <a:gd name="connsiteX70" fmla="*/ 9787 w 10058"/>
                <a:gd name="connsiteY70" fmla="*/ 6486 h 10191"/>
                <a:gd name="connsiteX71" fmla="*/ 9944 w 10058"/>
                <a:gd name="connsiteY71" fmla="*/ 6052 h 10191"/>
                <a:gd name="connsiteX72" fmla="*/ 9898 w 10058"/>
                <a:gd name="connsiteY72" fmla="*/ 5463 h 10191"/>
                <a:gd name="connsiteX73" fmla="*/ 10022 w 10058"/>
                <a:gd name="connsiteY73" fmla="*/ 4988 h 10191"/>
                <a:gd name="connsiteX74" fmla="*/ 9988 w 10058"/>
                <a:gd name="connsiteY74" fmla="*/ 4632 h 10191"/>
                <a:gd name="connsiteX75" fmla="*/ 10023 w 10058"/>
                <a:gd name="connsiteY75" fmla="*/ 4316 h 10191"/>
                <a:gd name="connsiteX76" fmla="*/ 10043 w 10058"/>
                <a:gd name="connsiteY76" fmla="*/ 4123 h 10191"/>
                <a:gd name="connsiteX77" fmla="*/ 10000 w 10058"/>
                <a:gd name="connsiteY77" fmla="*/ 3924 h 10191"/>
                <a:gd name="connsiteX78" fmla="*/ 9984 w 10058"/>
                <a:gd name="connsiteY78" fmla="*/ 3742 h 10191"/>
                <a:gd name="connsiteX79" fmla="*/ 10016 w 10058"/>
                <a:gd name="connsiteY79" fmla="*/ 3485 h 10191"/>
                <a:gd name="connsiteX80" fmla="*/ 10047 w 10058"/>
                <a:gd name="connsiteY80" fmla="*/ 3164 h 10191"/>
                <a:gd name="connsiteX81" fmla="*/ 9953 w 10058"/>
                <a:gd name="connsiteY81" fmla="*/ 2713 h 10191"/>
                <a:gd name="connsiteX82" fmla="*/ 9739 w 10058"/>
                <a:gd name="connsiteY82" fmla="*/ 2307 h 10191"/>
                <a:gd name="connsiteX83" fmla="*/ 9660 w 10058"/>
                <a:gd name="connsiteY83" fmla="*/ 1864 h 10191"/>
                <a:gd name="connsiteX84" fmla="*/ 9546 w 10058"/>
                <a:gd name="connsiteY84" fmla="*/ 1795 h 10191"/>
                <a:gd name="connsiteX85" fmla="*/ 9401 w 10058"/>
                <a:gd name="connsiteY85" fmla="*/ 1365 h 10191"/>
                <a:gd name="connsiteX86" fmla="*/ 9147 w 10058"/>
                <a:gd name="connsiteY86" fmla="*/ 1360 h 10191"/>
                <a:gd name="connsiteX87" fmla="*/ 8998 w 10058"/>
                <a:gd name="connsiteY87" fmla="*/ 1291 h 10191"/>
                <a:gd name="connsiteX88" fmla="*/ 8796 w 10058"/>
                <a:gd name="connsiteY88" fmla="*/ 1245 h 10191"/>
                <a:gd name="connsiteX89" fmla="*/ 8662 w 10058"/>
                <a:gd name="connsiteY89" fmla="*/ 1245 h 10191"/>
                <a:gd name="connsiteX90" fmla="*/ 8532 w 10058"/>
                <a:gd name="connsiteY90" fmla="*/ 1175 h 10191"/>
                <a:gd name="connsiteX91" fmla="*/ 8403 w 10058"/>
                <a:gd name="connsiteY91" fmla="*/ 1175 h 10191"/>
                <a:gd name="connsiteX92" fmla="*/ 8237 w 10058"/>
                <a:gd name="connsiteY92" fmla="*/ 1111 h 10191"/>
                <a:gd name="connsiteX93" fmla="*/ 8104 w 10058"/>
                <a:gd name="connsiteY93" fmla="*/ 929 h 10191"/>
                <a:gd name="connsiteX94" fmla="*/ 7663 w 10058"/>
                <a:gd name="connsiteY94" fmla="*/ 736 h 10191"/>
                <a:gd name="connsiteX95" fmla="*/ 7529 w 10058"/>
                <a:gd name="connsiteY95" fmla="*/ 730 h 10191"/>
                <a:gd name="connsiteX96" fmla="*/ 7474 w 10058"/>
                <a:gd name="connsiteY96" fmla="*/ 929 h 10191"/>
                <a:gd name="connsiteX97" fmla="*/ 7392 w 10058"/>
                <a:gd name="connsiteY97" fmla="*/ 736 h 10191"/>
                <a:gd name="connsiteX98" fmla="*/ 7191 w 10058"/>
                <a:gd name="connsiteY98" fmla="*/ 736 h 10191"/>
                <a:gd name="connsiteX99" fmla="*/ 7089 w 10058"/>
                <a:gd name="connsiteY99" fmla="*/ 730 h 10191"/>
                <a:gd name="connsiteX100" fmla="*/ 7057 w 10058"/>
                <a:gd name="connsiteY100" fmla="*/ 934 h 10191"/>
                <a:gd name="connsiteX101" fmla="*/ 6896 w 10058"/>
                <a:gd name="connsiteY101" fmla="*/ 607 h 10191"/>
                <a:gd name="connsiteX102" fmla="*/ 6762 w 10058"/>
                <a:gd name="connsiteY102" fmla="*/ 602 h 10191"/>
                <a:gd name="connsiteX103" fmla="*/ 6680 w 10058"/>
                <a:gd name="connsiteY103" fmla="*/ 538 h 10191"/>
                <a:gd name="connsiteX104" fmla="*/ 6282 w 10058"/>
                <a:gd name="connsiteY104" fmla="*/ 350 h 10191"/>
                <a:gd name="connsiteX105" fmla="*/ 6152 w 10058"/>
                <a:gd name="connsiteY105" fmla="*/ 280 h 10191"/>
                <a:gd name="connsiteX106" fmla="*/ 6097 w 10058"/>
                <a:gd name="connsiteY106" fmla="*/ 146 h 10191"/>
                <a:gd name="connsiteX107" fmla="*/ 5759 w 10058"/>
                <a:gd name="connsiteY107" fmla="*/ 162 h 10191"/>
                <a:gd name="connsiteX108" fmla="*/ 5558 w 10058"/>
                <a:gd name="connsiteY108" fmla="*/ 157 h 10191"/>
                <a:gd name="connsiteX109" fmla="*/ 5468 w 10058"/>
                <a:gd name="connsiteY109" fmla="*/ 146 h 10191"/>
                <a:gd name="connsiteX110" fmla="*/ 5248 w 10058"/>
                <a:gd name="connsiteY110" fmla="*/ 157 h 10191"/>
                <a:gd name="connsiteX111" fmla="*/ 5149 w 10058"/>
                <a:gd name="connsiteY111" fmla="*/ 162 h 10191"/>
                <a:gd name="connsiteX112" fmla="*/ 5055 w 10058"/>
                <a:gd name="connsiteY112" fmla="*/ 141 h 10191"/>
                <a:gd name="connsiteX113" fmla="*/ 4976 w 10058"/>
                <a:gd name="connsiteY113" fmla="*/ 162 h 10191"/>
                <a:gd name="connsiteX114" fmla="*/ 4612 w 10058"/>
                <a:gd name="connsiteY114" fmla="*/ 268 h 10191"/>
                <a:gd name="connsiteX115" fmla="*/ 4281 w 10058"/>
                <a:gd name="connsiteY115" fmla="*/ 345 h 10191"/>
                <a:gd name="connsiteX116" fmla="*/ 3922 w 10058"/>
                <a:gd name="connsiteY116" fmla="*/ 162 h 10191"/>
                <a:gd name="connsiteX117" fmla="*/ 3796 w 10058"/>
                <a:gd name="connsiteY117" fmla="*/ 146 h 10191"/>
                <a:gd name="connsiteX118" fmla="*/ 3588 w 10058"/>
                <a:gd name="connsiteY118" fmla="*/ 162 h 10191"/>
                <a:gd name="connsiteX119" fmla="*/ 3450 w 10058"/>
                <a:gd name="connsiteY119" fmla="*/ 162 h 10191"/>
                <a:gd name="connsiteX120" fmla="*/ 3379 w 10058"/>
                <a:gd name="connsiteY120" fmla="*/ 141 h 10191"/>
                <a:gd name="connsiteX121" fmla="*/ 3115 w 10058"/>
                <a:gd name="connsiteY121" fmla="*/ 162 h 10191"/>
                <a:gd name="connsiteX122" fmla="*/ 2978 w 10058"/>
                <a:gd name="connsiteY122" fmla="*/ 157 h 10191"/>
                <a:gd name="connsiteX123" fmla="*/ 2872 w 10058"/>
                <a:gd name="connsiteY123" fmla="*/ 162 h 10191"/>
                <a:gd name="connsiteX124" fmla="*/ 2754 w 10058"/>
                <a:gd name="connsiteY124" fmla="*/ 146 h 10191"/>
                <a:gd name="connsiteX125" fmla="*/ 2337 w 10058"/>
                <a:gd name="connsiteY125" fmla="*/ 146 h 10191"/>
                <a:gd name="connsiteX126" fmla="*/ 1959 w 10058"/>
                <a:gd name="connsiteY126" fmla="*/ 479 h 10191"/>
                <a:gd name="connsiteX127" fmla="*/ 1841 w 10058"/>
                <a:gd name="connsiteY127" fmla="*/ 607 h 10191"/>
                <a:gd name="connsiteX128" fmla="*/ 1739 w 10058"/>
                <a:gd name="connsiteY128" fmla="*/ 607 h 10191"/>
                <a:gd name="connsiteX129" fmla="*/ 1664 w 10058"/>
                <a:gd name="connsiteY129" fmla="*/ 538 h 10191"/>
                <a:gd name="connsiteX130" fmla="*/ 1499 w 10058"/>
                <a:gd name="connsiteY130" fmla="*/ 923 h 10191"/>
                <a:gd name="connsiteX131" fmla="*/ 1357 w 10058"/>
                <a:gd name="connsiteY131" fmla="*/ 993 h 10191"/>
                <a:gd name="connsiteX132" fmla="*/ 1302 w 10058"/>
                <a:gd name="connsiteY132" fmla="*/ 1181 h 10191"/>
                <a:gd name="connsiteX133" fmla="*/ 1156 w 10058"/>
                <a:gd name="connsiteY133" fmla="*/ 1331 h 10191"/>
                <a:gd name="connsiteX134" fmla="*/ 1137 w 10058"/>
                <a:gd name="connsiteY134" fmla="*/ 1433 h 10191"/>
                <a:gd name="connsiteX135" fmla="*/ 1074 w 10058"/>
                <a:gd name="connsiteY135" fmla="*/ 1700 h 10191"/>
                <a:gd name="connsiteX136" fmla="*/ 948 w 10058"/>
                <a:gd name="connsiteY136" fmla="*/ 1958 h 10191"/>
                <a:gd name="connsiteX137" fmla="*/ 865 w 10058"/>
                <a:gd name="connsiteY137" fmla="*/ 2118 h 10191"/>
                <a:gd name="connsiteX138" fmla="*/ 869 w 10058"/>
                <a:gd name="connsiteY138" fmla="*/ 2654 h 10191"/>
                <a:gd name="connsiteX139" fmla="*/ 846 w 10058"/>
                <a:gd name="connsiteY139" fmla="*/ 2912 h 10191"/>
                <a:gd name="connsiteX140" fmla="*/ 885 w 10058"/>
                <a:gd name="connsiteY140" fmla="*/ 3223 h 10191"/>
                <a:gd name="connsiteX141" fmla="*/ 791 w 10058"/>
                <a:gd name="connsiteY141" fmla="*/ 3421 h 10191"/>
                <a:gd name="connsiteX142" fmla="*/ 692 w 10058"/>
                <a:gd name="connsiteY142" fmla="*/ 3694 h 10191"/>
                <a:gd name="connsiteX143" fmla="*/ 669 w 10058"/>
                <a:gd name="connsiteY143" fmla="*/ 4198 h 10191"/>
                <a:gd name="connsiteX144" fmla="*/ 558 w 10058"/>
                <a:gd name="connsiteY144" fmla="*/ 4251 h 10191"/>
                <a:gd name="connsiteX145" fmla="*/ 606 w 10058"/>
                <a:gd name="connsiteY145" fmla="*/ 4482 h 10191"/>
                <a:gd name="connsiteX146" fmla="*/ 539 w 10058"/>
                <a:gd name="connsiteY146" fmla="*/ 4450 h 10191"/>
                <a:gd name="connsiteX147" fmla="*/ 632 w 10058"/>
                <a:gd name="connsiteY147" fmla="*/ 4728 h 10191"/>
                <a:gd name="connsiteX148" fmla="*/ 562 w 10058"/>
                <a:gd name="connsiteY148" fmla="*/ 4825 h 10191"/>
                <a:gd name="connsiteX149" fmla="*/ 539 w 10058"/>
                <a:gd name="connsiteY149" fmla="*/ 5087 h 10191"/>
                <a:gd name="connsiteX150" fmla="*/ 476 w 10058"/>
                <a:gd name="connsiteY150" fmla="*/ 5661 h 10191"/>
                <a:gd name="connsiteX151" fmla="*/ 460 w 10058"/>
                <a:gd name="connsiteY151" fmla="*/ 5789 h 10191"/>
                <a:gd name="connsiteX152" fmla="*/ 433 w 10058"/>
                <a:gd name="connsiteY152" fmla="*/ 6057 h 10191"/>
                <a:gd name="connsiteX153" fmla="*/ 533 w 10058"/>
                <a:gd name="connsiteY153" fmla="*/ 6504 h 10191"/>
                <a:gd name="connsiteX154" fmla="*/ 350 w 10058"/>
                <a:gd name="connsiteY154" fmla="*/ 6813 h 10191"/>
                <a:gd name="connsiteX155" fmla="*/ 318 w 10058"/>
                <a:gd name="connsiteY155" fmla="*/ 7070 h 10191"/>
                <a:gd name="connsiteX156" fmla="*/ 295 w 10058"/>
                <a:gd name="connsiteY156" fmla="*/ 7322 h 10191"/>
                <a:gd name="connsiteX157" fmla="*/ 271 w 10058"/>
                <a:gd name="connsiteY157" fmla="*/ 7520 h 10191"/>
                <a:gd name="connsiteX158" fmla="*/ 142 w 10058"/>
                <a:gd name="connsiteY158" fmla="*/ 7498 h 10191"/>
                <a:gd name="connsiteX159" fmla="*/ 220 w 10058"/>
                <a:gd name="connsiteY159" fmla="*/ 8024 h 10191"/>
                <a:gd name="connsiteX160" fmla="*/ 193 w 10058"/>
                <a:gd name="connsiteY160" fmla="*/ 8228 h 10191"/>
                <a:gd name="connsiteX161" fmla="*/ 5 w 10058"/>
                <a:gd name="connsiteY161" fmla="*/ 8506 h 10191"/>
                <a:gd name="connsiteX162" fmla="*/ 153 w 10058"/>
                <a:gd name="connsiteY162" fmla="*/ 8603 h 10191"/>
                <a:gd name="connsiteX163" fmla="*/ 141 w 10058"/>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86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95 w 10011"/>
                <a:gd name="connsiteY158" fmla="*/ 7498 h 10191"/>
                <a:gd name="connsiteX159" fmla="*/ 173 w 10011"/>
                <a:gd name="connsiteY159" fmla="*/ 8024 h 10191"/>
                <a:gd name="connsiteX160" fmla="*/ 146 w 10011"/>
                <a:gd name="connsiteY160" fmla="*/ 8228 h 10191"/>
                <a:gd name="connsiteX161" fmla="*/ 100 w 10011"/>
                <a:gd name="connsiteY161" fmla="*/ 8506 h 10191"/>
                <a:gd name="connsiteX162" fmla="*/ 106 w 10011"/>
                <a:gd name="connsiteY162" fmla="*/ 8603 h 10191"/>
                <a:gd name="connsiteX163" fmla="*/ 94 w 10011"/>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95 w 10011"/>
                <a:gd name="connsiteY158" fmla="*/ 7498 h 10191"/>
                <a:gd name="connsiteX159" fmla="*/ 173 w 10011"/>
                <a:gd name="connsiteY159" fmla="*/ 8024 h 10191"/>
                <a:gd name="connsiteX160" fmla="*/ 146 w 10011"/>
                <a:gd name="connsiteY160" fmla="*/ 8228 h 10191"/>
                <a:gd name="connsiteX161" fmla="*/ 100 w 10011"/>
                <a:gd name="connsiteY161" fmla="*/ 8506 h 10191"/>
                <a:gd name="connsiteX162" fmla="*/ 106 w 10011"/>
                <a:gd name="connsiteY162" fmla="*/ 8603 h 10191"/>
                <a:gd name="connsiteX163" fmla="*/ 94 w 10011"/>
                <a:gd name="connsiteY163"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613 w 10011"/>
                <a:gd name="connsiteY83" fmla="*/ 1864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499 w 10011"/>
                <a:gd name="connsiteY84" fmla="*/ 179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1365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100 w 10011"/>
                <a:gd name="connsiteY86" fmla="*/ 1360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146 w 10011"/>
                <a:gd name="connsiteY159" fmla="*/ 8228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224 w 10011"/>
                <a:gd name="connsiteY157" fmla="*/ 7520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248 w 10011"/>
                <a:gd name="connsiteY156" fmla="*/ 7322 h 10191"/>
                <a:gd name="connsiteX157" fmla="*/ 556 w 10011"/>
                <a:gd name="connsiteY157" fmla="*/ 7611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173 w 10011"/>
                <a:gd name="connsiteY158" fmla="*/ 802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100 w 10011"/>
                <a:gd name="connsiteY160" fmla="*/ 8506 h 10191"/>
                <a:gd name="connsiteX161" fmla="*/ 106 w 10011"/>
                <a:gd name="connsiteY161" fmla="*/ 8603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100 w 10011"/>
                <a:gd name="connsiteY160" fmla="*/ 8506 h 10191"/>
                <a:gd name="connsiteX161" fmla="*/ 428 w 10011"/>
                <a:gd name="connsiteY161" fmla="*/ 8725 h 10191"/>
                <a:gd name="connsiteX162" fmla="*/ 94 w 10011"/>
                <a:gd name="connsiteY162" fmla="*/ 8737 h 10191"/>
                <a:gd name="connsiteX0" fmla="*/ 94 w 10011"/>
                <a:gd name="connsiteY0" fmla="*/ 8737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428 w 10011"/>
                <a:gd name="connsiteY160" fmla="*/ 8725 h 10191"/>
                <a:gd name="connsiteX161" fmla="*/ 94 w 10011"/>
                <a:gd name="connsiteY161" fmla="*/ 8737 h 10191"/>
                <a:gd name="connsiteX0" fmla="*/ 428 w 10011"/>
                <a:gd name="connsiteY0" fmla="*/ 8725 h 10191"/>
                <a:gd name="connsiteX1" fmla="*/ 170 w 10011"/>
                <a:gd name="connsiteY1" fmla="*/ 8878 h 10191"/>
                <a:gd name="connsiteX2" fmla="*/ 43 w 10011"/>
                <a:gd name="connsiteY2" fmla="*/ 9182 h 10191"/>
                <a:gd name="connsiteX3" fmla="*/ 20 w 10011"/>
                <a:gd name="connsiteY3" fmla="*/ 9375 h 10191"/>
                <a:gd name="connsiteX4" fmla="*/ 0 w 10011"/>
                <a:gd name="connsiteY4" fmla="*/ 9610 h 10191"/>
                <a:gd name="connsiteX5" fmla="*/ 181 w 10011"/>
                <a:gd name="connsiteY5" fmla="*/ 9819 h 10191"/>
                <a:gd name="connsiteX6" fmla="*/ 279 w 10011"/>
                <a:gd name="connsiteY6" fmla="*/ 9819 h 10191"/>
                <a:gd name="connsiteX7" fmla="*/ 445 w 10011"/>
                <a:gd name="connsiteY7" fmla="*/ 9819 h 10191"/>
                <a:gd name="connsiteX8" fmla="*/ 582 w 10011"/>
                <a:gd name="connsiteY8" fmla="*/ 9819 h 10191"/>
                <a:gd name="connsiteX9" fmla="*/ 586 w 10011"/>
                <a:gd name="connsiteY9" fmla="*/ 10002 h 10191"/>
                <a:gd name="connsiteX10" fmla="*/ 891 w 10011"/>
                <a:gd name="connsiteY10" fmla="*/ 9897 h 10191"/>
                <a:gd name="connsiteX11" fmla="*/ 1263 w 10011"/>
                <a:gd name="connsiteY11" fmla="*/ 10141 h 10191"/>
                <a:gd name="connsiteX12" fmla="*/ 1361 w 10011"/>
                <a:gd name="connsiteY12" fmla="*/ 10141 h 10191"/>
                <a:gd name="connsiteX13" fmla="*/ 1467 w 10011"/>
                <a:gd name="connsiteY13" fmla="*/ 10141 h 10191"/>
                <a:gd name="connsiteX14" fmla="*/ 1566 w 10011"/>
                <a:gd name="connsiteY14" fmla="*/ 10141 h 10191"/>
                <a:gd name="connsiteX15" fmla="*/ 1703 w 10011"/>
                <a:gd name="connsiteY15" fmla="*/ 10082 h 10191"/>
                <a:gd name="connsiteX16" fmla="*/ 1841 w 10011"/>
                <a:gd name="connsiteY16" fmla="*/ 9996 h 10191"/>
                <a:gd name="connsiteX17" fmla="*/ 2187 w 10011"/>
                <a:gd name="connsiteY17" fmla="*/ 10082 h 10191"/>
                <a:gd name="connsiteX18" fmla="*/ 2286 w 10011"/>
                <a:gd name="connsiteY18" fmla="*/ 10082 h 10191"/>
                <a:gd name="connsiteX19" fmla="*/ 2427 w 10011"/>
                <a:gd name="connsiteY19" fmla="*/ 10012 h 10191"/>
                <a:gd name="connsiteX20" fmla="*/ 2573 w 10011"/>
                <a:gd name="connsiteY20" fmla="*/ 9948 h 10191"/>
                <a:gd name="connsiteX21" fmla="*/ 2707 w 10011"/>
                <a:gd name="connsiteY21" fmla="*/ 9948 h 10191"/>
                <a:gd name="connsiteX22" fmla="*/ 2813 w 10011"/>
                <a:gd name="connsiteY22" fmla="*/ 9948 h 10191"/>
                <a:gd name="connsiteX23" fmla="*/ 2915 w 10011"/>
                <a:gd name="connsiteY23" fmla="*/ 9948 h 10191"/>
                <a:gd name="connsiteX24" fmla="*/ 3116 w 10011"/>
                <a:gd name="connsiteY24" fmla="*/ 9948 h 10191"/>
                <a:gd name="connsiteX25" fmla="*/ 3245 w 10011"/>
                <a:gd name="connsiteY25" fmla="*/ 10018 h 10191"/>
                <a:gd name="connsiteX26" fmla="*/ 3375 w 10011"/>
                <a:gd name="connsiteY26" fmla="*/ 10082 h 10191"/>
                <a:gd name="connsiteX27" fmla="*/ 3470 w 10011"/>
                <a:gd name="connsiteY27" fmla="*/ 10141 h 10191"/>
                <a:gd name="connsiteX28" fmla="*/ 3572 w 10011"/>
                <a:gd name="connsiteY28" fmla="*/ 10136 h 10191"/>
                <a:gd name="connsiteX29" fmla="*/ 3674 w 10011"/>
                <a:gd name="connsiteY29" fmla="*/ 10082 h 10191"/>
                <a:gd name="connsiteX30" fmla="*/ 3788 w 10011"/>
                <a:gd name="connsiteY30" fmla="*/ 10012 h 10191"/>
                <a:gd name="connsiteX31" fmla="*/ 3934 w 10011"/>
                <a:gd name="connsiteY31" fmla="*/ 9996 h 10191"/>
                <a:gd name="connsiteX32" fmla="*/ 4087 w 10011"/>
                <a:gd name="connsiteY32" fmla="*/ 10082 h 10191"/>
                <a:gd name="connsiteX33" fmla="*/ 4182 w 10011"/>
                <a:gd name="connsiteY33" fmla="*/ 10141 h 10191"/>
                <a:gd name="connsiteX34" fmla="*/ 4288 w 10011"/>
                <a:gd name="connsiteY34" fmla="*/ 10136 h 10191"/>
                <a:gd name="connsiteX35" fmla="*/ 4386 w 10011"/>
                <a:gd name="connsiteY35" fmla="*/ 10136 h 10191"/>
                <a:gd name="connsiteX36" fmla="*/ 4524 w 10011"/>
                <a:gd name="connsiteY36" fmla="*/ 10130 h 10191"/>
                <a:gd name="connsiteX37" fmla="*/ 4662 w 10011"/>
                <a:gd name="connsiteY37" fmla="*/ 10077 h 10191"/>
                <a:gd name="connsiteX38" fmla="*/ 4807 w 10011"/>
                <a:gd name="connsiteY38" fmla="*/ 10018 h 10191"/>
                <a:gd name="connsiteX39" fmla="*/ 5016 w 10011"/>
                <a:gd name="connsiteY39" fmla="*/ 9948 h 10191"/>
                <a:gd name="connsiteX40" fmla="*/ 5122 w 10011"/>
                <a:gd name="connsiteY40" fmla="*/ 9948 h 10191"/>
                <a:gd name="connsiteX41" fmla="*/ 5393 w 10011"/>
                <a:gd name="connsiteY41" fmla="*/ 9948 h 10191"/>
                <a:gd name="connsiteX42" fmla="*/ 5539 w 10011"/>
                <a:gd name="connsiteY42" fmla="*/ 9884 h 10191"/>
                <a:gd name="connsiteX43" fmla="*/ 5645 w 10011"/>
                <a:gd name="connsiteY43" fmla="*/ 9819 h 10191"/>
                <a:gd name="connsiteX44" fmla="*/ 5779 w 10011"/>
                <a:gd name="connsiteY44" fmla="*/ 9814 h 10191"/>
                <a:gd name="connsiteX45" fmla="*/ 5858 w 10011"/>
                <a:gd name="connsiteY45" fmla="*/ 9600 h 10191"/>
                <a:gd name="connsiteX46" fmla="*/ 6072 w 10011"/>
                <a:gd name="connsiteY46" fmla="*/ 9782 h 10191"/>
                <a:gd name="connsiteX47" fmla="*/ 6440 w 10011"/>
                <a:gd name="connsiteY47" fmla="*/ 9691 h 10191"/>
                <a:gd name="connsiteX48" fmla="*/ 6542 w 10011"/>
                <a:gd name="connsiteY48" fmla="*/ 9691 h 10191"/>
                <a:gd name="connsiteX49" fmla="*/ 6644 w 10011"/>
                <a:gd name="connsiteY49" fmla="*/ 9627 h 10191"/>
                <a:gd name="connsiteX50" fmla="*/ 6751 w 10011"/>
                <a:gd name="connsiteY50" fmla="*/ 9627 h 10191"/>
                <a:gd name="connsiteX51" fmla="*/ 6888 w 10011"/>
                <a:gd name="connsiteY51" fmla="*/ 9627 h 10191"/>
                <a:gd name="connsiteX52" fmla="*/ 7022 w 10011"/>
                <a:gd name="connsiteY52" fmla="*/ 9627 h 10191"/>
                <a:gd name="connsiteX53" fmla="*/ 7266 w 10011"/>
                <a:gd name="connsiteY53" fmla="*/ 9630 h 10191"/>
                <a:gd name="connsiteX54" fmla="*/ 7537 w 10011"/>
                <a:gd name="connsiteY54" fmla="*/ 9557 h 10191"/>
                <a:gd name="connsiteX55" fmla="*/ 7667 w 10011"/>
                <a:gd name="connsiteY55" fmla="*/ 9627 h 10191"/>
                <a:gd name="connsiteX56" fmla="*/ 7805 w 10011"/>
                <a:gd name="connsiteY56" fmla="*/ 9627 h 10191"/>
                <a:gd name="connsiteX57" fmla="*/ 7970 w 10011"/>
                <a:gd name="connsiteY57" fmla="*/ 9627 h 10191"/>
                <a:gd name="connsiteX58" fmla="*/ 8084 w 10011"/>
                <a:gd name="connsiteY58" fmla="*/ 9562 h 10191"/>
                <a:gd name="connsiteX59" fmla="*/ 8159 w 10011"/>
                <a:gd name="connsiteY59" fmla="*/ 9600 h 10191"/>
                <a:gd name="connsiteX60" fmla="*/ 8466 w 10011"/>
                <a:gd name="connsiteY60" fmla="*/ 9622 h 10191"/>
                <a:gd name="connsiteX61" fmla="*/ 8615 w 10011"/>
                <a:gd name="connsiteY61" fmla="*/ 9375 h 10191"/>
                <a:gd name="connsiteX62" fmla="*/ 8732 w 10011"/>
                <a:gd name="connsiteY62" fmla="*/ 9454 h 10191"/>
                <a:gd name="connsiteX63" fmla="*/ 8979 w 10011"/>
                <a:gd name="connsiteY63" fmla="*/ 9391 h 10191"/>
                <a:gd name="connsiteX64" fmla="*/ 9141 w 10011"/>
                <a:gd name="connsiteY64" fmla="*/ 9437 h 10191"/>
                <a:gd name="connsiteX65" fmla="*/ 9496 w 10011"/>
                <a:gd name="connsiteY65" fmla="*/ 9280 h 10191"/>
                <a:gd name="connsiteX66" fmla="*/ 9630 w 10011"/>
                <a:gd name="connsiteY66" fmla="*/ 8506 h 10191"/>
                <a:gd name="connsiteX67" fmla="*/ 9630 w 10011"/>
                <a:gd name="connsiteY67" fmla="*/ 7515 h 10191"/>
                <a:gd name="connsiteX68" fmla="*/ 9670 w 10011"/>
                <a:gd name="connsiteY68" fmla="*/ 7236 h 10191"/>
                <a:gd name="connsiteX69" fmla="*/ 9709 w 10011"/>
                <a:gd name="connsiteY69" fmla="*/ 6749 h 10191"/>
                <a:gd name="connsiteX70" fmla="*/ 9740 w 10011"/>
                <a:gd name="connsiteY70" fmla="*/ 6486 h 10191"/>
                <a:gd name="connsiteX71" fmla="*/ 9897 w 10011"/>
                <a:gd name="connsiteY71" fmla="*/ 6052 h 10191"/>
                <a:gd name="connsiteX72" fmla="*/ 9851 w 10011"/>
                <a:gd name="connsiteY72" fmla="*/ 5463 h 10191"/>
                <a:gd name="connsiteX73" fmla="*/ 9975 w 10011"/>
                <a:gd name="connsiteY73" fmla="*/ 4988 h 10191"/>
                <a:gd name="connsiteX74" fmla="*/ 9941 w 10011"/>
                <a:gd name="connsiteY74" fmla="*/ 4632 h 10191"/>
                <a:gd name="connsiteX75" fmla="*/ 9976 w 10011"/>
                <a:gd name="connsiteY75" fmla="*/ 4316 h 10191"/>
                <a:gd name="connsiteX76" fmla="*/ 9996 w 10011"/>
                <a:gd name="connsiteY76" fmla="*/ 4123 h 10191"/>
                <a:gd name="connsiteX77" fmla="*/ 9953 w 10011"/>
                <a:gd name="connsiteY77" fmla="*/ 3924 h 10191"/>
                <a:gd name="connsiteX78" fmla="*/ 9937 w 10011"/>
                <a:gd name="connsiteY78" fmla="*/ 3742 h 10191"/>
                <a:gd name="connsiteX79" fmla="*/ 9969 w 10011"/>
                <a:gd name="connsiteY79" fmla="*/ 3485 h 10191"/>
                <a:gd name="connsiteX80" fmla="*/ 10000 w 10011"/>
                <a:gd name="connsiteY80" fmla="*/ 3164 h 10191"/>
                <a:gd name="connsiteX81" fmla="*/ 9906 w 10011"/>
                <a:gd name="connsiteY81" fmla="*/ 2713 h 10191"/>
                <a:gd name="connsiteX82" fmla="*/ 9692 w 10011"/>
                <a:gd name="connsiteY82" fmla="*/ 2307 h 10191"/>
                <a:gd name="connsiteX83" fmla="*/ 9700 w 10011"/>
                <a:gd name="connsiteY83" fmla="*/ 1103 h 10191"/>
                <a:gd name="connsiteX84" fmla="*/ 9521 w 10011"/>
                <a:gd name="connsiteY84" fmla="*/ 1125 h 10191"/>
                <a:gd name="connsiteX85" fmla="*/ 9354 w 10011"/>
                <a:gd name="connsiteY85" fmla="*/ 878 h 10191"/>
                <a:gd name="connsiteX86" fmla="*/ 9056 w 10011"/>
                <a:gd name="connsiteY86" fmla="*/ 1025 h 10191"/>
                <a:gd name="connsiteX87" fmla="*/ 8951 w 10011"/>
                <a:gd name="connsiteY87" fmla="*/ 1291 h 10191"/>
                <a:gd name="connsiteX88" fmla="*/ 8749 w 10011"/>
                <a:gd name="connsiteY88" fmla="*/ 1245 h 10191"/>
                <a:gd name="connsiteX89" fmla="*/ 8615 w 10011"/>
                <a:gd name="connsiteY89" fmla="*/ 1245 h 10191"/>
                <a:gd name="connsiteX90" fmla="*/ 8485 w 10011"/>
                <a:gd name="connsiteY90" fmla="*/ 1175 h 10191"/>
                <a:gd name="connsiteX91" fmla="*/ 8356 w 10011"/>
                <a:gd name="connsiteY91" fmla="*/ 1175 h 10191"/>
                <a:gd name="connsiteX92" fmla="*/ 8190 w 10011"/>
                <a:gd name="connsiteY92" fmla="*/ 1111 h 10191"/>
                <a:gd name="connsiteX93" fmla="*/ 8057 w 10011"/>
                <a:gd name="connsiteY93" fmla="*/ 929 h 10191"/>
                <a:gd name="connsiteX94" fmla="*/ 7616 w 10011"/>
                <a:gd name="connsiteY94" fmla="*/ 736 h 10191"/>
                <a:gd name="connsiteX95" fmla="*/ 7482 w 10011"/>
                <a:gd name="connsiteY95" fmla="*/ 730 h 10191"/>
                <a:gd name="connsiteX96" fmla="*/ 7427 w 10011"/>
                <a:gd name="connsiteY96" fmla="*/ 929 h 10191"/>
                <a:gd name="connsiteX97" fmla="*/ 7345 w 10011"/>
                <a:gd name="connsiteY97" fmla="*/ 736 h 10191"/>
                <a:gd name="connsiteX98" fmla="*/ 7144 w 10011"/>
                <a:gd name="connsiteY98" fmla="*/ 736 h 10191"/>
                <a:gd name="connsiteX99" fmla="*/ 7042 w 10011"/>
                <a:gd name="connsiteY99" fmla="*/ 730 h 10191"/>
                <a:gd name="connsiteX100" fmla="*/ 7010 w 10011"/>
                <a:gd name="connsiteY100" fmla="*/ 934 h 10191"/>
                <a:gd name="connsiteX101" fmla="*/ 6849 w 10011"/>
                <a:gd name="connsiteY101" fmla="*/ 607 h 10191"/>
                <a:gd name="connsiteX102" fmla="*/ 6715 w 10011"/>
                <a:gd name="connsiteY102" fmla="*/ 602 h 10191"/>
                <a:gd name="connsiteX103" fmla="*/ 6633 w 10011"/>
                <a:gd name="connsiteY103" fmla="*/ 538 h 10191"/>
                <a:gd name="connsiteX104" fmla="*/ 6235 w 10011"/>
                <a:gd name="connsiteY104" fmla="*/ 350 h 10191"/>
                <a:gd name="connsiteX105" fmla="*/ 6105 w 10011"/>
                <a:gd name="connsiteY105" fmla="*/ 280 h 10191"/>
                <a:gd name="connsiteX106" fmla="*/ 6050 w 10011"/>
                <a:gd name="connsiteY106" fmla="*/ 146 h 10191"/>
                <a:gd name="connsiteX107" fmla="*/ 5712 w 10011"/>
                <a:gd name="connsiteY107" fmla="*/ 162 h 10191"/>
                <a:gd name="connsiteX108" fmla="*/ 5511 w 10011"/>
                <a:gd name="connsiteY108" fmla="*/ 157 h 10191"/>
                <a:gd name="connsiteX109" fmla="*/ 5421 w 10011"/>
                <a:gd name="connsiteY109" fmla="*/ 146 h 10191"/>
                <a:gd name="connsiteX110" fmla="*/ 5201 w 10011"/>
                <a:gd name="connsiteY110" fmla="*/ 157 h 10191"/>
                <a:gd name="connsiteX111" fmla="*/ 5102 w 10011"/>
                <a:gd name="connsiteY111" fmla="*/ 162 h 10191"/>
                <a:gd name="connsiteX112" fmla="*/ 5008 w 10011"/>
                <a:gd name="connsiteY112" fmla="*/ 141 h 10191"/>
                <a:gd name="connsiteX113" fmla="*/ 4929 w 10011"/>
                <a:gd name="connsiteY113" fmla="*/ 162 h 10191"/>
                <a:gd name="connsiteX114" fmla="*/ 4565 w 10011"/>
                <a:gd name="connsiteY114" fmla="*/ 268 h 10191"/>
                <a:gd name="connsiteX115" fmla="*/ 4234 w 10011"/>
                <a:gd name="connsiteY115" fmla="*/ 345 h 10191"/>
                <a:gd name="connsiteX116" fmla="*/ 3875 w 10011"/>
                <a:gd name="connsiteY116" fmla="*/ 162 h 10191"/>
                <a:gd name="connsiteX117" fmla="*/ 3749 w 10011"/>
                <a:gd name="connsiteY117" fmla="*/ 146 h 10191"/>
                <a:gd name="connsiteX118" fmla="*/ 3541 w 10011"/>
                <a:gd name="connsiteY118" fmla="*/ 162 h 10191"/>
                <a:gd name="connsiteX119" fmla="*/ 3403 w 10011"/>
                <a:gd name="connsiteY119" fmla="*/ 162 h 10191"/>
                <a:gd name="connsiteX120" fmla="*/ 3332 w 10011"/>
                <a:gd name="connsiteY120" fmla="*/ 141 h 10191"/>
                <a:gd name="connsiteX121" fmla="*/ 3068 w 10011"/>
                <a:gd name="connsiteY121" fmla="*/ 162 h 10191"/>
                <a:gd name="connsiteX122" fmla="*/ 2931 w 10011"/>
                <a:gd name="connsiteY122" fmla="*/ 157 h 10191"/>
                <a:gd name="connsiteX123" fmla="*/ 2825 w 10011"/>
                <a:gd name="connsiteY123" fmla="*/ 162 h 10191"/>
                <a:gd name="connsiteX124" fmla="*/ 2707 w 10011"/>
                <a:gd name="connsiteY124" fmla="*/ 146 h 10191"/>
                <a:gd name="connsiteX125" fmla="*/ 2290 w 10011"/>
                <a:gd name="connsiteY125" fmla="*/ 146 h 10191"/>
                <a:gd name="connsiteX126" fmla="*/ 1912 w 10011"/>
                <a:gd name="connsiteY126" fmla="*/ 479 h 10191"/>
                <a:gd name="connsiteX127" fmla="*/ 1794 w 10011"/>
                <a:gd name="connsiteY127" fmla="*/ 607 h 10191"/>
                <a:gd name="connsiteX128" fmla="*/ 1692 w 10011"/>
                <a:gd name="connsiteY128" fmla="*/ 607 h 10191"/>
                <a:gd name="connsiteX129" fmla="*/ 1617 w 10011"/>
                <a:gd name="connsiteY129" fmla="*/ 538 h 10191"/>
                <a:gd name="connsiteX130" fmla="*/ 1452 w 10011"/>
                <a:gd name="connsiteY130" fmla="*/ 923 h 10191"/>
                <a:gd name="connsiteX131" fmla="*/ 1310 w 10011"/>
                <a:gd name="connsiteY131" fmla="*/ 993 h 10191"/>
                <a:gd name="connsiteX132" fmla="*/ 1255 w 10011"/>
                <a:gd name="connsiteY132" fmla="*/ 1181 h 10191"/>
                <a:gd name="connsiteX133" fmla="*/ 1109 w 10011"/>
                <a:gd name="connsiteY133" fmla="*/ 1331 h 10191"/>
                <a:gd name="connsiteX134" fmla="*/ 1090 w 10011"/>
                <a:gd name="connsiteY134" fmla="*/ 1433 h 10191"/>
                <a:gd name="connsiteX135" fmla="*/ 1027 w 10011"/>
                <a:gd name="connsiteY135" fmla="*/ 1700 h 10191"/>
                <a:gd name="connsiteX136" fmla="*/ 901 w 10011"/>
                <a:gd name="connsiteY136" fmla="*/ 1958 h 10191"/>
                <a:gd name="connsiteX137" fmla="*/ 818 w 10011"/>
                <a:gd name="connsiteY137" fmla="*/ 2118 h 10191"/>
                <a:gd name="connsiteX138" fmla="*/ 822 w 10011"/>
                <a:gd name="connsiteY138" fmla="*/ 2654 h 10191"/>
                <a:gd name="connsiteX139" fmla="*/ 799 w 10011"/>
                <a:gd name="connsiteY139" fmla="*/ 2912 h 10191"/>
                <a:gd name="connsiteX140" fmla="*/ 838 w 10011"/>
                <a:gd name="connsiteY140" fmla="*/ 3223 h 10191"/>
                <a:gd name="connsiteX141" fmla="*/ 744 w 10011"/>
                <a:gd name="connsiteY141" fmla="*/ 3421 h 10191"/>
                <a:gd name="connsiteX142" fmla="*/ 645 w 10011"/>
                <a:gd name="connsiteY142" fmla="*/ 3694 h 10191"/>
                <a:gd name="connsiteX143" fmla="*/ 622 w 10011"/>
                <a:gd name="connsiteY143" fmla="*/ 4198 h 10191"/>
                <a:gd name="connsiteX144" fmla="*/ 511 w 10011"/>
                <a:gd name="connsiteY144" fmla="*/ 4251 h 10191"/>
                <a:gd name="connsiteX145" fmla="*/ 559 w 10011"/>
                <a:gd name="connsiteY145" fmla="*/ 4482 h 10191"/>
                <a:gd name="connsiteX146" fmla="*/ 492 w 10011"/>
                <a:gd name="connsiteY146" fmla="*/ 4450 h 10191"/>
                <a:gd name="connsiteX147" fmla="*/ 585 w 10011"/>
                <a:gd name="connsiteY147" fmla="*/ 4728 h 10191"/>
                <a:gd name="connsiteX148" fmla="*/ 515 w 10011"/>
                <a:gd name="connsiteY148" fmla="*/ 4825 h 10191"/>
                <a:gd name="connsiteX149" fmla="*/ 492 w 10011"/>
                <a:gd name="connsiteY149" fmla="*/ 5087 h 10191"/>
                <a:gd name="connsiteX150" fmla="*/ 429 w 10011"/>
                <a:gd name="connsiteY150" fmla="*/ 5661 h 10191"/>
                <a:gd name="connsiteX151" fmla="*/ 413 w 10011"/>
                <a:gd name="connsiteY151" fmla="*/ 5789 h 10191"/>
                <a:gd name="connsiteX152" fmla="*/ 386 w 10011"/>
                <a:gd name="connsiteY152" fmla="*/ 6057 h 10191"/>
                <a:gd name="connsiteX153" fmla="*/ 420 w 10011"/>
                <a:gd name="connsiteY153" fmla="*/ 6504 h 10191"/>
                <a:gd name="connsiteX154" fmla="*/ 303 w 10011"/>
                <a:gd name="connsiteY154" fmla="*/ 6813 h 10191"/>
                <a:gd name="connsiteX155" fmla="*/ 271 w 10011"/>
                <a:gd name="connsiteY155" fmla="*/ 7070 h 10191"/>
                <a:gd name="connsiteX156" fmla="*/ 508 w 10011"/>
                <a:gd name="connsiteY156" fmla="*/ 7322 h 10191"/>
                <a:gd name="connsiteX157" fmla="*/ 556 w 10011"/>
                <a:gd name="connsiteY157" fmla="*/ 7611 h 10191"/>
                <a:gd name="connsiteX158" fmla="*/ 505 w 10011"/>
                <a:gd name="connsiteY158" fmla="*/ 8054 h 10191"/>
                <a:gd name="connsiteX159" fmla="*/ 561 w 10011"/>
                <a:gd name="connsiteY159" fmla="*/ 8289 h 10191"/>
                <a:gd name="connsiteX160" fmla="*/ 428 w 10011"/>
                <a:gd name="connsiteY160" fmla="*/ 8725 h 10191"/>
                <a:gd name="connsiteX0" fmla="*/ 428 w 10011"/>
                <a:gd name="connsiteY0" fmla="*/ 8725 h 10191"/>
                <a:gd name="connsiteX1" fmla="*/ 43 w 10011"/>
                <a:gd name="connsiteY1" fmla="*/ 9182 h 10191"/>
                <a:gd name="connsiteX2" fmla="*/ 20 w 10011"/>
                <a:gd name="connsiteY2" fmla="*/ 9375 h 10191"/>
                <a:gd name="connsiteX3" fmla="*/ 0 w 10011"/>
                <a:gd name="connsiteY3" fmla="*/ 9610 h 10191"/>
                <a:gd name="connsiteX4" fmla="*/ 181 w 10011"/>
                <a:gd name="connsiteY4" fmla="*/ 9819 h 10191"/>
                <a:gd name="connsiteX5" fmla="*/ 279 w 10011"/>
                <a:gd name="connsiteY5" fmla="*/ 9819 h 10191"/>
                <a:gd name="connsiteX6" fmla="*/ 445 w 10011"/>
                <a:gd name="connsiteY6" fmla="*/ 9819 h 10191"/>
                <a:gd name="connsiteX7" fmla="*/ 582 w 10011"/>
                <a:gd name="connsiteY7" fmla="*/ 9819 h 10191"/>
                <a:gd name="connsiteX8" fmla="*/ 586 w 10011"/>
                <a:gd name="connsiteY8" fmla="*/ 10002 h 10191"/>
                <a:gd name="connsiteX9" fmla="*/ 891 w 10011"/>
                <a:gd name="connsiteY9" fmla="*/ 9897 h 10191"/>
                <a:gd name="connsiteX10" fmla="*/ 1263 w 10011"/>
                <a:gd name="connsiteY10" fmla="*/ 10141 h 10191"/>
                <a:gd name="connsiteX11" fmla="*/ 1361 w 10011"/>
                <a:gd name="connsiteY11" fmla="*/ 10141 h 10191"/>
                <a:gd name="connsiteX12" fmla="*/ 1467 w 10011"/>
                <a:gd name="connsiteY12" fmla="*/ 10141 h 10191"/>
                <a:gd name="connsiteX13" fmla="*/ 1566 w 10011"/>
                <a:gd name="connsiteY13" fmla="*/ 10141 h 10191"/>
                <a:gd name="connsiteX14" fmla="*/ 1703 w 10011"/>
                <a:gd name="connsiteY14" fmla="*/ 10082 h 10191"/>
                <a:gd name="connsiteX15" fmla="*/ 1841 w 10011"/>
                <a:gd name="connsiteY15" fmla="*/ 9996 h 10191"/>
                <a:gd name="connsiteX16" fmla="*/ 2187 w 10011"/>
                <a:gd name="connsiteY16" fmla="*/ 10082 h 10191"/>
                <a:gd name="connsiteX17" fmla="*/ 2286 w 10011"/>
                <a:gd name="connsiteY17" fmla="*/ 10082 h 10191"/>
                <a:gd name="connsiteX18" fmla="*/ 2427 w 10011"/>
                <a:gd name="connsiteY18" fmla="*/ 10012 h 10191"/>
                <a:gd name="connsiteX19" fmla="*/ 2573 w 10011"/>
                <a:gd name="connsiteY19" fmla="*/ 9948 h 10191"/>
                <a:gd name="connsiteX20" fmla="*/ 2707 w 10011"/>
                <a:gd name="connsiteY20" fmla="*/ 9948 h 10191"/>
                <a:gd name="connsiteX21" fmla="*/ 2813 w 10011"/>
                <a:gd name="connsiteY21" fmla="*/ 9948 h 10191"/>
                <a:gd name="connsiteX22" fmla="*/ 2915 w 10011"/>
                <a:gd name="connsiteY22" fmla="*/ 9948 h 10191"/>
                <a:gd name="connsiteX23" fmla="*/ 3116 w 10011"/>
                <a:gd name="connsiteY23" fmla="*/ 9948 h 10191"/>
                <a:gd name="connsiteX24" fmla="*/ 3245 w 10011"/>
                <a:gd name="connsiteY24" fmla="*/ 10018 h 10191"/>
                <a:gd name="connsiteX25" fmla="*/ 3375 w 10011"/>
                <a:gd name="connsiteY25" fmla="*/ 10082 h 10191"/>
                <a:gd name="connsiteX26" fmla="*/ 3470 w 10011"/>
                <a:gd name="connsiteY26" fmla="*/ 10141 h 10191"/>
                <a:gd name="connsiteX27" fmla="*/ 3572 w 10011"/>
                <a:gd name="connsiteY27" fmla="*/ 10136 h 10191"/>
                <a:gd name="connsiteX28" fmla="*/ 3674 w 10011"/>
                <a:gd name="connsiteY28" fmla="*/ 10082 h 10191"/>
                <a:gd name="connsiteX29" fmla="*/ 3788 w 10011"/>
                <a:gd name="connsiteY29" fmla="*/ 10012 h 10191"/>
                <a:gd name="connsiteX30" fmla="*/ 3934 w 10011"/>
                <a:gd name="connsiteY30" fmla="*/ 9996 h 10191"/>
                <a:gd name="connsiteX31" fmla="*/ 4087 w 10011"/>
                <a:gd name="connsiteY31" fmla="*/ 10082 h 10191"/>
                <a:gd name="connsiteX32" fmla="*/ 4182 w 10011"/>
                <a:gd name="connsiteY32" fmla="*/ 10141 h 10191"/>
                <a:gd name="connsiteX33" fmla="*/ 4288 w 10011"/>
                <a:gd name="connsiteY33" fmla="*/ 10136 h 10191"/>
                <a:gd name="connsiteX34" fmla="*/ 4386 w 10011"/>
                <a:gd name="connsiteY34" fmla="*/ 10136 h 10191"/>
                <a:gd name="connsiteX35" fmla="*/ 4524 w 10011"/>
                <a:gd name="connsiteY35" fmla="*/ 10130 h 10191"/>
                <a:gd name="connsiteX36" fmla="*/ 4662 w 10011"/>
                <a:gd name="connsiteY36" fmla="*/ 10077 h 10191"/>
                <a:gd name="connsiteX37" fmla="*/ 4807 w 10011"/>
                <a:gd name="connsiteY37" fmla="*/ 10018 h 10191"/>
                <a:gd name="connsiteX38" fmla="*/ 5016 w 10011"/>
                <a:gd name="connsiteY38" fmla="*/ 9948 h 10191"/>
                <a:gd name="connsiteX39" fmla="*/ 5122 w 10011"/>
                <a:gd name="connsiteY39" fmla="*/ 9948 h 10191"/>
                <a:gd name="connsiteX40" fmla="*/ 5393 w 10011"/>
                <a:gd name="connsiteY40" fmla="*/ 9948 h 10191"/>
                <a:gd name="connsiteX41" fmla="*/ 5539 w 10011"/>
                <a:gd name="connsiteY41" fmla="*/ 9884 h 10191"/>
                <a:gd name="connsiteX42" fmla="*/ 5645 w 10011"/>
                <a:gd name="connsiteY42" fmla="*/ 9819 h 10191"/>
                <a:gd name="connsiteX43" fmla="*/ 5779 w 10011"/>
                <a:gd name="connsiteY43" fmla="*/ 9814 h 10191"/>
                <a:gd name="connsiteX44" fmla="*/ 5858 w 10011"/>
                <a:gd name="connsiteY44" fmla="*/ 9600 h 10191"/>
                <a:gd name="connsiteX45" fmla="*/ 6072 w 10011"/>
                <a:gd name="connsiteY45" fmla="*/ 9782 h 10191"/>
                <a:gd name="connsiteX46" fmla="*/ 6440 w 10011"/>
                <a:gd name="connsiteY46" fmla="*/ 9691 h 10191"/>
                <a:gd name="connsiteX47" fmla="*/ 6542 w 10011"/>
                <a:gd name="connsiteY47" fmla="*/ 9691 h 10191"/>
                <a:gd name="connsiteX48" fmla="*/ 6644 w 10011"/>
                <a:gd name="connsiteY48" fmla="*/ 9627 h 10191"/>
                <a:gd name="connsiteX49" fmla="*/ 6751 w 10011"/>
                <a:gd name="connsiteY49" fmla="*/ 9627 h 10191"/>
                <a:gd name="connsiteX50" fmla="*/ 6888 w 10011"/>
                <a:gd name="connsiteY50" fmla="*/ 9627 h 10191"/>
                <a:gd name="connsiteX51" fmla="*/ 7022 w 10011"/>
                <a:gd name="connsiteY51" fmla="*/ 9627 h 10191"/>
                <a:gd name="connsiteX52" fmla="*/ 7266 w 10011"/>
                <a:gd name="connsiteY52" fmla="*/ 9630 h 10191"/>
                <a:gd name="connsiteX53" fmla="*/ 7537 w 10011"/>
                <a:gd name="connsiteY53" fmla="*/ 9557 h 10191"/>
                <a:gd name="connsiteX54" fmla="*/ 7667 w 10011"/>
                <a:gd name="connsiteY54" fmla="*/ 9627 h 10191"/>
                <a:gd name="connsiteX55" fmla="*/ 7805 w 10011"/>
                <a:gd name="connsiteY55" fmla="*/ 9627 h 10191"/>
                <a:gd name="connsiteX56" fmla="*/ 7970 w 10011"/>
                <a:gd name="connsiteY56" fmla="*/ 9627 h 10191"/>
                <a:gd name="connsiteX57" fmla="*/ 8084 w 10011"/>
                <a:gd name="connsiteY57" fmla="*/ 9562 h 10191"/>
                <a:gd name="connsiteX58" fmla="*/ 8159 w 10011"/>
                <a:gd name="connsiteY58" fmla="*/ 9600 h 10191"/>
                <a:gd name="connsiteX59" fmla="*/ 8466 w 10011"/>
                <a:gd name="connsiteY59" fmla="*/ 9622 h 10191"/>
                <a:gd name="connsiteX60" fmla="*/ 8615 w 10011"/>
                <a:gd name="connsiteY60" fmla="*/ 9375 h 10191"/>
                <a:gd name="connsiteX61" fmla="*/ 8732 w 10011"/>
                <a:gd name="connsiteY61" fmla="*/ 9454 h 10191"/>
                <a:gd name="connsiteX62" fmla="*/ 8979 w 10011"/>
                <a:gd name="connsiteY62" fmla="*/ 9391 h 10191"/>
                <a:gd name="connsiteX63" fmla="*/ 9141 w 10011"/>
                <a:gd name="connsiteY63" fmla="*/ 9437 h 10191"/>
                <a:gd name="connsiteX64" fmla="*/ 9496 w 10011"/>
                <a:gd name="connsiteY64" fmla="*/ 9280 h 10191"/>
                <a:gd name="connsiteX65" fmla="*/ 9630 w 10011"/>
                <a:gd name="connsiteY65" fmla="*/ 8506 h 10191"/>
                <a:gd name="connsiteX66" fmla="*/ 9630 w 10011"/>
                <a:gd name="connsiteY66" fmla="*/ 7515 h 10191"/>
                <a:gd name="connsiteX67" fmla="*/ 9670 w 10011"/>
                <a:gd name="connsiteY67" fmla="*/ 7236 h 10191"/>
                <a:gd name="connsiteX68" fmla="*/ 9709 w 10011"/>
                <a:gd name="connsiteY68" fmla="*/ 6749 h 10191"/>
                <a:gd name="connsiteX69" fmla="*/ 9740 w 10011"/>
                <a:gd name="connsiteY69" fmla="*/ 6486 h 10191"/>
                <a:gd name="connsiteX70" fmla="*/ 9897 w 10011"/>
                <a:gd name="connsiteY70" fmla="*/ 6052 h 10191"/>
                <a:gd name="connsiteX71" fmla="*/ 9851 w 10011"/>
                <a:gd name="connsiteY71" fmla="*/ 5463 h 10191"/>
                <a:gd name="connsiteX72" fmla="*/ 9975 w 10011"/>
                <a:gd name="connsiteY72" fmla="*/ 4988 h 10191"/>
                <a:gd name="connsiteX73" fmla="*/ 9941 w 10011"/>
                <a:gd name="connsiteY73" fmla="*/ 4632 h 10191"/>
                <a:gd name="connsiteX74" fmla="*/ 9976 w 10011"/>
                <a:gd name="connsiteY74" fmla="*/ 4316 h 10191"/>
                <a:gd name="connsiteX75" fmla="*/ 9996 w 10011"/>
                <a:gd name="connsiteY75" fmla="*/ 4123 h 10191"/>
                <a:gd name="connsiteX76" fmla="*/ 9953 w 10011"/>
                <a:gd name="connsiteY76" fmla="*/ 3924 h 10191"/>
                <a:gd name="connsiteX77" fmla="*/ 9937 w 10011"/>
                <a:gd name="connsiteY77" fmla="*/ 3742 h 10191"/>
                <a:gd name="connsiteX78" fmla="*/ 9969 w 10011"/>
                <a:gd name="connsiteY78" fmla="*/ 3485 h 10191"/>
                <a:gd name="connsiteX79" fmla="*/ 10000 w 10011"/>
                <a:gd name="connsiteY79" fmla="*/ 3164 h 10191"/>
                <a:gd name="connsiteX80" fmla="*/ 9906 w 10011"/>
                <a:gd name="connsiteY80" fmla="*/ 2713 h 10191"/>
                <a:gd name="connsiteX81" fmla="*/ 9692 w 10011"/>
                <a:gd name="connsiteY81" fmla="*/ 2307 h 10191"/>
                <a:gd name="connsiteX82" fmla="*/ 9700 w 10011"/>
                <a:gd name="connsiteY82" fmla="*/ 1103 h 10191"/>
                <a:gd name="connsiteX83" fmla="*/ 9521 w 10011"/>
                <a:gd name="connsiteY83" fmla="*/ 1125 h 10191"/>
                <a:gd name="connsiteX84" fmla="*/ 9354 w 10011"/>
                <a:gd name="connsiteY84" fmla="*/ 878 h 10191"/>
                <a:gd name="connsiteX85" fmla="*/ 9056 w 10011"/>
                <a:gd name="connsiteY85" fmla="*/ 1025 h 10191"/>
                <a:gd name="connsiteX86" fmla="*/ 8951 w 10011"/>
                <a:gd name="connsiteY86" fmla="*/ 1291 h 10191"/>
                <a:gd name="connsiteX87" fmla="*/ 8749 w 10011"/>
                <a:gd name="connsiteY87" fmla="*/ 1245 h 10191"/>
                <a:gd name="connsiteX88" fmla="*/ 8615 w 10011"/>
                <a:gd name="connsiteY88" fmla="*/ 1245 h 10191"/>
                <a:gd name="connsiteX89" fmla="*/ 8485 w 10011"/>
                <a:gd name="connsiteY89" fmla="*/ 1175 h 10191"/>
                <a:gd name="connsiteX90" fmla="*/ 8356 w 10011"/>
                <a:gd name="connsiteY90" fmla="*/ 1175 h 10191"/>
                <a:gd name="connsiteX91" fmla="*/ 8190 w 10011"/>
                <a:gd name="connsiteY91" fmla="*/ 1111 h 10191"/>
                <a:gd name="connsiteX92" fmla="*/ 8057 w 10011"/>
                <a:gd name="connsiteY92" fmla="*/ 929 h 10191"/>
                <a:gd name="connsiteX93" fmla="*/ 7616 w 10011"/>
                <a:gd name="connsiteY93" fmla="*/ 736 h 10191"/>
                <a:gd name="connsiteX94" fmla="*/ 7482 w 10011"/>
                <a:gd name="connsiteY94" fmla="*/ 730 h 10191"/>
                <a:gd name="connsiteX95" fmla="*/ 7427 w 10011"/>
                <a:gd name="connsiteY95" fmla="*/ 929 h 10191"/>
                <a:gd name="connsiteX96" fmla="*/ 7345 w 10011"/>
                <a:gd name="connsiteY96" fmla="*/ 736 h 10191"/>
                <a:gd name="connsiteX97" fmla="*/ 7144 w 10011"/>
                <a:gd name="connsiteY97" fmla="*/ 736 h 10191"/>
                <a:gd name="connsiteX98" fmla="*/ 7042 w 10011"/>
                <a:gd name="connsiteY98" fmla="*/ 730 h 10191"/>
                <a:gd name="connsiteX99" fmla="*/ 7010 w 10011"/>
                <a:gd name="connsiteY99" fmla="*/ 934 h 10191"/>
                <a:gd name="connsiteX100" fmla="*/ 6849 w 10011"/>
                <a:gd name="connsiteY100" fmla="*/ 607 h 10191"/>
                <a:gd name="connsiteX101" fmla="*/ 6715 w 10011"/>
                <a:gd name="connsiteY101" fmla="*/ 602 h 10191"/>
                <a:gd name="connsiteX102" fmla="*/ 6633 w 10011"/>
                <a:gd name="connsiteY102" fmla="*/ 538 h 10191"/>
                <a:gd name="connsiteX103" fmla="*/ 6235 w 10011"/>
                <a:gd name="connsiteY103" fmla="*/ 350 h 10191"/>
                <a:gd name="connsiteX104" fmla="*/ 6105 w 10011"/>
                <a:gd name="connsiteY104" fmla="*/ 280 h 10191"/>
                <a:gd name="connsiteX105" fmla="*/ 6050 w 10011"/>
                <a:gd name="connsiteY105" fmla="*/ 146 h 10191"/>
                <a:gd name="connsiteX106" fmla="*/ 5712 w 10011"/>
                <a:gd name="connsiteY106" fmla="*/ 162 h 10191"/>
                <a:gd name="connsiteX107" fmla="*/ 5511 w 10011"/>
                <a:gd name="connsiteY107" fmla="*/ 157 h 10191"/>
                <a:gd name="connsiteX108" fmla="*/ 5421 w 10011"/>
                <a:gd name="connsiteY108" fmla="*/ 146 h 10191"/>
                <a:gd name="connsiteX109" fmla="*/ 5201 w 10011"/>
                <a:gd name="connsiteY109" fmla="*/ 157 h 10191"/>
                <a:gd name="connsiteX110" fmla="*/ 5102 w 10011"/>
                <a:gd name="connsiteY110" fmla="*/ 162 h 10191"/>
                <a:gd name="connsiteX111" fmla="*/ 5008 w 10011"/>
                <a:gd name="connsiteY111" fmla="*/ 141 h 10191"/>
                <a:gd name="connsiteX112" fmla="*/ 4929 w 10011"/>
                <a:gd name="connsiteY112" fmla="*/ 162 h 10191"/>
                <a:gd name="connsiteX113" fmla="*/ 4565 w 10011"/>
                <a:gd name="connsiteY113" fmla="*/ 268 h 10191"/>
                <a:gd name="connsiteX114" fmla="*/ 4234 w 10011"/>
                <a:gd name="connsiteY114" fmla="*/ 345 h 10191"/>
                <a:gd name="connsiteX115" fmla="*/ 3875 w 10011"/>
                <a:gd name="connsiteY115" fmla="*/ 162 h 10191"/>
                <a:gd name="connsiteX116" fmla="*/ 3749 w 10011"/>
                <a:gd name="connsiteY116" fmla="*/ 146 h 10191"/>
                <a:gd name="connsiteX117" fmla="*/ 3541 w 10011"/>
                <a:gd name="connsiteY117" fmla="*/ 162 h 10191"/>
                <a:gd name="connsiteX118" fmla="*/ 3403 w 10011"/>
                <a:gd name="connsiteY118" fmla="*/ 162 h 10191"/>
                <a:gd name="connsiteX119" fmla="*/ 3332 w 10011"/>
                <a:gd name="connsiteY119" fmla="*/ 141 h 10191"/>
                <a:gd name="connsiteX120" fmla="*/ 3068 w 10011"/>
                <a:gd name="connsiteY120" fmla="*/ 162 h 10191"/>
                <a:gd name="connsiteX121" fmla="*/ 2931 w 10011"/>
                <a:gd name="connsiteY121" fmla="*/ 157 h 10191"/>
                <a:gd name="connsiteX122" fmla="*/ 2825 w 10011"/>
                <a:gd name="connsiteY122" fmla="*/ 162 h 10191"/>
                <a:gd name="connsiteX123" fmla="*/ 2707 w 10011"/>
                <a:gd name="connsiteY123" fmla="*/ 146 h 10191"/>
                <a:gd name="connsiteX124" fmla="*/ 2290 w 10011"/>
                <a:gd name="connsiteY124" fmla="*/ 146 h 10191"/>
                <a:gd name="connsiteX125" fmla="*/ 1912 w 10011"/>
                <a:gd name="connsiteY125" fmla="*/ 479 h 10191"/>
                <a:gd name="connsiteX126" fmla="*/ 1794 w 10011"/>
                <a:gd name="connsiteY126" fmla="*/ 607 h 10191"/>
                <a:gd name="connsiteX127" fmla="*/ 1692 w 10011"/>
                <a:gd name="connsiteY127" fmla="*/ 607 h 10191"/>
                <a:gd name="connsiteX128" fmla="*/ 1617 w 10011"/>
                <a:gd name="connsiteY128" fmla="*/ 538 h 10191"/>
                <a:gd name="connsiteX129" fmla="*/ 1452 w 10011"/>
                <a:gd name="connsiteY129" fmla="*/ 923 h 10191"/>
                <a:gd name="connsiteX130" fmla="*/ 1310 w 10011"/>
                <a:gd name="connsiteY130" fmla="*/ 993 h 10191"/>
                <a:gd name="connsiteX131" fmla="*/ 1255 w 10011"/>
                <a:gd name="connsiteY131" fmla="*/ 1181 h 10191"/>
                <a:gd name="connsiteX132" fmla="*/ 1109 w 10011"/>
                <a:gd name="connsiteY132" fmla="*/ 1331 h 10191"/>
                <a:gd name="connsiteX133" fmla="*/ 1090 w 10011"/>
                <a:gd name="connsiteY133" fmla="*/ 1433 h 10191"/>
                <a:gd name="connsiteX134" fmla="*/ 1027 w 10011"/>
                <a:gd name="connsiteY134" fmla="*/ 1700 h 10191"/>
                <a:gd name="connsiteX135" fmla="*/ 901 w 10011"/>
                <a:gd name="connsiteY135" fmla="*/ 1958 h 10191"/>
                <a:gd name="connsiteX136" fmla="*/ 818 w 10011"/>
                <a:gd name="connsiteY136" fmla="*/ 2118 h 10191"/>
                <a:gd name="connsiteX137" fmla="*/ 822 w 10011"/>
                <a:gd name="connsiteY137" fmla="*/ 2654 h 10191"/>
                <a:gd name="connsiteX138" fmla="*/ 799 w 10011"/>
                <a:gd name="connsiteY138" fmla="*/ 2912 h 10191"/>
                <a:gd name="connsiteX139" fmla="*/ 838 w 10011"/>
                <a:gd name="connsiteY139" fmla="*/ 3223 h 10191"/>
                <a:gd name="connsiteX140" fmla="*/ 744 w 10011"/>
                <a:gd name="connsiteY140" fmla="*/ 3421 h 10191"/>
                <a:gd name="connsiteX141" fmla="*/ 645 w 10011"/>
                <a:gd name="connsiteY141" fmla="*/ 3694 h 10191"/>
                <a:gd name="connsiteX142" fmla="*/ 622 w 10011"/>
                <a:gd name="connsiteY142" fmla="*/ 4198 h 10191"/>
                <a:gd name="connsiteX143" fmla="*/ 511 w 10011"/>
                <a:gd name="connsiteY143" fmla="*/ 4251 h 10191"/>
                <a:gd name="connsiteX144" fmla="*/ 559 w 10011"/>
                <a:gd name="connsiteY144" fmla="*/ 4482 h 10191"/>
                <a:gd name="connsiteX145" fmla="*/ 492 w 10011"/>
                <a:gd name="connsiteY145" fmla="*/ 4450 h 10191"/>
                <a:gd name="connsiteX146" fmla="*/ 585 w 10011"/>
                <a:gd name="connsiteY146" fmla="*/ 4728 h 10191"/>
                <a:gd name="connsiteX147" fmla="*/ 515 w 10011"/>
                <a:gd name="connsiteY147" fmla="*/ 4825 h 10191"/>
                <a:gd name="connsiteX148" fmla="*/ 492 w 10011"/>
                <a:gd name="connsiteY148" fmla="*/ 5087 h 10191"/>
                <a:gd name="connsiteX149" fmla="*/ 429 w 10011"/>
                <a:gd name="connsiteY149" fmla="*/ 5661 h 10191"/>
                <a:gd name="connsiteX150" fmla="*/ 413 w 10011"/>
                <a:gd name="connsiteY150" fmla="*/ 5789 h 10191"/>
                <a:gd name="connsiteX151" fmla="*/ 386 w 10011"/>
                <a:gd name="connsiteY151" fmla="*/ 6057 h 10191"/>
                <a:gd name="connsiteX152" fmla="*/ 420 w 10011"/>
                <a:gd name="connsiteY152" fmla="*/ 6504 h 10191"/>
                <a:gd name="connsiteX153" fmla="*/ 303 w 10011"/>
                <a:gd name="connsiteY153" fmla="*/ 6813 h 10191"/>
                <a:gd name="connsiteX154" fmla="*/ 271 w 10011"/>
                <a:gd name="connsiteY154" fmla="*/ 7070 h 10191"/>
                <a:gd name="connsiteX155" fmla="*/ 508 w 10011"/>
                <a:gd name="connsiteY155" fmla="*/ 7322 h 10191"/>
                <a:gd name="connsiteX156" fmla="*/ 556 w 10011"/>
                <a:gd name="connsiteY156" fmla="*/ 7611 h 10191"/>
                <a:gd name="connsiteX157" fmla="*/ 505 w 10011"/>
                <a:gd name="connsiteY157" fmla="*/ 8054 h 10191"/>
                <a:gd name="connsiteX158" fmla="*/ 561 w 10011"/>
                <a:gd name="connsiteY158" fmla="*/ 8289 h 10191"/>
                <a:gd name="connsiteX159" fmla="*/ 428 w 10011"/>
                <a:gd name="connsiteY159" fmla="*/ 8725 h 10191"/>
                <a:gd name="connsiteX0" fmla="*/ 456 w 10039"/>
                <a:gd name="connsiteY0" fmla="*/ 8725 h 10191"/>
                <a:gd name="connsiteX1" fmla="*/ 71 w 10039"/>
                <a:gd name="connsiteY1" fmla="*/ 9182 h 10191"/>
                <a:gd name="connsiteX2" fmla="*/ 28 w 10039"/>
                <a:gd name="connsiteY2" fmla="*/ 9610 h 10191"/>
                <a:gd name="connsiteX3" fmla="*/ 209 w 10039"/>
                <a:gd name="connsiteY3" fmla="*/ 9819 h 10191"/>
                <a:gd name="connsiteX4" fmla="*/ 307 w 10039"/>
                <a:gd name="connsiteY4" fmla="*/ 9819 h 10191"/>
                <a:gd name="connsiteX5" fmla="*/ 473 w 10039"/>
                <a:gd name="connsiteY5" fmla="*/ 9819 h 10191"/>
                <a:gd name="connsiteX6" fmla="*/ 610 w 10039"/>
                <a:gd name="connsiteY6" fmla="*/ 9819 h 10191"/>
                <a:gd name="connsiteX7" fmla="*/ 614 w 10039"/>
                <a:gd name="connsiteY7" fmla="*/ 10002 h 10191"/>
                <a:gd name="connsiteX8" fmla="*/ 919 w 10039"/>
                <a:gd name="connsiteY8" fmla="*/ 9897 h 10191"/>
                <a:gd name="connsiteX9" fmla="*/ 1291 w 10039"/>
                <a:gd name="connsiteY9" fmla="*/ 10141 h 10191"/>
                <a:gd name="connsiteX10" fmla="*/ 1389 w 10039"/>
                <a:gd name="connsiteY10" fmla="*/ 10141 h 10191"/>
                <a:gd name="connsiteX11" fmla="*/ 1495 w 10039"/>
                <a:gd name="connsiteY11" fmla="*/ 10141 h 10191"/>
                <a:gd name="connsiteX12" fmla="*/ 1594 w 10039"/>
                <a:gd name="connsiteY12" fmla="*/ 10141 h 10191"/>
                <a:gd name="connsiteX13" fmla="*/ 1731 w 10039"/>
                <a:gd name="connsiteY13" fmla="*/ 10082 h 10191"/>
                <a:gd name="connsiteX14" fmla="*/ 1869 w 10039"/>
                <a:gd name="connsiteY14" fmla="*/ 9996 h 10191"/>
                <a:gd name="connsiteX15" fmla="*/ 2215 w 10039"/>
                <a:gd name="connsiteY15" fmla="*/ 10082 h 10191"/>
                <a:gd name="connsiteX16" fmla="*/ 2314 w 10039"/>
                <a:gd name="connsiteY16" fmla="*/ 10082 h 10191"/>
                <a:gd name="connsiteX17" fmla="*/ 2455 w 10039"/>
                <a:gd name="connsiteY17" fmla="*/ 10012 h 10191"/>
                <a:gd name="connsiteX18" fmla="*/ 2601 w 10039"/>
                <a:gd name="connsiteY18" fmla="*/ 9948 h 10191"/>
                <a:gd name="connsiteX19" fmla="*/ 2735 w 10039"/>
                <a:gd name="connsiteY19" fmla="*/ 9948 h 10191"/>
                <a:gd name="connsiteX20" fmla="*/ 2841 w 10039"/>
                <a:gd name="connsiteY20" fmla="*/ 9948 h 10191"/>
                <a:gd name="connsiteX21" fmla="*/ 2943 w 10039"/>
                <a:gd name="connsiteY21" fmla="*/ 9948 h 10191"/>
                <a:gd name="connsiteX22" fmla="*/ 3144 w 10039"/>
                <a:gd name="connsiteY22" fmla="*/ 9948 h 10191"/>
                <a:gd name="connsiteX23" fmla="*/ 3273 w 10039"/>
                <a:gd name="connsiteY23" fmla="*/ 10018 h 10191"/>
                <a:gd name="connsiteX24" fmla="*/ 3403 w 10039"/>
                <a:gd name="connsiteY24" fmla="*/ 10082 h 10191"/>
                <a:gd name="connsiteX25" fmla="*/ 3498 w 10039"/>
                <a:gd name="connsiteY25" fmla="*/ 10141 h 10191"/>
                <a:gd name="connsiteX26" fmla="*/ 3600 w 10039"/>
                <a:gd name="connsiteY26" fmla="*/ 10136 h 10191"/>
                <a:gd name="connsiteX27" fmla="*/ 3702 w 10039"/>
                <a:gd name="connsiteY27" fmla="*/ 10082 h 10191"/>
                <a:gd name="connsiteX28" fmla="*/ 3816 w 10039"/>
                <a:gd name="connsiteY28" fmla="*/ 10012 h 10191"/>
                <a:gd name="connsiteX29" fmla="*/ 3962 w 10039"/>
                <a:gd name="connsiteY29" fmla="*/ 9996 h 10191"/>
                <a:gd name="connsiteX30" fmla="*/ 4115 w 10039"/>
                <a:gd name="connsiteY30" fmla="*/ 10082 h 10191"/>
                <a:gd name="connsiteX31" fmla="*/ 4210 w 10039"/>
                <a:gd name="connsiteY31" fmla="*/ 10141 h 10191"/>
                <a:gd name="connsiteX32" fmla="*/ 4316 w 10039"/>
                <a:gd name="connsiteY32" fmla="*/ 10136 h 10191"/>
                <a:gd name="connsiteX33" fmla="*/ 4414 w 10039"/>
                <a:gd name="connsiteY33" fmla="*/ 10136 h 10191"/>
                <a:gd name="connsiteX34" fmla="*/ 4552 w 10039"/>
                <a:gd name="connsiteY34" fmla="*/ 10130 h 10191"/>
                <a:gd name="connsiteX35" fmla="*/ 4690 w 10039"/>
                <a:gd name="connsiteY35" fmla="*/ 10077 h 10191"/>
                <a:gd name="connsiteX36" fmla="*/ 4835 w 10039"/>
                <a:gd name="connsiteY36" fmla="*/ 10018 h 10191"/>
                <a:gd name="connsiteX37" fmla="*/ 5044 w 10039"/>
                <a:gd name="connsiteY37" fmla="*/ 9948 h 10191"/>
                <a:gd name="connsiteX38" fmla="*/ 5150 w 10039"/>
                <a:gd name="connsiteY38" fmla="*/ 9948 h 10191"/>
                <a:gd name="connsiteX39" fmla="*/ 5421 w 10039"/>
                <a:gd name="connsiteY39" fmla="*/ 9948 h 10191"/>
                <a:gd name="connsiteX40" fmla="*/ 5567 w 10039"/>
                <a:gd name="connsiteY40" fmla="*/ 9884 h 10191"/>
                <a:gd name="connsiteX41" fmla="*/ 5673 w 10039"/>
                <a:gd name="connsiteY41" fmla="*/ 9819 h 10191"/>
                <a:gd name="connsiteX42" fmla="*/ 5807 w 10039"/>
                <a:gd name="connsiteY42" fmla="*/ 9814 h 10191"/>
                <a:gd name="connsiteX43" fmla="*/ 5886 w 10039"/>
                <a:gd name="connsiteY43" fmla="*/ 9600 h 10191"/>
                <a:gd name="connsiteX44" fmla="*/ 6100 w 10039"/>
                <a:gd name="connsiteY44" fmla="*/ 9782 h 10191"/>
                <a:gd name="connsiteX45" fmla="*/ 6468 w 10039"/>
                <a:gd name="connsiteY45" fmla="*/ 9691 h 10191"/>
                <a:gd name="connsiteX46" fmla="*/ 6570 w 10039"/>
                <a:gd name="connsiteY46" fmla="*/ 9691 h 10191"/>
                <a:gd name="connsiteX47" fmla="*/ 6672 w 10039"/>
                <a:gd name="connsiteY47" fmla="*/ 9627 h 10191"/>
                <a:gd name="connsiteX48" fmla="*/ 6779 w 10039"/>
                <a:gd name="connsiteY48" fmla="*/ 9627 h 10191"/>
                <a:gd name="connsiteX49" fmla="*/ 6916 w 10039"/>
                <a:gd name="connsiteY49" fmla="*/ 9627 h 10191"/>
                <a:gd name="connsiteX50" fmla="*/ 7050 w 10039"/>
                <a:gd name="connsiteY50" fmla="*/ 9627 h 10191"/>
                <a:gd name="connsiteX51" fmla="*/ 7294 w 10039"/>
                <a:gd name="connsiteY51" fmla="*/ 9630 h 10191"/>
                <a:gd name="connsiteX52" fmla="*/ 7565 w 10039"/>
                <a:gd name="connsiteY52" fmla="*/ 9557 h 10191"/>
                <a:gd name="connsiteX53" fmla="*/ 7695 w 10039"/>
                <a:gd name="connsiteY53" fmla="*/ 9627 h 10191"/>
                <a:gd name="connsiteX54" fmla="*/ 7833 w 10039"/>
                <a:gd name="connsiteY54" fmla="*/ 9627 h 10191"/>
                <a:gd name="connsiteX55" fmla="*/ 7998 w 10039"/>
                <a:gd name="connsiteY55" fmla="*/ 9627 h 10191"/>
                <a:gd name="connsiteX56" fmla="*/ 8112 w 10039"/>
                <a:gd name="connsiteY56" fmla="*/ 9562 h 10191"/>
                <a:gd name="connsiteX57" fmla="*/ 8187 w 10039"/>
                <a:gd name="connsiteY57" fmla="*/ 9600 h 10191"/>
                <a:gd name="connsiteX58" fmla="*/ 8494 w 10039"/>
                <a:gd name="connsiteY58" fmla="*/ 9622 h 10191"/>
                <a:gd name="connsiteX59" fmla="*/ 8643 w 10039"/>
                <a:gd name="connsiteY59" fmla="*/ 9375 h 10191"/>
                <a:gd name="connsiteX60" fmla="*/ 8760 w 10039"/>
                <a:gd name="connsiteY60" fmla="*/ 9454 h 10191"/>
                <a:gd name="connsiteX61" fmla="*/ 9007 w 10039"/>
                <a:gd name="connsiteY61" fmla="*/ 9391 h 10191"/>
                <a:gd name="connsiteX62" fmla="*/ 9169 w 10039"/>
                <a:gd name="connsiteY62" fmla="*/ 9437 h 10191"/>
                <a:gd name="connsiteX63" fmla="*/ 9524 w 10039"/>
                <a:gd name="connsiteY63" fmla="*/ 9280 h 10191"/>
                <a:gd name="connsiteX64" fmla="*/ 9658 w 10039"/>
                <a:gd name="connsiteY64" fmla="*/ 8506 h 10191"/>
                <a:gd name="connsiteX65" fmla="*/ 9658 w 10039"/>
                <a:gd name="connsiteY65" fmla="*/ 7515 h 10191"/>
                <a:gd name="connsiteX66" fmla="*/ 9698 w 10039"/>
                <a:gd name="connsiteY66" fmla="*/ 7236 h 10191"/>
                <a:gd name="connsiteX67" fmla="*/ 9737 w 10039"/>
                <a:gd name="connsiteY67" fmla="*/ 6749 h 10191"/>
                <a:gd name="connsiteX68" fmla="*/ 9768 w 10039"/>
                <a:gd name="connsiteY68" fmla="*/ 6486 h 10191"/>
                <a:gd name="connsiteX69" fmla="*/ 9925 w 10039"/>
                <a:gd name="connsiteY69" fmla="*/ 6052 h 10191"/>
                <a:gd name="connsiteX70" fmla="*/ 9879 w 10039"/>
                <a:gd name="connsiteY70" fmla="*/ 5463 h 10191"/>
                <a:gd name="connsiteX71" fmla="*/ 10003 w 10039"/>
                <a:gd name="connsiteY71" fmla="*/ 4988 h 10191"/>
                <a:gd name="connsiteX72" fmla="*/ 9969 w 10039"/>
                <a:gd name="connsiteY72" fmla="*/ 4632 h 10191"/>
                <a:gd name="connsiteX73" fmla="*/ 10004 w 10039"/>
                <a:gd name="connsiteY73" fmla="*/ 4316 h 10191"/>
                <a:gd name="connsiteX74" fmla="*/ 10024 w 10039"/>
                <a:gd name="connsiteY74" fmla="*/ 4123 h 10191"/>
                <a:gd name="connsiteX75" fmla="*/ 9981 w 10039"/>
                <a:gd name="connsiteY75" fmla="*/ 3924 h 10191"/>
                <a:gd name="connsiteX76" fmla="*/ 9965 w 10039"/>
                <a:gd name="connsiteY76" fmla="*/ 3742 h 10191"/>
                <a:gd name="connsiteX77" fmla="*/ 9997 w 10039"/>
                <a:gd name="connsiteY77" fmla="*/ 3485 h 10191"/>
                <a:gd name="connsiteX78" fmla="*/ 10028 w 10039"/>
                <a:gd name="connsiteY78" fmla="*/ 3164 h 10191"/>
                <a:gd name="connsiteX79" fmla="*/ 9934 w 10039"/>
                <a:gd name="connsiteY79" fmla="*/ 2713 h 10191"/>
                <a:gd name="connsiteX80" fmla="*/ 9720 w 10039"/>
                <a:gd name="connsiteY80" fmla="*/ 2307 h 10191"/>
                <a:gd name="connsiteX81" fmla="*/ 9728 w 10039"/>
                <a:gd name="connsiteY81" fmla="*/ 1103 h 10191"/>
                <a:gd name="connsiteX82" fmla="*/ 9549 w 10039"/>
                <a:gd name="connsiteY82" fmla="*/ 1125 h 10191"/>
                <a:gd name="connsiteX83" fmla="*/ 9382 w 10039"/>
                <a:gd name="connsiteY83" fmla="*/ 878 h 10191"/>
                <a:gd name="connsiteX84" fmla="*/ 9084 w 10039"/>
                <a:gd name="connsiteY84" fmla="*/ 1025 h 10191"/>
                <a:gd name="connsiteX85" fmla="*/ 8979 w 10039"/>
                <a:gd name="connsiteY85" fmla="*/ 1291 h 10191"/>
                <a:gd name="connsiteX86" fmla="*/ 8777 w 10039"/>
                <a:gd name="connsiteY86" fmla="*/ 1245 h 10191"/>
                <a:gd name="connsiteX87" fmla="*/ 8643 w 10039"/>
                <a:gd name="connsiteY87" fmla="*/ 1245 h 10191"/>
                <a:gd name="connsiteX88" fmla="*/ 8513 w 10039"/>
                <a:gd name="connsiteY88" fmla="*/ 1175 h 10191"/>
                <a:gd name="connsiteX89" fmla="*/ 8384 w 10039"/>
                <a:gd name="connsiteY89" fmla="*/ 1175 h 10191"/>
                <a:gd name="connsiteX90" fmla="*/ 8218 w 10039"/>
                <a:gd name="connsiteY90" fmla="*/ 1111 h 10191"/>
                <a:gd name="connsiteX91" fmla="*/ 8085 w 10039"/>
                <a:gd name="connsiteY91" fmla="*/ 929 h 10191"/>
                <a:gd name="connsiteX92" fmla="*/ 7644 w 10039"/>
                <a:gd name="connsiteY92" fmla="*/ 736 h 10191"/>
                <a:gd name="connsiteX93" fmla="*/ 7510 w 10039"/>
                <a:gd name="connsiteY93" fmla="*/ 730 h 10191"/>
                <a:gd name="connsiteX94" fmla="*/ 7455 w 10039"/>
                <a:gd name="connsiteY94" fmla="*/ 929 h 10191"/>
                <a:gd name="connsiteX95" fmla="*/ 7373 w 10039"/>
                <a:gd name="connsiteY95" fmla="*/ 736 h 10191"/>
                <a:gd name="connsiteX96" fmla="*/ 7172 w 10039"/>
                <a:gd name="connsiteY96" fmla="*/ 736 h 10191"/>
                <a:gd name="connsiteX97" fmla="*/ 7070 w 10039"/>
                <a:gd name="connsiteY97" fmla="*/ 730 h 10191"/>
                <a:gd name="connsiteX98" fmla="*/ 7038 w 10039"/>
                <a:gd name="connsiteY98" fmla="*/ 934 h 10191"/>
                <a:gd name="connsiteX99" fmla="*/ 6877 w 10039"/>
                <a:gd name="connsiteY99" fmla="*/ 607 h 10191"/>
                <a:gd name="connsiteX100" fmla="*/ 6743 w 10039"/>
                <a:gd name="connsiteY100" fmla="*/ 602 h 10191"/>
                <a:gd name="connsiteX101" fmla="*/ 6661 w 10039"/>
                <a:gd name="connsiteY101" fmla="*/ 538 h 10191"/>
                <a:gd name="connsiteX102" fmla="*/ 6263 w 10039"/>
                <a:gd name="connsiteY102" fmla="*/ 350 h 10191"/>
                <a:gd name="connsiteX103" fmla="*/ 6133 w 10039"/>
                <a:gd name="connsiteY103" fmla="*/ 280 h 10191"/>
                <a:gd name="connsiteX104" fmla="*/ 6078 w 10039"/>
                <a:gd name="connsiteY104" fmla="*/ 146 h 10191"/>
                <a:gd name="connsiteX105" fmla="*/ 5740 w 10039"/>
                <a:gd name="connsiteY105" fmla="*/ 162 h 10191"/>
                <a:gd name="connsiteX106" fmla="*/ 5539 w 10039"/>
                <a:gd name="connsiteY106" fmla="*/ 157 h 10191"/>
                <a:gd name="connsiteX107" fmla="*/ 5449 w 10039"/>
                <a:gd name="connsiteY107" fmla="*/ 146 h 10191"/>
                <a:gd name="connsiteX108" fmla="*/ 5229 w 10039"/>
                <a:gd name="connsiteY108" fmla="*/ 157 h 10191"/>
                <a:gd name="connsiteX109" fmla="*/ 5130 w 10039"/>
                <a:gd name="connsiteY109" fmla="*/ 162 h 10191"/>
                <a:gd name="connsiteX110" fmla="*/ 5036 w 10039"/>
                <a:gd name="connsiteY110" fmla="*/ 141 h 10191"/>
                <a:gd name="connsiteX111" fmla="*/ 4957 w 10039"/>
                <a:gd name="connsiteY111" fmla="*/ 162 h 10191"/>
                <a:gd name="connsiteX112" fmla="*/ 4593 w 10039"/>
                <a:gd name="connsiteY112" fmla="*/ 268 h 10191"/>
                <a:gd name="connsiteX113" fmla="*/ 4262 w 10039"/>
                <a:gd name="connsiteY113" fmla="*/ 345 h 10191"/>
                <a:gd name="connsiteX114" fmla="*/ 3903 w 10039"/>
                <a:gd name="connsiteY114" fmla="*/ 162 h 10191"/>
                <a:gd name="connsiteX115" fmla="*/ 3777 w 10039"/>
                <a:gd name="connsiteY115" fmla="*/ 146 h 10191"/>
                <a:gd name="connsiteX116" fmla="*/ 3569 w 10039"/>
                <a:gd name="connsiteY116" fmla="*/ 162 h 10191"/>
                <a:gd name="connsiteX117" fmla="*/ 3431 w 10039"/>
                <a:gd name="connsiteY117" fmla="*/ 162 h 10191"/>
                <a:gd name="connsiteX118" fmla="*/ 3360 w 10039"/>
                <a:gd name="connsiteY118" fmla="*/ 141 h 10191"/>
                <a:gd name="connsiteX119" fmla="*/ 3096 w 10039"/>
                <a:gd name="connsiteY119" fmla="*/ 162 h 10191"/>
                <a:gd name="connsiteX120" fmla="*/ 2959 w 10039"/>
                <a:gd name="connsiteY120" fmla="*/ 157 h 10191"/>
                <a:gd name="connsiteX121" fmla="*/ 2853 w 10039"/>
                <a:gd name="connsiteY121" fmla="*/ 162 h 10191"/>
                <a:gd name="connsiteX122" fmla="*/ 2735 w 10039"/>
                <a:gd name="connsiteY122" fmla="*/ 146 h 10191"/>
                <a:gd name="connsiteX123" fmla="*/ 2318 w 10039"/>
                <a:gd name="connsiteY123" fmla="*/ 146 h 10191"/>
                <a:gd name="connsiteX124" fmla="*/ 1940 w 10039"/>
                <a:gd name="connsiteY124" fmla="*/ 479 h 10191"/>
                <a:gd name="connsiteX125" fmla="*/ 1822 w 10039"/>
                <a:gd name="connsiteY125" fmla="*/ 607 h 10191"/>
                <a:gd name="connsiteX126" fmla="*/ 1720 w 10039"/>
                <a:gd name="connsiteY126" fmla="*/ 607 h 10191"/>
                <a:gd name="connsiteX127" fmla="*/ 1645 w 10039"/>
                <a:gd name="connsiteY127" fmla="*/ 538 h 10191"/>
                <a:gd name="connsiteX128" fmla="*/ 1480 w 10039"/>
                <a:gd name="connsiteY128" fmla="*/ 923 h 10191"/>
                <a:gd name="connsiteX129" fmla="*/ 1338 w 10039"/>
                <a:gd name="connsiteY129" fmla="*/ 993 h 10191"/>
                <a:gd name="connsiteX130" fmla="*/ 1283 w 10039"/>
                <a:gd name="connsiteY130" fmla="*/ 1181 h 10191"/>
                <a:gd name="connsiteX131" fmla="*/ 1137 w 10039"/>
                <a:gd name="connsiteY131" fmla="*/ 1331 h 10191"/>
                <a:gd name="connsiteX132" fmla="*/ 1118 w 10039"/>
                <a:gd name="connsiteY132" fmla="*/ 1433 h 10191"/>
                <a:gd name="connsiteX133" fmla="*/ 1055 w 10039"/>
                <a:gd name="connsiteY133" fmla="*/ 1700 h 10191"/>
                <a:gd name="connsiteX134" fmla="*/ 929 w 10039"/>
                <a:gd name="connsiteY134" fmla="*/ 1958 h 10191"/>
                <a:gd name="connsiteX135" fmla="*/ 846 w 10039"/>
                <a:gd name="connsiteY135" fmla="*/ 2118 h 10191"/>
                <a:gd name="connsiteX136" fmla="*/ 850 w 10039"/>
                <a:gd name="connsiteY136" fmla="*/ 2654 h 10191"/>
                <a:gd name="connsiteX137" fmla="*/ 827 w 10039"/>
                <a:gd name="connsiteY137" fmla="*/ 2912 h 10191"/>
                <a:gd name="connsiteX138" fmla="*/ 866 w 10039"/>
                <a:gd name="connsiteY138" fmla="*/ 3223 h 10191"/>
                <a:gd name="connsiteX139" fmla="*/ 772 w 10039"/>
                <a:gd name="connsiteY139" fmla="*/ 3421 h 10191"/>
                <a:gd name="connsiteX140" fmla="*/ 673 w 10039"/>
                <a:gd name="connsiteY140" fmla="*/ 3694 h 10191"/>
                <a:gd name="connsiteX141" fmla="*/ 650 w 10039"/>
                <a:gd name="connsiteY141" fmla="*/ 4198 h 10191"/>
                <a:gd name="connsiteX142" fmla="*/ 539 w 10039"/>
                <a:gd name="connsiteY142" fmla="*/ 4251 h 10191"/>
                <a:gd name="connsiteX143" fmla="*/ 587 w 10039"/>
                <a:gd name="connsiteY143" fmla="*/ 4482 h 10191"/>
                <a:gd name="connsiteX144" fmla="*/ 520 w 10039"/>
                <a:gd name="connsiteY144" fmla="*/ 4450 h 10191"/>
                <a:gd name="connsiteX145" fmla="*/ 613 w 10039"/>
                <a:gd name="connsiteY145" fmla="*/ 4728 h 10191"/>
                <a:gd name="connsiteX146" fmla="*/ 543 w 10039"/>
                <a:gd name="connsiteY146" fmla="*/ 4825 h 10191"/>
                <a:gd name="connsiteX147" fmla="*/ 520 w 10039"/>
                <a:gd name="connsiteY147" fmla="*/ 5087 h 10191"/>
                <a:gd name="connsiteX148" fmla="*/ 457 w 10039"/>
                <a:gd name="connsiteY148" fmla="*/ 5661 h 10191"/>
                <a:gd name="connsiteX149" fmla="*/ 441 w 10039"/>
                <a:gd name="connsiteY149" fmla="*/ 5789 h 10191"/>
                <a:gd name="connsiteX150" fmla="*/ 414 w 10039"/>
                <a:gd name="connsiteY150" fmla="*/ 6057 h 10191"/>
                <a:gd name="connsiteX151" fmla="*/ 448 w 10039"/>
                <a:gd name="connsiteY151" fmla="*/ 6504 h 10191"/>
                <a:gd name="connsiteX152" fmla="*/ 331 w 10039"/>
                <a:gd name="connsiteY152" fmla="*/ 6813 h 10191"/>
                <a:gd name="connsiteX153" fmla="*/ 299 w 10039"/>
                <a:gd name="connsiteY153" fmla="*/ 7070 h 10191"/>
                <a:gd name="connsiteX154" fmla="*/ 536 w 10039"/>
                <a:gd name="connsiteY154" fmla="*/ 7322 h 10191"/>
                <a:gd name="connsiteX155" fmla="*/ 584 w 10039"/>
                <a:gd name="connsiteY155" fmla="*/ 7611 h 10191"/>
                <a:gd name="connsiteX156" fmla="*/ 533 w 10039"/>
                <a:gd name="connsiteY156" fmla="*/ 8054 h 10191"/>
                <a:gd name="connsiteX157" fmla="*/ 589 w 10039"/>
                <a:gd name="connsiteY157" fmla="*/ 8289 h 10191"/>
                <a:gd name="connsiteX158" fmla="*/ 456 w 10039"/>
                <a:gd name="connsiteY158" fmla="*/ 8725 h 10191"/>
                <a:gd name="connsiteX0" fmla="*/ 428 w 10011"/>
                <a:gd name="connsiteY0" fmla="*/ 8725 h 10191"/>
                <a:gd name="connsiteX1" fmla="*/ 0 w 10011"/>
                <a:gd name="connsiteY1" fmla="*/ 9610 h 10191"/>
                <a:gd name="connsiteX2" fmla="*/ 181 w 10011"/>
                <a:gd name="connsiteY2" fmla="*/ 9819 h 10191"/>
                <a:gd name="connsiteX3" fmla="*/ 279 w 10011"/>
                <a:gd name="connsiteY3" fmla="*/ 9819 h 10191"/>
                <a:gd name="connsiteX4" fmla="*/ 445 w 10011"/>
                <a:gd name="connsiteY4" fmla="*/ 9819 h 10191"/>
                <a:gd name="connsiteX5" fmla="*/ 582 w 10011"/>
                <a:gd name="connsiteY5" fmla="*/ 9819 h 10191"/>
                <a:gd name="connsiteX6" fmla="*/ 586 w 10011"/>
                <a:gd name="connsiteY6" fmla="*/ 10002 h 10191"/>
                <a:gd name="connsiteX7" fmla="*/ 891 w 10011"/>
                <a:gd name="connsiteY7" fmla="*/ 9897 h 10191"/>
                <a:gd name="connsiteX8" fmla="*/ 1263 w 10011"/>
                <a:gd name="connsiteY8" fmla="*/ 10141 h 10191"/>
                <a:gd name="connsiteX9" fmla="*/ 1361 w 10011"/>
                <a:gd name="connsiteY9" fmla="*/ 10141 h 10191"/>
                <a:gd name="connsiteX10" fmla="*/ 1467 w 10011"/>
                <a:gd name="connsiteY10" fmla="*/ 10141 h 10191"/>
                <a:gd name="connsiteX11" fmla="*/ 1566 w 10011"/>
                <a:gd name="connsiteY11" fmla="*/ 10141 h 10191"/>
                <a:gd name="connsiteX12" fmla="*/ 1703 w 10011"/>
                <a:gd name="connsiteY12" fmla="*/ 10082 h 10191"/>
                <a:gd name="connsiteX13" fmla="*/ 1841 w 10011"/>
                <a:gd name="connsiteY13" fmla="*/ 9996 h 10191"/>
                <a:gd name="connsiteX14" fmla="*/ 2187 w 10011"/>
                <a:gd name="connsiteY14" fmla="*/ 10082 h 10191"/>
                <a:gd name="connsiteX15" fmla="*/ 2286 w 10011"/>
                <a:gd name="connsiteY15" fmla="*/ 10082 h 10191"/>
                <a:gd name="connsiteX16" fmla="*/ 2427 w 10011"/>
                <a:gd name="connsiteY16" fmla="*/ 10012 h 10191"/>
                <a:gd name="connsiteX17" fmla="*/ 2573 w 10011"/>
                <a:gd name="connsiteY17" fmla="*/ 9948 h 10191"/>
                <a:gd name="connsiteX18" fmla="*/ 2707 w 10011"/>
                <a:gd name="connsiteY18" fmla="*/ 9948 h 10191"/>
                <a:gd name="connsiteX19" fmla="*/ 2813 w 10011"/>
                <a:gd name="connsiteY19" fmla="*/ 9948 h 10191"/>
                <a:gd name="connsiteX20" fmla="*/ 2915 w 10011"/>
                <a:gd name="connsiteY20" fmla="*/ 9948 h 10191"/>
                <a:gd name="connsiteX21" fmla="*/ 3116 w 10011"/>
                <a:gd name="connsiteY21" fmla="*/ 9948 h 10191"/>
                <a:gd name="connsiteX22" fmla="*/ 3245 w 10011"/>
                <a:gd name="connsiteY22" fmla="*/ 10018 h 10191"/>
                <a:gd name="connsiteX23" fmla="*/ 3375 w 10011"/>
                <a:gd name="connsiteY23" fmla="*/ 10082 h 10191"/>
                <a:gd name="connsiteX24" fmla="*/ 3470 w 10011"/>
                <a:gd name="connsiteY24" fmla="*/ 10141 h 10191"/>
                <a:gd name="connsiteX25" fmla="*/ 3572 w 10011"/>
                <a:gd name="connsiteY25" fmla="*/ 10136 h 10191"/>
                <a:gd name="connsiteX26" fmla="*/ 3674 w 10011"/>
                <a:gd name="connsiteY26" fmla="*/ 10082 h 10191"/>
                <a:gd name="connsiteX27" fmla="*/ 3788 w 10011"/>
                <a:gd name="connsiteY27" fmla="*/ 10012 h 10191"/>
                <a:gd name="connsiteX28" fmla="*/ 3934 w 10011"/>
                <a:gd name="connsiteY28" fmla="*/ 9996 h 10191"/>
                <a:gd name="connsiteX29" fmla="*/ 4087 w 10011"/>
                <a:gd name="connsiteY29" fmla="*/ 10082 h 10191"/>
                <a:gd name="connsiteX30" fmla="*/ 4182 w 10011"/>
                <a:gd name="connsiteY30" fmla="*/ 10141 h 10191"/>
                <a:gd name="connsiteX31" fmla="*/ 4288 w 10011"/>
                <a:gd name="connsiteY31" fmla="*/ 10136 h 10191"/>
                <a:gd name="connsiteX32" fmla="*/ 4386 w 10011"/>
                <a:gd name="connsiteY32" fmla="*/ 10136 h 10191"/>
                <a:gd name="connsiteX33" fmla="*/ 4524 w 10011"/>
                <a:gd name="connsiteY33" fmla="*/ 10130 h 10191"/>
                <a:gd name="connsiteX34" fmla="*/ 4662 w 10011"/>
                <a:gd name="connsiteY34" fmla="*/ 10077 h 10191"/>
                <a:gd name="connsiteX35" fmla="*/ 4807 w 10011"/>
                <a:gd name="connsiteY35" fmla="*/ 10018 h 10191"/>
                <a:gd name="connsiteX36" fmla="*/ 5016 w 10011"/>
                <a:gd name="connsiteY36" fmla="*/ 9948 h 10191"/>
                <a:gd name="connsiteX37" fmla="*/ 5122 w 10011"/>
                <a:gd name="connsiteY37" fmla="*/ 9948 h 10191"/>
                <a:gd name="connsiteX38" fmla="*/ 5393 w 10011"/>
                <a:gd name="connsiteY38" fmla="*/ 9948 h 10191"/>
                <a:gd name="connsiteX39" fmla="*/ 5539 w 10011"/>
                <a:gd name="connsiteY39" fmla="*/ 9884 h 10191"/>
                <a:gd name="connsiteX40" fmla="*/ 5645 w 10011"/>
                <a:gd name="connsiteY40" fmla="*/ 9819 h 10191"/>
                <a:gd name="connsiteX41" fmla="*/ 5779 w 10011"/>
                <a:gd name="connsiteY41" fmla="*/ 9814 h 10191"/>
                <a:gd name="connsiteX42" fmla="*/ 5858 w 10011"/>
                <a:gd name="connsiteY42" fmla="*/ 9600 h 10191"/>
                <a:gd name="connsiteX43" fmla="*/ 6072 w 10011"/>
                <a:gd name="connsiteY43" fmla="*/ 9782 h 10191"/>
                <a:gd name="connsiteX44" fmla="*/ 6440 w 10011"/>
                <a:gd name="connsiteY44" fmla="*/ 9691 h 10191"/>
                <a:gd name="connsiteX45" fmla="*/ 6542 w 10011"/>
                <a:gd name="connsiteY45" fmla="*/ 9691 h 10191"/>
                <a:gd name="connsiteX46" fmla="*/ 6644 w 10011"/>
                <a:gd name="connsiteY46" fmla="*/ 9627 h 10191"/>
                <a:gd name="connsiteX47" fmla="*/ 6751 w 10011"/>
                <a:gd name="connsiteY47" fmla="*/ 9627 h 10191"/>
                <a:gd name="connsiteX48" fmla="*/ 6888 w 10011"/>
                <a:gd name="connsiteY48" fmla="*/ 9627 h 10191"/>
                <a:gd name="connsiteX49" fmla="*/ 7022 w 10011"/>
                <a:gd name="connsiteY49" fmla="*/ 9627 h 10191"/>
                <a:gd name="connsiteX50" fmla="*/ 7266 w 10011"/>
                <a:gd name="connsiteY50" fmla="*/ 9630 h 10191"/>
                <a:gd name="connsiteX51" fmla="*/ 7537 w 10011"/>
                <a:gd name="connsiteY51" fmla="*/ 9557 h 10191"/>
                <a:gd name="connsiteX52" fmla="*/ 7667 w 10011"/>
                <a:gd name="connsiteY52" fmla="*/ 9627 h 10191"/>
                <a:gd name="connsiteX53" fmla="*/ 7805 w 10011"/>
                <a:gd name="connsiteY53" fmla="*/ 9627 h 10191"/>
                <a:gd name="connsiteX54" fmla="*/ 7970 w 10011"/>
                <a:gd name="connsiteY54" fmla="*/ 9627 h 10191"/>
                <a:gd name="connsiteX55" fmla="*/ 8084 w 10011"/>
                <a:gd name="connsiteY55" fmla="*/ 9562 h 10191"/>
                <a:gd name="connsiteX56" fmla="*/ 8159 w 10011"/>
                <a:gd name="connsiteY56" fmla="*/ 9600 h 10191"/>
                <a:gd name="connsiteX57" fmla="*/ 8466 w 10011"/>
                <a:gd name="connsiteY57" fmla="*/ 9622 h 10191"/>
                <a:gd name="connsiteX58" fmla="*/ 8615 w 10011"/>
                <a:gd name="connsiteY58" fmla="*/ 9375 h 10191"/>
                <a:gd name="connsiteX59" fmla="*/ 8732 w 10011"/>
                <a:gd name="connsiteY59" fmla="*/ 9454 h 10191"/>
                <a:gd name="connsiteX60" fmla="*/ 8979 w 10011"/>
                <a:gd name="connsiteY60" fmla="*/ 9391 h 10191"/>
                <a:gd name="connsiteX61" fmla="*/ 9141 w 10011"/>
                <a:gd name="connsiteY61" fmla="*/ 9437 h 10191"/>
                <a:gd name="connsiteX62" fmla="*/ 9496 w 10011"/>
                <a:gd name="connsiteY62" fmla="*/ 9280 h 10191"/>
                <a:gd name="connsiteX63" fmla="*/ 9630 w 10011"/>
                <a:gd name="connsiteY63" fmla="*/ 8506 h 10191"/>
                <a:gd name="connsiteX64" fmla="*/ 9630 w 10011"/>
                <a:gd name="connsiteY64" fmla="*/ 7515 h 10191"/>
                <a:gd name="connsiteX65" fmla="*/ 9670 w 10011"/>
                <a:gd name="connsiteY65" fmla="*/ 7236 h 10191"/>
                <a:gd name="connsiteX66" fmla="*/ 9709 w 10011"/>
                <a:gd name="connsiteY66" fmla="*/ 6749 h 10191"/>
                <a:gd name="connsiteX67" fmla="*/ 9740 w 10011"/>
                <a:gd name="connsiteY67" fmla="*/ 6486 h 10191"/>
                <a:gd name="connsiteX68" fmla="*/ 9897 w 10011"/>
                <a:gd name="connsiteY68" fmla="*/ 6052 h 10191"/>
                <a:gd name="connsiteX69" fmla="*/ 9851 w 10011"/>
                <a:gd name="connsiteY69" fmla="*/ 5463 h 10191"/>
                <a:gd name="connsiteX70" fmla="*/ 9975 w 10011"/>
                <a:gd name="connsiteY70" fmla="*/ 4988 h 10191"/>
                <a:gd name="connsiteX71" fmla="*/ 9941 w 10011"/>
                <a:gd name="connsiteY71" fmla="*/ 4632 h 10191"/>
                <a:gd name="connsiteX72" fmla="*/ 9976 w 10011"/>
                <a:gd name="connsiteY72" fmla="*/ 4316 h 10191"/>
                <a:gd name="connsiteX73" fmla="*/ 9996 w 10011"/>
                <a:gd name="connsiteY73" fmla="*/ 4123 h 10191"/>
                <a:gd name="connsiteX74" fmla="*/ 9953 w 10011"/>
                <a:gd name="connsiteY74" fmla="*/ 3924 h 10191"/>
                <a:gd name="connsiteX75" fmla="*/ 9937 w 10011"/>
                <a:gd name="connsiteY75" fmla="*/ 3742 h 10191"/>
                <a:gd name="connsiteX76" fmla="*/ 9969 w 10011"/>
                <a:gd name="connsiteY76" fmla="*/ 3485 h 10191"/>
                <a:gd name="connsiteX77" fmla="*/ 10000 w 10011"/>
                <a:gd name="connsiteY77" fmla="*/ 3164 h 10191"/>
                <a:gd name="connsiteX78" fmla="*/ 9906 w 10011"/>
                <a:gd name="connsiteY78" fmla="*/ 2713 h 10191"/>
                <a:gd name="connsiteX79" fmla="*/ 9692 w 10011"/>
                <a:gd name="connsiteY79" fmla="*/ 2307 h 10191"/>
                <a:gd name="connsiteX80" fmla="*/ 9700 w 10011"/>
                <a:gd name="connsiteY80" fmla="*/ 1103 h 10191"/>
                <a:gd name="connsiteX81" fmla="*/ 9521 w 10011"/>
                <a:gd name="connsiteY81" fmla="*/ 1125 h 10191"/>
                <a:gd name="connsiteX82" fmla="*/ 9354 w 10011"/>
                <a:gd name="connsiteY82" fmla="*/ 878 h 10191"/>
                <a:gd name="connsiteX83" fmla="*/ 9056 w 10011"/>
                <a:gd name="connsiteY83" fmla="*/ 1025 h 10191"/>
                <a:gd name="connsiteX84" fmla="*/ 8951 w 10011"/>
                <a:gd name="connsiteY84" fmla="*/ 1291 h 10191"/>
                <a:gd name="connsiteX85" fmla="*/ 8749 w 10011"/>
                <a:gd name="connsiteY85" fmla="*/ 1245 h 10191"/>
                <a:gd name="connsiteX86" fmla="*/ 8615 w 10011"/>
                <a:gd name="connsiteY86" fmla="*/ 1245 h 10191"/>
                <a:gd name="connsiteX87" fmla="*/ 8485 w 10011"/>
                <a:gd name="connsiteY87" fmla="*/ 1175 h 10191"/>
                <a:gd name="connsiteX88" fmla="*/ 8356 w 10011"/>
                <a:gd name="connsiteY88" fmla="*/ 1175 h 10191"/>
                <a:gd name="connsiteX89" fmla="*/ 8190 w 10011"/>
                <a:gd name="connsiteY89" fmla="*/ 1111 h 10191"/>
                <a:gd name="connsiteX90" fmla="*/ 8057 w 10011"/>
                <a:gd name="connsiteY90" fmla="*/ 929 h 10191"/>
                <a:gd name="connsiteX91" fmla="*/ 7616 w 10011"/>
                <a:gd name="connsiteY91" fmla="*/ 736 h 10191"/>
                <a:gd name="connsiteX92" fmla="*/ 7482 w 10011"/>
                <a:gd name="connsiteY92" fmla="*/ 730 h 10191"/>
                <a:gd name="connsiteX93" fmla="*/ 7427 w 10011"/>
                <a:gd name="connsiteY93" fmla="*/ 929 h 10191"/>
                <a:gd name="connsiteX94" fmla="*/ 7345 w 10011"/>
                <a:gd name="connsiteY94" fmla="*/ 736 h 10191"/>
                <a:gd name="connsiteX95" fmla="*/ 7144 w 10011"/>
                <a:gd name="connsiteY95" fmla="*/ 736 h 10191"/>
                <a:gd name="connsiteX96" fmla="*/ 7042 w 10011"/>
                <a:gd name="connsiteY96" fmla="*/ 730 h 10191"/>
                <a:gd name="connsiteX97" fmla="*/ 7010 w 10011"/>
                <a:gd name="connsiteY97" fmla="*/ 934 h 10191"/>
                <a:gd name="connsiteX98" fmla="*/ 6849 w 10011"/>
                <a:gd name="connsiteY98" fmla="*/ 607 h 10191"/>
                <a:gd name="connsiteX99" fmla="*/ 6715 w 10011"/>
                <a:gd name="connsiteY99" fmla="*/ 602 h 10191"/>
                <a:gd name="connsiteX100" fmla="*/ 6633 w 10011"/>
                <a:gd name="connsiteY100" fmla="*/ 538 h 10191"/>
                <a:gd name="connsiteX101" fmla="*/ 6235 w 10011"/>
                <a:gd name="connsiteY101" fmla="*/ 350 h 10191"/>
                <a:gd name="connsiteX102" fmla="*/ 6105 w 10011"/>
                <a:gd name="connsiteY102" fmla="*/ 280 h 10191"/>
                <a:gd name="connsiteX103" fmla="*/ 6050 w 10011"/>
                <a:gd name="connsiteY103" fmla="*/ 146 h 10191"/>
                <a:gd name="connsiteX104" fmla="*/ 5712 w 10011"/>
                <a:gd name="connsiteY104" fmla="*/ 162 h 10191"/>
                <a:gd name="connsiteX105" fmla="*/ 5511 w 10011"/>
                <a:gd name="connsiteY105" fmla="*/ 157 h 10191"/>
                <a:gd name="connsiteX106" fmla="*/ 5421 w 10011"/>
                <a:gd name="connsiteY106" fmla="*/ 146 h 10191"/>
                <a:gd name="connsiteX107" fmla="*/ 5201 w 10011"/>
                <a:gd name="connsiteY107" fmla="*/ 157 h 10191"/>
                <a:gd name="connsiteX108" fmla="*/ 5102 w 10011"/>
                <a:gd name="connsiteY108" fmla="*/ 162 h 10191"/>
                <a:gd name="connsiteX109" fmla="*/ 5008 w 10011"/>
                <a:gd name="connsiteY109" fmla="*/ 141 h 10191"/>
                <a:gd name="connsiteX110" fmla="*/ 4929 w 10011"/>
                <a:gd name="connsiteY110" fmla="*/ 162 h 10191"/>
                <a:gd name="connsiteX111" fmla="*/ 4565 w 10011"/>
                <a:gd name="connsiteY111" fmla="*/ 268 h 10191"/>
                <a:gd name="connsiteX112" fmla="*/ 4234 w 10011"/>
                <a:gd name="connsiteY112" fmla="*/ 345 h 10191"/>
                <a:gd name="connsiteX113" fmla="*/ 3875 w 10011"/>
                <a:gd name="connsiteY113" fmla="*/ 162 h 10191"/>
                <a:gd name="connsiteX114" fmla="*/ 3749 w 10011"/>
                <a:gd name="connsiteY114" fmla="*/ 146 h 10191"/>
                <a:gd name="connsiteX115" fmla="*/ 3541 w 10011"/>
                <a:gd name="connsiteY115" fmla="*/ 162 h 10191"/>
                <a:gd name="connsiteX116" fmla="*/ 3403 w 10011"/>
                <a:gd name="connsiteY116" fmla="*/ 162 h 10191"/>
                <a:gd name="connsiteX117" fmla="*/ 3332 w 10011"/>
                <a:gd name="connsiteY117" fmla="*/ 141 h 10191"/>
                <a:gd name="connsiteX118" fmla="*/ 3068 w 10011"/>
                <a:gd name="connsiteY118" fmla="*/ 162 h 10191"/>
                <a:gd name="connsiteX119" fmla="*/ 2931 w 10011"/>
                <a:gd name="connsiteY119" fmla="*/ 157 h 10191"/>
                <a:gd name="connsiteX120" fmla="*/ 2825 w 10011"/>
                <a:gd name="connsiteY120" fmla="*/ 162 h 10191"/>
                <a:gd name="connsiteX121" fmla="*/ 2707 w 10011"/>
                <a:gd name="connsiteY121" fmla="*/ 146 h 10191"/>
                <a:gd name="connsiteX122" fmla="*/ 2290 w 10011"/>
                <a:gd name="connsiteY122" fmla="*/ 146 h 10191"/>
                <a:gd name="connsiteX123" fmla="*/ 1912 w 10011"/>
                <a:gd name="connsiteY123" fmla="*/ 479 h 10191"/>
                <a:gd name="connsiteX124" fmla="*/ 1794 w 10011"/>
                <a:gd name="connsiteY124" fmla="*/ 607 h 10191"/>
                <a:gd name="connsiteX125" fmla="*/ 1692 w 10011"/>
                <a:gd name="connsiteY125" fmla="*/ 607 h 10191"/>
                <a:gd name="connsiteX126" fmla="*/ 1617 w 10011"/>
                <a:gd name="connsiteY126" fmla="*/ 538 h 10191"/>
                <a:gd name="connsiteX127" fmla="*/ 1452 w 10011"/>
                <a:gd name="connsiteY127" fmla="*/ 923 h 10191"/>
                <a:gd name="connsiteX128" fmla="*/ 1310 w 10011"/>
                <a:gd name="connsiteY128" fmla="*/ 993 h 10191"/>
                <a:gd name="connsiteX129" fmla="*/ 1255 w 10011"/>
                <a:gd name="connsiteY129" fmla="*/ 1181 h 10191"/>
                <a:gd name="connsiteX130" fmla="*/ 1109 w 10011"/>
                <a:gd name="connsiteY130" fmla="*/ 1331 h 10191"/>
                <a:gd name="connsiteX131" fmla="*/ 1090 w 10011"/>
                <a:gd name="connsiteY131" fmla="*/ 1433 h 10191"/>
                <a:gd name="connsiteX132" fmla="*/ 1027 w 10011"/>
                <a:gd name="connsiteY132" fmla="*/ 1700 h 10191"/>
                <a:gd name="connsiteX133" fmla="*/ 901 w 10011"/>
                <a:gd name="connsiteY133" fmla="*/ 1958 h 10191"/>
                <a:gd name="connsiteX134" fmla="*/ 818 w 10011"/>
                <a:gd name="connsiteY134" fmla="*/ 2118 h 10191"/>
                <a:gd name="connsiteX135" fmla="*/ 822 w 10011"/>
                <a:gd name="connsiteY135" fmla="*/ 2654 h 10191"/>
                <a:gd name="connsiteX136" fmla="*/ 799 w 10011"/>
                <a:gd name="connsiteY136" fmla="*/ 2912 h 10191"/>
                <a:gd name="connsiteX137" fmla="*/ 838 w 10011"/>
                <a:gd name="connsiteY137" fmla="*/ 3223 h 10191"/>
                <a:gd name="connsiteX138" fmla="*/ 744 w 10011"/>
                <a:gd name="connsiteY138" fmla="*/ 3421 h 10191"/>
                <a:gd name="connsiteX139" fmla="*/ 645 w 10011"/>
                <a:gd name="connsiteY139" fmla="*/ 3694 h 10191"/>
                <a:gd name="connsiteX140" fmla="*/ 622 w 10011"/>
                <a:gd name="connsiteY140" fmla="*/ 4198 h 10191"/>
                <a:gd name="connsiteX141" fmla="*/ 511 w 10011"/>
                <a:gd name="connsiteY141" fmla="*/ 4251 h 10191"/>
                <a:gd name="connsiteX142" fmla="*/ 559 w 10011"/>
                <a:gd name="connsiteY142" fmla="*/ 4482 h 10191"/>
                <a:gd name="connsiteX143" fmla="*/ 492 w 10011"/>
                <a:gd name="connsiteY143" fmla="*/ 4450 h 10191"/>
                <a:gd name="connsiteX144" fmla="*/ 585 w 10011"/>
                <a:gd name="connsiteY144" fmla="*/ 4728 h 10191"/>
                <a:gd name="connsiteX145" fmla="*/ 515 w 10011"/>
                <a:gd name="connsiteY145" fmla="*/ 4825 h 10191"/>
                <a:gd name="connsiteX146" fmla="*/ 492 w 10011"/>
                <a:gd name="connsiteY146" fmla="*/ 5087 h 10191"/>
                <a:gd name="connsiteX147" fmla="*/ 429 w 10011"/>
                <a:gd name="connsiteY147" fmla="*/ 5661 h 10191"/>
                <a:gd name="connsiteX148" fmla="*/ 413 w 10011"/>
                <a:gd name="connsiteY148" fmla="*/ 5789 h 10191"/>
                <a:gd name="connsiteX149" fmla="*/ 386 w 10011"/>
                <a:gd name="connsiteY149" fmla="*/ 6057 h 10191"/>
                <a:gd name="connsiteX150" fmla="*/ 420 w 10011"/>
                <a:gd name="connsiteY150" fmla="*/ 6504 h 10191"/>
                <a:gd name="connsiteX151" fmla="*/ 303 w 10011"/>
                <a:gd name="connsiteY151" fmla="*/ 6813 h 10191"/>
                <a:gd name="connsiteX152" fmla="*/ 271 w 10011"/>
                <a:gd name="connsiteY152" fmla="*/ 7070 h 10191"/>
                <a:gd name="connsiteX153" fmla="*/ 508 w 10011"/>
                <a:gd name="connsiteY153" fmla="*/ 7322 h 10191"/>
                <a:gd name="connsiteX154" fmla="*/ 556 w 10011"/>
                <a:gd name="connsiteY154" fmla="*/ 7611 h 10191"/>
                <a:gd name="connsiteX155" fmla="*/ 505 w 10011"/>
                <a:gd name="connsiteY155" fmla="*/ 8054 h 10191"/>
                <a:gd name="connsiteX156" fmla="*/ 561 w 10011"/>
                <a:gd name="connsiteY156" fmla="*/ 8289 h 10191"/>
                <a:gd name="connsiteX157" fmla="*/ 428 w 10011"/>
                <a:gd name="connsiteY157" fmla="*/ 8725 h 10191"/>
                <a:gd name="connsiteX0" fmla="*/ 247 w 9830"/>
                <a:gd name="connsiteY0" fmla="*/ 8725 h 10191"/>
                <a:gd name="connsiteX1" fmla="*/ 0 w 9830"/>
                <a:gd name="connsiteY1" fmla="*/ 9819 h 10191"/>
                <a:gd name="connsiteX2" fmla="*/ 98 w 9830"/>
                <a:gd name="connsiteY2" fmla="*/ 9819 h 10191"/>
                <a:gd name="connsiteX3" fmla="*/ 264 w 9830"/>
                <a:gd name="connsiteY3" fmla="*/ 9819 h 10191"/>
                <a:gd name="connsiteX4" fmla="*/ 401 w 9830"/>
                <a:gd name="connsiteY4" fmla="*/ 9819 h 10191"/>
                <a:gd name="connsiteX5" fmla="*/ 405 w 9830"/>
                <a:gd name="connsiteY5" fmla="*/ 10002 h 10191"/>
                <a:gd name="connsiteX6" fmla="*/ 710 w 9830"/>
                <a:gd name="connsiteY6" fmla="*/ 9897 h 10191"/>
                <a:gd name="connsiteX7" fmla="*/ 1082 w 9830"/>
                <a:gd name="connsiteY7" fmla="*/ 10141 h 10191"/>
                <a:gd name="connsiteX8" fmla="*/ 1180 w 9830"/>
                <a:gd name="connsiteY8" fmla="*/ 10141 h 10191"/>
                <a:gd name="connsiteX9" fmla="*/ 1286 w 9830"/>
                <a:gd name="connsiteY9" fmla="*/ 10141 h 10191"/>
                <a:gd name="connsiteX10" fmla="*/ 1385 w 9830"/>
                <a:gd name="connsiteY10" fmla="*/ 10141 h 10191"/>
                <a:gd name="connsiteX11" fmla="*/ 1522 w 9830"/>
                <a:gd name="connsiteY11" fmla="*/ 10082 h 10191"/>
                <a:gd name="connsiteX12" fmla="*/ 1660 w 9830"/>
                <a:gd name="connsiteY12" fmla="*/ 9996 h 10191"/>
                <a:gd name="connsiteX13" fmla="*/ 2006 w 9830"/>
                <a:gd name="connsiteY13" fmla="*/ 10082 h 10191"/>
                <a:gd name="connsiteX14" fmla="*/ 2105 w 9830"/>
                <a:gd name="connsiteY14" fmla="*/ 10082 h 10191"/>
                <a:gd name="connsiteX15" fmla="*/ 2246 w 9830"/>
                <a:gd name="connsiteY15" fmla="*/ 10012 h 10191"/>
                <a:gd name="connsiteX16" fmla="*/ 2392 w 9830"/>
                <a:gd name="connsiteY16" fmla="*/ 9948 h 10191"/>
                <a:gd name="connsiteX17" fmla="*/ 2526 w 9830"/>
                <a:gd name="connsiteY17" fmla="*/ 9948 h 10191"/>
                <a:gd name="connsiteX18" fmla="*/ 2632 w 9830"/>
                <a:gd name="connsiteY18" fmla="*/ 9948 h 10191"/>
                <a:gd name="connsiteX19" fmla="*/ 2734 w 9830"/>
                <a:gd name="connsiteY19" fmla="*/ 9948 h 10191"/>
                <a:gd name="connsiteX20" fmla="*/ 2935 w 9830"/>
                <a:gd name="connsiteY20" fmla="*/ 9948 h 10191"/>
                <a:gd name="connsiteX21" fmla="*/ 3064 w 9830"/>
                <a:gd name="connsiteY21" fmla="*/ 10018 h 10191"/>
                <a:gd name="connsiteX22" fmla="*/ 3194 w 9830"/>
                <a:gd name="connsiteY22" fmla="*/ 10082 h 10191"/>
                <a:gd name="connsiteX23" fmla="*/ 3289 w 9830"/>
                <a:gd name="connsiteY23" fmla="*/ 10141 h 10191"/>
                <a:gd name="connsiteX24" fmla="*/ 3391 w 9830"/>
                <a:gd name="connsiteY24" fmla="*/ 10136 h 10191"/>
                <a:gd name="connsiteX25" fmla="*/ 3493 w 9830"/>
                <a:gd name="connsiteY25" fmla="*/ 10082 h 10191"/>
                <a:gd name="connsiteX26" fmla="*/ 3607 w 9830"/>
                <a:gd name="connsiteY26" fmla="*/ 10012 h 10191"/>
                <a:gd name="connsiteX27" fmla="*/ 3753 w 9830"/>
                <a:gd name="connsiteY27" fmla="*/ 9996 h 10191"/>
                <a:gd name="connsiteX28" fmla="*/ 3906 w 9830"/>
                <a:gd name="connsiteY28" fmla="*/ 10082 h 10191"/>
                <a:gd name="connsiteX29" fmla="*/ 4001 w 9830"/>
                <a:gd name="connsiteY29" fmla="*/ 10141 h 10191"/>
                <a:gd name="connsiteX30" fmla="*/ 4107 w 9830"/>
                <a:gd name="connsiteY30" fmla="*/ 10136 h 10191"/>
                <a:gd name="connsiteX31" fmla="*/ 4205 w 9830"/>
                <a:gd name="connsiteY31" fmla="*/ 10136 h 10191"/>
                <a:gd name="connsiteX32" fmla="*/ 4343 w 9830"/>
                <a:gd name="connsiteY32" fmla="*/ 10130 h 10191"/>
                <a:gd name="connsiteX33" fmla="*/ 4481 w 9830"/>
                <a:gd name="connsiteY33" fmla="*/ 10077 h 10191"/>
                <a:gd name="connsiteX34" fmla="*/ 4626 w 9830"/>
                <a:gd name="connsiteY34" fmla="*/ 10018 h 10191"/>
                <a:gd name="connsiteX35" fmla="*/ 4835 w 9830"/>
                <a:gd name="connsiteY35" fmla="*/ 9948 h 10191"/>
                <a:gd name="connsiteX36" fmla="*/ 4941 w 9830"/>
                <a:gd name="connsiteY36" fmla="*/ 9948 h 10191"/>
                <a:gd name="connsiteX37" fmla="*/ 5212 w 9830"/>
                <a:gd name="connsiteY37" fmla="*/ 9948 h 10191"/>
                <a:gd name="connsiteX38" fmla="*/ 5358 w 9830"/>
                <a:gd name="connsiteY38" fmla="*/ 9884 h 10191"/>
                <a:gd name="connsiteX39" fmla="*/ 5464 w 9830"/>
                <a:gd name="connsiteY39" fmla="*/ 9819 h 10191"/>
                <a:gd name="connsiteX40" fmla="*/ 5598 w 9830"/>
                <a:gd name="connsiteY40" fmla="*/ 9814 h 10191"/>
                <a:gd name="connsiteX41" fmla="*/ 5677 w 9830"/>
                <a:gd name="connsiteY41" fmla="*/ 9600 h 10191"/>
                <a:gd name="connsiteX42" fmla="*/ 5891 w 9830"/>
                <a:gd name="connsiteY42" fmla="*/ 9782 h 10191"/>
                <a:gd name="connsiteX43" fmla="*/ 6259 w 9830"/>
                <a:gd name="connsiteY43" fmla="*/ 9691 h 10191"/>
                <a:gd name="connsiteX44" fmla="*/ 6361 w 9830"/>
                <a:gd name="connsiteY44" fmla="*/ 9691 h 10191"/>
                <a:gd name="connsiteX45" fmla="*/ 6463 w 9830"/>
                <a:gd name="connsiteY45" fmla="*/ 9627 h 10191"/>
                <a:gd name="connsiteX46" fmla="*/ 6570 w 9830"/>
                <a:gd name="connsiteY46" fmla="*/ 9627 h 10191"/>
                <a:gd name="connsiteX47" fmla="*/ 6707 w 9830"/>
                <a:gd name="connsiteY47" fmla="*/ 9627 h 10191"/>
                <a:gd name="connsiteX48" fmla="*/ 6841 w 9830"/>
                <a:gd name="connsiteY48" fmla="*/ 9627 h 10191"/>
                <a:gd name="connsiteX49" fmla="*/ 7085 w 9830"/>
                <a:gd name="connsiteY49" fmla="*/ 9630 h 10191"/>
                <a:gd name="connsiteX50" fmla="*/ 7356 w 9830"/>
                <a:gd name="connsiteY50" fmla="*/ 9557 h 10191"/>
                <a:gd name="connsiteX51" fmla="*/ 7486 w 9830"/>
                <a:gd name="connsiteY51" fmla="*/ 9627 h 10191"/>
                <a:gd name="connsiteX52" fmla="*/ 7624 w 9830"/>
                <a:gd name="connsiteY52" fmla="*/ 9627 h 10191"/>
                <a:gd name="connsiteX53" fmla="*/ 7789 w 9830"/>
                <a:gd name="connsiteY53" fmla="*/ 9627 h 10191"/>
                <a:gd name="connsiteX54" fmla="*/ 7903 w 9830"/>
                <a:gd name="connsiteY54" fmla="*/ 9562 h 10191"/>
                <a:gd name="connsiteX55" fmla="*/ 7978 w 9830"/>
                <a:gd name="connsiteY55" fmla="*/ 9600 h 10191"/>
                <a:gd name="connsiteX56" fmla="*/ 8285 w 9830"/>
                <a:gd name="connsiteY56" fmla="*/ 9622 h 10191"/>
                <a:gd name="connsiteX57" fmla="*/ 8434 w 9830"/>
                <a:gd name="connsiteY57" fmla="*/ 9375 h 10191"/>
                <a:gd name="connsiteX58" fmla="*/ 8551 w 9830"/>
                <a:gd name="connsiteY58" fmla="*/ 9454 h 10191"/>
                <a:gd name="connsiteX59" fmla="*/ 8798 w 9830"/>
                <a:gd name="connsiteY59" fmla="*/ 9391 h 10191"/>
                <a:gd name="connsiteX60" fmla="*/ 8960 w 9830"/>
                <a:gd name="connsiteY60" fmla="*/ 9437 h 10191"/>
                <a:gd name="connsiteX61" fmla="*/ 9315 w 9830"/>
                <a:gd name="connsiteY61" fmla="*/ 9280 h 10191"/>
                <a:gd name="connsiteX62" fmla="*/ 9449 w 9830"/>
                <a:gd name="connsiteY62" fmla="*/ 8506 h 10191"/>
                <a:gd name="connsiteX63" fmla="*/ 9449 w 9830"/>
                <a:gd name="connsiteY63" fmla="*/ 7515 h 10191"/>
                <a:gd name="connsiteX64" fmla="*/ 9489 w 9830"/>
                <a:gd name="connsiteY64" fmla="*/ 7236 h 10191"/>
                <a:gd name="connsiteX65" fmla="*/ 9528 w 9830"/>
                <a:gd name="connsiteY65" fmla="*/ 6749 h 10191"/>
                <a:gd name="connsiteX66" fmla="*/ 9559 w 9830"/>
                <a:gd name="connsiteY66" fmla="*/ 6486 h 10191"/>
                <a:gd name="connsiteX67" fmla="*/ 9716 w 9830"/>
                <a:gd name="connsiteY67" fmla="*/ 6052 h 10191"/>
                <a:gd name="connsiteX68" fmla="*/ 9670 w 9830"/>
                <a:gd name="connsiteY68" fmla="*/ 5463 h 10191"/>
                <a:gd name="connsiteX69" fmla="*/ 9794 w 9830"/>
                <a:gd name="connsiteY69" fmla="*/ 4988 h 10191"/>
                <a:gd name="connsiteX70" fmla="*/ 9760 w 9830"/>
                <a:gd name="connsiteY70" fmla="*/ 4632 h 10191"/>
                <a:gd name="connsiteX71" fmla="*/ 9795 w 9830"/>
                <a:gd name="connsiteY71" fmla="*/ 4316 h 10191"/>
                <a:gd name="connsiteX72" fmla="*/ 9815 w 9830"/>
                <a:gd name="connsiteY72" fmla="*/ 4123 h 10191"/>
                <a:gd name="connsiteX73" fmla="*/ 9772 w 9830"/>
                <a:gd name="connsiteY73" fmla="*/ 3924 h 10191"/>
                <a:gd name="connsiteX74" fmla="*/ 9756 w 9830"/>
                <a:gd name="connsiteY74" fmla="*/ 3742 h 10191"/>
                <a:gd name="connsiteX75" fmla="*/ 9788 w 9830"/>
                <a:gd name="connsiteY75" fmla="*/ 3485 h 10191"/>
                <a:gd name="connsiteX76" fmla="*/ 9819 w 9830"/>
                <a:gd name="connsiteY76" fmla="*/ 3164 h 10191"/>
                <a:gd name="connsiteX77" fmla="*/ 9725 w 9830"/>
                <a:gd name="connsiteY77" fmla="*/ 2713 h 10191"/>
                <a:gd name="connsiteX78" fmla="*/ 9511 w 9830"/>
                <a:gd name="connsiteY78" fmla="*/ 2307 h 10191"/>
                <a:gd name="connsiteX79" fmla="*/ 9519 w 9830"/>
                <a:gd name="connsiteY79" fmla="*/ 1103 h 10191"/>
                <a:gd name="connsiteX80" fmla="*/ 9340 w 9830"/>
                <a:gd name="connsiteY80" fmla="*/ 1125 h 10191"/>
                <a:gd name="connsiteX81" fmla="*/ 9173 w 9830"/>
                <a:gd name="connsiteY81" fmla="*/ 878 h 10191"/>
                <a:gd name="connsiteX82" fmla="*/ 8875 w 9830"/>
                <a:gd name="connsiteY82" fmla="*/ 1025 h 10191"/>
                <a:gd name="connsiteX83" fmla="*/ 8770 w 9830"/>
                <a:gd name="connsiteY83" fmla="*/ 1291 h 10191"/>
                <a:gd name="connsiteX84" fmla="*/ 8568 w 9830"/>
                <a:gd name="connsiteY84" fmla="*/ 1245 h 10191"/>
                <a:gd name="connsiteX85" fmla="*/ 8434 w 9830"/>
                <a:gd name="connsiteY85" fmla="*/ 1245 h 10191"/>
                <a:gd name="connsiteX86" fmla="*/ 8304 w 9830"/>
                <a:gd name="connsiteY86" fmla="*/ 1175 h 10191"/>
                <a:gd name="connsiteX87" fmla="*/ 8175 w 9830"/>
                <a:gd name="connsiteY87" fmla="*/ 1175 h 10191"/>
                <a:gd name="connsiteX88" fmla="*/ 8009 w 9830"/>
                <a:gd name="connsiteY88" fmla="*/ 1111 h 10191"/>
                <a:gd name="connsiteX89" fmla="*/ 7876 w 9830"/>
                <a:gd name="connsiteY89" fmla="*/ 929 h 10191"/>
                <a:gd name="connsiteX90" fmla="*/ 7435 w 9830"/>
                <a:gd name="connsiteY90" fmla="*/ 736 h 10191"/>
                <a:gd name="connsiteX91" fmla="*/ 7301 w 9830"/>
                <a:gd name="connsiteY91" fmla="*/ 730 h 10191"/>
                <a:gd name="connsiteX92" fmla="*/ 7246 w 9830"/>
                <a:gd name="connsiteY92" fmla="*/ 929 h 10191"/>
                <a:gd name="connsiteX93" fmla="*/ 7164 w 9830"/>
                <a:gd name="connsiteY93" fmla="*/ 736 h 10191"/>
                <a:gd name="connsiteX94" fmla="*/ 6963 w 9830"/>
                <a:gd name="connsiteY94" fmla="*/ 736 h 10191"/>
                <a:gd name="connsiteX95" fmla="*/ 6861 w 9830"/>
                <a:gd name="connsiteY95" fmla="*/ 730 h 10191"/>
                <a:gd name="connsiteX96" fmla="*/ 6829 w 9830"/>
                <a:gd name="connsiteY96" fmla="*/ 934 h 10191"/>
                <a:gd name="connsiteX97" fmla="*/ 6668 w 9830"/>
                <a:gd name="connsiteY97" fmla="*/ 607 h 10191"/>
                <a:gd name="connsiteX98" fmla="*/ 6534 w 9830"/>
                <a:gd name="connsiteY98" fmla="*/ 602 h 10191"/>
                <a:gd name="connsiteX99" fmla="*/ 6452 w 9830"/>
                <a:gd name="connsiteY99" fmla="*/ 538 h 10191"/>
                <a:gd name="connsiteX100" fmla="*/ 6054 w 9830"/>
                <a:gd name="connsiteY100" fmla="*/ 350 h 10191"/>
                <a:gd name="connsiteX101" fmla="*/ 5924 w 9830"/>
                <a:gd name="connsiteY101" fmla="*/ 280 h 10191"/>
                <a:gd name="connsiteX102" fmla="*/ 5869 w 9830"/>
                <a:gd name="connsiteY102" fmla="*/ 146 h 10191"/>
                <a:gd name="connsiteX103" fmla="*/ 5531 w 9830"/>
                <a:gd name="connsiteY103" fmla="*/ 162 h 10191"/>
                <a:gd name="connsiteX104" fmla="*/ 5330 w 9830"/>
                <a:gd name="connsiteY104" fmla="*/ 157 h 10191"/>
                <a:gd name="connsiteX105" fmla="*/ 5240 w 9830"/>
                <a:gd name="connsiteY105" fmla="*/ 146 h 10191"/>
                <a:gd name="connsiteX106" fmla="*/ 5020 w 9830"/>
                <a:gd name="connsiteY106" fmla="*/ 157 h 10191"/>
                <a:gd name="connsiteX107" fmla="*/ 4921 w 9830"/>
                <a:gd name="connsiteY107" fmla="*/ 162 h 10191"/>
                <a:gd name="connsiteX108" fmla="*/ 4827 w 9830"/>
                <a:gd name="connsiteY108" fmla="*/ 141 h 10191"/>
                <a:gd name="connsiteX109" fmla="*/ 4748 w 9830"/>
                <a:gd name="connsiteY109" fmla="*/ 162 h 10191"/>
                <a:gd name="connsiteX110" fmla="*/ 4384 w 9830"/>
                <a:gd name="connsiteY110" fmla="*/ 268 h 10191"/>
                <a:gd name="connsiteX111" fmla="*/ 4053 w 9830"/>
                <a:gd name="connsiteY111" fmla="*/ 345 h 10191"/>
                <a:gd name="connsiteX112" fmla="*/ 3694 w 9830"/>
                <a:gd name="connsiteY112" fmla="*/ 162 h 10191"/>
                <a:gd name="connsiteX113" fmla="*/ 3568 w 9830"/>
                <a:gd name="connsiteY113" fmla="*/ 146 h 10191"/>
                <a:gd name="connsiteX114" fmla="*/ 3360 w 9830"/>
                <a:gd name="connsiteY114" fmla="*/ 162 h 10191"/>
                <a:gd name="connsiteX115" fmla="*/ 3222 w 9830"/>
                <a:gd name="connsiteY115" fmla="*/ 162 h 10191"/>
                <a:gd name="connsiteX116" fmla="*/ 3151 w 9830"/>
                <a:gd name="connsiteY116" fmla="*/ 141 h 10191"/>
                <a:gd name="connsiteX117" fmla="*/ 2887 w 9830"/>
                <a:gd name="connsiteY117" fmla="*/ 162 h 10191"/>
                <a:gd name="connsiteX118" fmla="*/ 2750 w 9830"/>
                <a:gd name="connsiteY118" fmla="*/ 157 h 10191"/>
                <a:gd name="connsiteX119" fmla="*/ 2644 w 9830"/>
                <a:gd name="connsiteY119" fmla="*/ 162 h 10191"/>
                <a:gd name="connsiteX120" fmla="*/ 2526 w 9830"/>
                <a:gd name="connsiteY120" fmla="*/ 146 h 10191"/>
                <a:gd name="connsiteX121" fmla="*/ 2109 w 9830"/>
                <a:gd name="connsiteY121" fmla="*/ 146 h 10191"/>
                <a:gd name="connsiteX122" fmla="*/ 1731 w 9830"/>
                <a:gd name="connsiteY122" fmla="*/ 479 h 10191"/>
                <a:gd name="connsiteX123" fmla="*/ 1613 w 9830"/>
                <a:gd name="connsiteY123" fmla="*/ 607 h 10191"/>
                <a:gd name="connsiteX124" fmla="*/ 1511 w 9830"/>
                <a:gd name="connsiteY124" fmla="*/ 607 h 10191"/>
                <a:gd name="connsiteX125" fmla="*/ 1436 w 9830"/>
                <a:gd name="connsiteY125" fmla="*/ 538 h 10191"/>
                <a:gd name="connsiteX126" fmla="*/ 1271 w 9830"/>
                <a:gd name="connsiteY126" fmla="*/ 923 h 10191"/>
                <a:gd name="connsiteX127" fmla="*/ 1129 w 9830"/>
                <a:gd name="connsiteY127" fmla="*/ 993 h 10191"/>
                <a:gd name="connsiteX128" fmla="*/ 1074 w 9830"/>
                <a:gd name="connsiteY128" fmla="*/ 1181 h 10191"/>
                <a:gd name="connsiteX129" fmla="*/ 928 w 9830"/>
                <a:gd name="connsiteY129" fmla="*/ 1331 h 10191"/>
                <a:gd name="connsiteX130" fmla="*/ 909 w 9830"/>
                <a:gd name="connsiteY130" fmla="*/ 1433 h 10191"/>
                <a:gd name="connsiteX131" fmla="*/ 846 w 9830"/>
                <a:gd name="connsiteY131" fmla="*/ 1700 h 10191"/>
                <a:gd name="connsiteX132" fmla="*/ 720 w 9830"/>
                <a:gd name="connsiteY132" fmla="*/ 1958 h 10191"/>
                <a:gd name="connsiteX133" fmla="*/ 637 w 9830"/>
                <a:gd name="connsiteY133" fmla="*/ 2118 h 10191"/>
                <a:gd name="connsiteX134" fmla="*/ 641 w 9830"/>
                <a:gd name="connsiteY134" fmla="*/ 2654 h 10191"/>
                <a:gd name="connsiteX135" fmla="*/ 618 w 9830"/>
                <a:gd name="connsiteY135" fmla="*/ 2912 h 10191"/>
                <a:gd name="connsiteX136" fmla="*/ 657 w 9830"/>
                <a:gd name="connsiteY136" fmla="*/ 3223 h 10191"/>
                <a:gd name="connsiteX137" fmla="*/ 563 w 9830"/>
                <a:gd name="connsiteY137" fmla="*/ 3421 h 10191"/>
                <a:gd name="connsiteX138" fmla="*/ 464 w 9830"/>
                <a:gd name="connsiteY138" fmla="*/ 3694 h 10191"/>
                <a:gd name="connsiteX139" fmla="*/ 441 w 9830"/>
                <a:gd name="connsiteY139" fmla="*/ 4198 h 10191"/>
                <a:gd name="connsiteX140" fmla="*/ 330 w 9830"/>
                <a:gd name="connsiteY140" fmla="*/ 4251 h 10191"/>
                <a:gd name="connsiteX141" fmla="*/ 378 w 9830"/>
                <a:gd name="connsiteY141" fmla="*/ 4482 h 10191"/>
                <a:gd name="connsiteX142" fmla="*/ 311 w 9830"/>
                <a:gd name="connsiteY142" fmla="*/ 4450 h 10191"/>
                <a:gd name="connsiteX143" fmla="*/ 404 w 9830"/>
                <a:gd name="connsiteY143" fmla="*/ 4728 h 10191"/>
                <a:gd name="connsiteX144" fmla="*/ 334 w 9830"/>
                <a:gd name="connsiteY144" fmla="*/ 4825 h 10191"/>
                <a:gd name="connsiteX145" fmla="*/ 311 w 9830"/>
                <a:gd name="connsiteY145" fmla="*/ 5087 h 10191"/>
                <a:gd name="connsiteX146" fmla="*/ 248 w 9830"/>
                <a:gd name="connsiteY146" fmla="*/ 5661 h 10191"/>
                <a:gd name="connsiteX147" fmla="*/ 232 w 9830"/>
                <a:gd name="connsiteY147" fmla="*/ 5789 h 10191"/>
                <a:gd name="connsiteX148" fmla="*/ 205 w 9830"/>
                <a:gd name="connsiteY148" fmla="*/ 6057 h 10191"/>
                <a:gd name="connsiteX149" fmla="*/ 239 w 9830"/>
                <a:gd name="connsiteY149" fmla="*/ 6504 h 10191"/>
                <a:gd name="connsiteX150" fmla="*/ 122 w 9830"/>
                <a:gd name="connsiteY150" fmla="*/ 6813 h 10191"/>
                <a:gd name="connsiteX151" fmla="*/ 90 w 9830"/>
                <a:gd name="connsiteY151" fmla="*/ 7070 h 10191"/>
                <a:gd name="connsiteX152" fmla="*/ 327 w 9830"/>
                <a:gd name="connsiteY152" fmla="*/ 7322 h 10191"/>
                <a:gd name="connsiteX153" fmla="*/ 375 w 9830"/>
                <a:gd name="connsiteY153" fmla="*/ 7611 h 10191"/>
                <a:gd name="connsiteX154" fmla="*/ 324 w 9830"/>
                <a:gd name="connsiteY154" fmla="*/ 8054 h 10191"/>
                <a:gd name="connsiteX155" fmla="*/ 380 w 9830"/>
                <a:gd name="connsiteY155" fmla="*/ 8289 h 10191"/>
                <a:gd name="connsiteX156" fmla="*/ 247 w 9830"/>
                <a:gd name="connsiteY156" fmla="*/ 8725 h 10191"/>
                <a:gd name="connsiteX0" fmla="*/ 168 w 9917"/>
                <a:gd name="connsiteY0" fmla="*/ 8561 h 10000"/>
                <a:gd name="connsiteX1" fmla="*/ 17 w 9917"/>
                <a:gd name="connsiteY1" fmla="*/ 9635 h 10000"/>
                <a:gd name="connsiteX2" fmla="*/ 186 w 9917"/>
                <a:gd name="connsiteY2" fmla="*/ 9635 h 10000"/>
                <a:gd name="connsiteX3" fmla="*/ 325 w 9917"/>
                <a:gd name="connsiteY3" fmla="*/ 9635 h 10000"/>
                <a:gd name="connsiteX4" fmla="*/ 329 w 9917"/>
                <a:gd name="connsiteY4" fmla="*/ 9815 h 10000"/>
                <a:gd name="connsiteX5" fmla="*/ 639 w 9917"/>
                <a:gd name="connsiteY5" fmla="*/ 9712 h 10000"/>
                <a:gd name="connsiteX6" fmla="*/ 1018 w 9917"/>
                <a:gd name="connsiteY6" fmla="*/ 9951 h 10000"/>
                <a:gd name="connsiteX7" fmla="*/ 1117 w 9917"/>
                <a:gd name="connsiteY7" fmla="*/ 9951 h 10000"/>
                <a:gd name="connsiteX8" fmla="*/ 1225 w 9917"/>
                <a:gd name="connsiteY8" fmla="*/ 9951 h 10000"/>
                <a:gd name="connsiteX9" fmla="*/ 1326 w 9917"/>
                <a:gd name="connsiteY9" fmla="*/ 9951 h 10000"/>
                <a:gd name="connsiteX10" fmla="*/ 1465 w 9917"/>
                <a:gd name="connsiteY10" fmla="*/ 9893 h 10000"/>
                <a:gd name="connsiteX11" fmla="*/ 1606 w 9917"/>
                <a:gd name="connsiteY11" fmla="*/ 9809 h 10000"/>
                <a:gd name="connsiteX12" fmla="*/ 1958 w 9917"/>
                <a:gd name="connsiteY12" fmla="*/ 9893 h 10000"/>
                <a:gd name="connsiteX13" fmla="*/ 2058 w 9917"/>
                <a:gd name="connsiteY13" fmla="*/ 9893 h 10000"/>
                <a:gd name="connsiteX14" fmla="*/ 2202 w 9917"/>
                <a:gd name="connsiteY14" fmla="*/ 9824 h 10000"/>
                <a:gd name="connsiteX15" fmla="*/ 2350 w 9917"/>
                <a:gd name="connsiteY15" fmla="*/ 9762 h 10000"/>
                <a:gd name="connsiteX16" fmla="*/ 2487 w 9917"/>
                <a:gd name="connsiteY16" fmla="*/ 9762 h 10000"/>
                <a:gd name="connsiteX17" fmla="*/ 2595 w 9917"/>
                <a:gd name="connsiteY17" fmla="*/ 9762 h 10000"/>
                <a:gd name="connsiteX18" fmla="*/ 2698 w 9917"/>
                <a:gd name="connsiteY18" fmla="*/ 9762 h 10000"/>
                <a:gd name="connsiteX19" fmla="*/ 2903 w 9917"/>
                <a:gd name="connsiteY19" fmla="*/ 9762 h 10000"/>
                <a:gd name="connsiteX20" fmla="*/ 3034 w 9917"/>
                <a:gd name="connsiteY20" fmla="*/ 9830 h 10000"/>
                <a:gd name="connsiteX21" fmla="*/ 3166 w 9917"/>
                <a:gd name="connsiteY21" fmla="*/ 9893 h 10000"/>
                <a:gd name="connsiteX22" fmla="*/ 3263 w 9917"/>
                <a:gd name="connsiteY22" fmla="*/ 9951 h 10000"/>
                <a:gd name="connsiteX23" fmla="*/ 3367 w 9917"/>
                <a:gd name="connsiteY23" fmla="*/ 9946 h 10000"/>
                <a:gd name="connsiteX24" fmla="*/ 3470 w 9917"/>
                <a:gd name="connsiteY24" fmla="*/ 9893 h 10000"/>
                <a:gd name="connsiteX25" fmla="*/ 3586 w 9917"/>
                <a:gd name="connsiteY25" fmla="*/ 9824 h 10000"/>
                <a:gd name="connsiteX26" fmla="*/ 3735 w 9917"/>
                <a:gd name="connsiteY26" fmla="*/ 9809 h 10000"/>
                <a:gd name="connsiteX27" fmla="*/ 3891 w 9917"/>
                <a:gd name="connsiteY27" fmla="*/ 9893 h 10000"/>
                <a:gd name="connsiteX28" fmla="*/ 3987 w 9917"/>
                <a:gd name="connsiteY28" fmla="*/ 9951 h 10000"/>
                <a:gd name="connsiteX29" fmla="*/ 4095 w 9917"/>
                <a:gd name="connsiteY29" fmla="*/ 9946 h 10000"/>
                <a:gd name="connsiteX30" fmla="*/ 4195 w 9917"/>
                <a:gd name="connsiteY30" fmla="*/ 9946 h 10000"/>
                <a:gd name="connsiteX31" fmla="*/ 4335 w 9917"/>
                <a:gd name="connsiteY31" fmla="*/ 9940 h 10000"/>
                <a:gd name="connsiteX32" fmla="*/ 4475 w 9917"/>
                <a:gd name="connsiteY32" fmla="*/ 9888 h 10000"/>
                <a:gd name="connsiteX33" fmla="*/ 4623 w 9917"/>
                <a:gd name="connsiteY33" fmla="*/ 9830 h 10000"/>
                <a:gd name="connsiteX34" fmla="*/ 4836 w 9917"/>
                <a:gd name="connsiteY34" fmla="*/ 9762 h 10000"/>
                <a:gd name="connsiteX35" fmla="*/ 4943 w 9917"/>
                <a:gd name="connsiteY35" fmla="*/ 9762 h 10000"/>
                <a:gd name="connsiteX36" fmla="*/ 5219 w 9917"/>
                <a:gd name="connsiteY36" fmla="*/ 9762 h 10000"/>
                <a:gd name="connsiteX37" fmla="*/ 5368 w 9917"/>
                <a:gd name="connsiteY37" fmla="*/ 9699 h 10000"/>
                <a:gd name="connsiteX38" fmla="*/ 5475 w 9917"/>
                <a:gd name="connsiteY38" fmla="*/ 9635 h 10000"/>
                <a:gd name="connsiteX39" fmla="*/ 5612 w 9917"/>
                <a:gd name="connsiteY39" fmla="*/ 9630 h 10000"/>
                <a:gd name="connsiteX40" fmla="*/ 5692 w 9917"/>
                <a:gd name="connsiteY40" fmla="*/ 9420 h 10000"/>
                <a:gd name="connsiteX41" fmla="*/ 5910 w 9917"/>
                <a:gd name="connsiteY41" fmla="*/ 9599 h 10000"/>
                <a:gd name="connsiteX42" fmla="*/ 6284 w 9917"/>
                <a:gd name="connsiteY42" fmla="*/ 9509 h 10000"/>
                <a:gd name="connsiteX43" fmla="*/ 6388 w 9917"/>
                <a:gd name="connsiteY43" fmla="*/ 9509 h 10000"/>
                <a:gd name="connsiteX44" fmla="*/ 6492 w 9917"/>
                <a:gd name="connsiteY44" fmla="*/ 9447 h 10000"/>
                <a:gd name="connsiteX45" fmla="*/ 6601 w 9917"/>
                <a:gd name="connsiteY45" fmla="*/ 9447 h 10000"/>
                <a:gd name="connsiteX46" fmla="*/ 6740 w 9917"/>
                <a:gd name="connsiteY46" fmla="*/ 9447 h 10000"/>
                <a:gd name="connsiteX47" fmla="*/ 6876 w 9917"/>
                <a:gd name="connsiteY47" fmla="*/ 9447 h 10000"/>
                <a:gd name="connsiteX48" fmla="*/ 7125 w 9917"/>
                <a:gd name="connsiteY48" fmla="*/ 9450 h 10000"/>
                <a:gd name="connsiteX49" fmla="*/ 7400 w 9917"/>
                <a:gd name="connsiteY49" fmla="*/ 9378 h 10000"/>
                <a:gd name="connsiteX50" fmla="*/ 7532 w 9917"/>
                <a:gd name="connsiteY50" fmla="*/ 9447 h 10000"/>
                <a:gd name="connsiteX51" fmla="*/ 7673 w 9917"/>
                <a:gd name="connsiteY51" fmla="*/ 9447 h 10000"/>
                <a:gd name="connsiteX52" fmla="*/ 7841 w 9917"/>
                <a:gd name="connsiteY52" fmla="*/ 9447 h 10000"/>
                <a:gd name="connsiteX53" fmla="*/ 7957 w 9917"/>
                <a:gd name="connsiteY53" fmla="*/ 9383 h 10000"/>
                <a:gd name="connsiteX54" fmla="*/ 8033 w 9917"/>
                <a:gd name="connsiteY54" fmla="*/ 9420 h 10000"/>
                <a:gd name="connsiteX55" fmla="*/ 8345 w 9917"/>
                <a:gd name="connsiteY55" fmla="*/ 9442 h 10000"/>
                <a:gd name="connsiteX56" fmla="*/ 8497 w 9917"/>
                <a:gd name="connsiteY56" fmla="*/ 9199 h 10000"/>
                <a:gd name="connsiteX57" fmla="*/ 8616 w 9917"/>
                <a:gd name="connsiteY57" fmla="*/ 9277 h 10000"/>
                <a:gd name="connsiteX58" fmla="*/ 8867 w 9917"/>
                <a:gd name="connsiteY58" fmla="*/ 9215 h 10000"/>
                <a:gd name="connsiteX59" fmla="*/ 9032 w 9917"/>
                <a:gd name="connsiteY59" fmla="*/ 9260 h 10000"/>
                <a:gd name="connsiteX60" fmla="*/ 9393 w 9917"/>
                <a:gd name="connsiteY60" fmla="*/ 9106 h 10000"/>
                <a:gd name="connsiteX61" fmla="*/ 9529 w 9917"/>
                <a:gd name="connsiteY61" fmla="*/ 8347 h 10000"/>
                <a:gd name="connsiteX62" fmla="*/ 9529 w 9917"/>
                <a:gd name="connsiteY62" fmla="*/ 7374 h 10000"/>
                <a:gd name="connsiteX63" fmla="*/ 9570 w 9917"/>
                <a:gd name="connsiteY63" fmla="*/ 7100 h 10000"/>
                <a:gd name="connsiteX64" fmla="*/ 9610 w 9917"/>
                <a:gd name="connsiteY64" fmla="*/ 6623 h 10000"/>
                <a:gd name="connsiteX65" fmla="*/ 9641 w 9917"/>
                <a:gd name="connsiteY65" fmla="*/ 6364 h 10000"/>
                <a:gd name="connsiteX66" fmla="*/ 9801 w 9917"/>
                <a:gd name="connsiteY66" fmla="*/ 5939 h 10000"/>
                <a:gd name="connsiteX67" fmla="*/ 9754 w 9917"/>
                <a:gd name="connsiteY67" fmla="*/ 5361 h 10000"/>
                <a:gd name="connsiteX68" fmla="*/ 9880 w 9917"/>
                <a:gd name="connsiteY68" fmla="*/ 4895 h 10000"/>
                <a:gd name="connsiteX69" fmla="*/ 9846 w 9917"/>
                <a:gd name="connsiteY69" fmla="*/ 4545 h 10000"/>
                <a:gd name="connsiteX70" fmla="*/ 9881 w 9917"/>
                <a:gd name="connsiteY70" fmla="*/ 4235 h 10000"/>
                <a:gd name="connsiteX71" fmla="*/ 9902 w 9917"/>
                <a:gd name="connsiteY71" fmla="*/ 4046 h 10000"/>
                <a:gd name="connsiteX72" fmla="*/ 9858 w 9917"/>
                <a:gd name="connsiteY72" fmla="*/ 3850 h 10000"/>
                <a:gd name="connsiteX73" fmla="*/ 9842 w 9917"/>
                <a:gd name="connsiteY73" fmla="*/ 3672 h 10000"/>
                <a:gd name="connsiteX74" fmla="*/ 9874 w 9917"/>
                <a:gd name="connsiteY74" fmla="*/ 3420 h 10000"/>
                <a:gd name="connsiteX75" fmla="*/ 9906 w 9917"/>
                <a:gd name="connsiteY75" fmla="*/ 3105 h 10000"/>
                <a:gd name="connsiteX76" fmla="*/ 9810 w 9917"/>
                <a:gd name="connsiteY76" fmla="*/ 2662 h 10000"/>
                <a:gd name="connsiteX77" fmla="*/ 9592 w 9917"/>
                <a:gd name="connsiteY77" fmla="*/ 2264 h 10000"/>
                <a:gd name="connsiteX78" fmla="*/ 9601 w 9917"/>
                <a:gd name="connsiteY78" fmla="*/ 1082 h 10000"/>
                <a:gd name="connsiteX79" fmla="*/ 9419 w 9917"/>
                <a:gd name="connsiteY79" fmla="*/ 1104 h 10000"/>
                <a:gd name="connsiteX80" fmla="*/ 9249 w 9917"/>
                <a:gd name="connsiteY80" fmla="*/ 862 h 10000"/>
                <a:gd name="connsiteX81" fmla="*/ 8945 w 9917"/>
                <a:gd name="connsiteY81" fmla="*/ 1006 h 10000"/>
                <a:gd name="connsiteX82" fmla="*/ 8839 w 9917"/>
                <a:gd name="connsiteY82" fmla="*/ 1267 h 10000"/>
                <a:gd name="connsiteX83" fmla="*/ 8633 w 9917"/>
                <a:gd name="connsiteY83" fmla="*/ 1222 h 10000"/>
                <a:gd name="connsiteX84" fmla="*/ 8497 w 9917"/>
                <a:gd name="connsiteY84" fmla="*/ 1222 h 10000"/>
                <a:gd name="connsiteX85" fmla="*/ 8365 w 9917"/>
                <a:gd name="connsiteY85" fmla="*/ 1153 h 10000"/>
                <a:gd name="connsiteX86" fmla="*/ 8233 w 9917"/>
                <a:gd name="connsiteY86" fmla="*/ 1153 h 10000"/>
                <a:gd name="connsiteX87" fmla="*/ 8065 w 9917"/>
                <a:gd name="connsiteY87" fmla="*/ 1090 h 10000"/>
                <a:gd name="connsiteX88" fmla="*/ 7929 w 9917"/>
                <a:gd name="connsiteY88" fmla="*/ 912 h 10000"/>
                <a:gd name="connsiteX89" fmla="*/ 7481 w 9917"/>
                <a:gd name="connsiteY89" fmla="*/ 722 h 10000"/>
                <a:gd name="connsiteX90" fmla="*/ 7344 w 9917"/>
                <a:gd name="connsiteY90" fmla="*/ 716 h 10000"/>
                <a:gd name="connsiteX91" fmla="*/ 7288 w 9917"/>
                <a:gd name="connsiteY91" fmla="*/ 912 h 10000"/>
                <a:gd name="connsiteX92" fmla="*/ 7205 w 9917"/>
                <a:gd name="connsiteY92" fmla="*/ 722 h 10000"/>
                <a:gd name="connsiteX93" fmla="*/ 7000 w 9917"/>
                <a:gd name="connsiteY93" fmla="*/ 722 h 10000"/>
                <a:gd name="connsiteX94" fmla="*/ 6897 w 9917"/>
                <a:gd name="connsiteY94" fmla="*/ 716 h 10000"/>
                <a:gd name="connsiteX95" fmla="*/ 6864 w 9917"/>
                <a:gd name="connsiteY95" fmla="*/ 916 h 10000"/>
                <a:gd name="connsiteX96" fmla="*/ 6700 w 9917"/>
                <a:gd name="connsiteY96" fmla="*/ 596 h 10000"/>
                <a:gd name="connsiteX97" fmla="*/ 6564 w 9917"/>
                <a:gd name="connsiteY97" fmla="*/ 591 h 10000"/>
                <a:gd name="connsiteX98" fmla="*/ 6481 w 9917"/>
                <a:gd name="connsiteY98" fmla="*/ 528 h 10000"/>
                <a:gd name="connsiteX99" fmla="*/ 6076 w 9917"/>
                <a:gd name="connsiteY99" fmla="*/ 343 h 10000"/>
                <a:gd name="connsiteX100" fmla="*/ 5943 w 9917"/>
                <a:gd name="connsiteY100" fmla="*/ 275 h 10000"/>
                <a:gd name="connsiteX101" fmla="*/ 5887 w 9917"/>
                <a:gd name="connsiteY101" fmla="*/ 143 h 10000"/>
                <a:gd name="connsiteX102" fmla="*/ 5544 w 9917"/>
                <a:gd name="connsiteY102" fmla="*/ 159 h 10000"/>
                <a:gd name="connsiteX103" fmla="*/ 5339 w 9917"/>
                <a:gd name="connsiteY103" fmla="*/ 154 h 10000"/>
                <a:gd name="connsiteX104" fmla="*/ 5248 w 9917"/>
                <a:gd name="connsiteY104" fmla="*/ 143 h 10000"/>
                <a:gd name="connsiteX105" fmla="*/ 5024 w 9917"/>
                <a:gd name="connsiteY105" fmla="*/ 154 h 10000"/>
                <a:gd name="connsiteX106" fmla="*/ 4923 w 9917"/>
                <a:gd name="connsiteY106" fmla="*/ 159 h 10000"/>
                <a:gd name="connsiteX107" fmla="*/ 4827 w 9917"/>
                <a:gd name="connsiteY107" fmla="*/ 138 h 10000"/>
                <a:gd name="connsiteX108" fmla="*/ 4747 w 9917"/>
                <a:gd name="connsiteY108" fmla="*/ 159 h 10000"/>
                <a:gd name="connsiteX109" fmla="*/ 4377 w 9917"/>
                <a:gd name="connsiteY109" fmla="*/ 263 h 10000"/>
                <a:gd name="connsiteX110" fmla="*/ 4040 w 9917"/>
                <a:gd name="connsiteY110" fmla="*/ 339 h 10000"/>
                <a:gd name="connsiteX111" fmla="*/ 3675 w 9917"/>
                <a:gd name="connsiteY111" fmla="*/ 159 h 10000"/>
                <a:gd name="connsiteX112" fmla="*/ 3547 w 9917"/>
                <a:gd name="connsiteY112" fmla="*/ 143 h 10000"/>
                <a:gd name="connsiteX113" fmla="*/ 3335 w 9917"/>
                <a:gd name="connsiteY113" fmla="*/ 159 h 10000"/>
                <a:gd name="connsiteX114" fmla="*/ 3195 w 9917"/>
                <a:gd name="connsiteY114" fmla="*/ 159 h 10000"/>
                <a:gd name="connsiteX115" fmla="*/ 3122 w 9917"/>
                <a:gd name="connsiteY115" fmla="*/ 138 h 10000"/>
                <a:gd name="connsiteX116" fmla="*/ 2854 w 9917"/>
                <a:gd name="connsiteY116" fmla="*/ 159 h 10000"/>
                <a:gd name="connsiteX117" fmla="*/ 2715 w 9917"/>
                <a:gd name="connsiteY117" fmla="*/ 154 h 10000"/>
                <a:gd name="connsiteX118" fmla="*/ 2607 w 9917"/>
                <a:gd name="connsiteY118" fmla="*/ 159 h 10000"/>
                <a:gd name="connsiteX119" fmla="*/ 2487 w 9917"/>
                <a:gd name="connsiteY119" fmla="*/ 143 h 10000"/>
                <a:gd name="connsiteX120" fmla="*/ 2062 w 9917"/>
                <a:gd name="connsiteY120" fmla="*/ 143 h 10000"/>
                <a:gd name="connsiteX121" fmla="*/ 1678 w 9917"/>
                <a:gd name="connsiteY121" fmla="*/ 470 h 10000"/>
                <a:gd name="connsiteX122" fmla="*/ 1558 w 9917"/>
                <a:gd name="connsiteY122" fmla="*/ 596 h 10000"/>
                <a:gd name="connsiteX123" fmla="*/ 1454 w 9917"/>
                <a:gd name="connsiteY123" fmla="*/ 596 h 10000"/>
                <a:gd name="connsiteX124" fmla="*/ 1378 w 9917"/>
                <a:gd name="connsiteY124" fmla="*/ 528 h 10000"/>
                <a:gd name="connsiteX125" fmla="*/ 1210 w 9917"/>
                <a:gd name="connsiteY125" fmla="*/ 906 h 10000"/>
                <a:gd name="connsiteX126" fmla="*/ 1066 w 9917"/>
                <a:gd name="connsiteY126" fmla="*/ 974 h 10000"/>
                <a:gd name="connsiteX127" fmla="*/ 1010 w 9917"/>
                <a:gd name="connsiteY127" fmla="*/ 1159 h 10000"/>
                <a:gd name="connsiteX128" fmla="*/ 861 w 9917"/>
                <a:gd name="connsiteY128" fmla="*/ 1306 h 10000"/>
                <a:gd name="connsiteX129" fmla="*/ 842 w 9917"/>
                <a:gd name="connsiteY129" fmla="*/ 1406 h 10000"/>
                <a:gd name="connsiteX130" fmla="*/ 778 w 9917"/>
                <a:gd name="connsiteY130" fmla="*/ 1668 h 10000"/>
                <a:gd name="connsiteX131" fmla="*/ 649 w 9917"/>
                <a:gd name="connsiteY131" fmla="*/ 1921 h 10000"/>
                <a:gd name="connsiteX132" fmla="*/ 565 w 9917"/>
                <a:gd name="connsiteY132" fmla="*/ 2078 h 10000"/>
                <a:gd name="connsiteX133" fmla="*/ 569 w 9917"/>
                <a:gd name="connsiteY133" fmla="*/ 2604 h 10000"/>
                <a:gd name="connsiteX134" fmla="*/ 546 w 9917"/>
                <a:gd name="connsiteY134" fmla="*/ 2857 h 10000"/>
                <a:gd name="connsiteX135" fmla="*/ 585 w 9917"/>
                <a:gd name="connsiteY135" fmla="*/ 3163 h 10000"/>
                <a:gd name="connsiteX136" fmla="*/ 490 w 9917"/>
                <a:gd name="connsiteY136" fmla="*/ 3357 h 10000"/>
                <a:gd name="connsiteX137" fmla="*/ 389 w 9917"/>
                <a:gd name="connsiteY137" fmla="*/ 3625 h 10000"/>
                <a:gd name="connsiteX138" fmla="*/ 366 w 9917"/>
                <a:gd name="connsiteY138" fmla="*/ 4119 h 10000"/>
                <a:gd name="connsiteX139" fmla="*/ 253 w 9917"/>
                <a:gd name="connsiteY139" fmla="*/ 4171 h 10000"/>
                <a:gd name="connsiteX140" fmla="*/ 302 w 9917"/>
                <a:gd name="connsiteY140" fmla="*/ 4398 h 10000"/>
                <a:gd name="connsiteX141" fmla="*/ 233 w 9917"/>
                <a:gd name="connsiteY141" fmla="*/ 4367 h 10000"/>
                <a:gd name="connsiteX142" fmla="*/ 328 w 9917"/>
                <a:gd name="connsiteY142" fmla="*/ 4639 h 10000"/>
                <a:gd name="connsiteX143" fmla="*/ 257 w 9917"/>
                <a:gd name="connsiteY143" fmla="*/ 4735 h 10000"/>
                <a:gd name="connsiteX144" fmla="*/ 233 w 9917"/>
                <a:gd name="connsiteY144" fmla="*/ 4992 h 10000"/>
                <a:gd name="connsiteX145" fmla="*/ 169 w 9917"/>
                <a:gd name="connsiteY145" fmla="*/ 5555 h 10000"/>
                <a:gd name="connsiteX146" fmla="*/ 153 w 9917"/>
                <a:gd name="connsiteY146" fmla="*/ 5681 h 10000"/>
                <a:gd name="connsiteX147" fmla="*/ 126 w 9917"/>
                <a:gd name="connsiteY147" fmla="*/ 5943 h 10000"/>
                <a:gd name="connsiteX148" fmla="*/ 160 w 9917"/>
                <a:gd name="connsiteY148" fmla="*/ 6382 h 10000"/>
                <a:gd name="connsiteX149" fmla="*/ 41 w 9917"/>
                <a:gd name="connsiteY149" fmla="*/ 6685 h 10000"/>
                <a:gd name="connsiteX150" fmla="*/ 9 w 9917"/>
                <a:gd name="connsiteY150" fmla="*/ 6937 h 10000"/>
                <a:gd name="connsiteX151" fmla="*/ 250 w 9917"/>
                <a:gd name="connsiteY151" fmla="*/ 7185 h 10000"/>
                <a:gd name="connsiteX152" fmla="*/ 298 w 9917"/>
                <a:gd name="connsiteY152" fmla="*/ 7468 h 10000"/>
                <a:gd name="connsiteX153" fmla="*/ 247 w 9917"/>
                <a:gd name="connsiteY153" fmla="*/ 7903 h 10000"/>
                <a:gd name="connsiteX154" fmla="*/ 304 w 9917"/>
                <a:gd name="connsiteY154" fmla="*/ 8134 h 10000"/>
                <a:gd name="connsiteX155" fmla="*/ 168 w 9917"/>
                <a:gd name="connsiteY155" fmla="*/ 8561 h 10000"/>
                <a:gd name="connsiteX0" fmla="*/ 169 w 10000"/>
                <a:gd name="connsiteY0" fmla="*/ 8561 h 10000"/>
                <a:gd name="connsiteX1" fmla="*/ 188 w 10000"/>
                <a:gd name="connsiteY1" fmla="*/ 9635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169 w 10000"/>
                <a:gd name="connsiteY154" fmla="*/ 8561 h 10000"/>
                <a:gd name="connsiteX0" fmla="*/ 169 w 10000"/>
                <a:gd name="connsiteY0" fmla="*/ 8561 h 10000"/>
                <a:gd name="connsiteX1" fmla="*/ 241 w 10000"/>
                <a:gd name="connsiteY1" fmla="*/ 8978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169 w 10000"/>
                <a:gd name="connsiteY154" fmla="*/ 8561 h 10000"/>
                <a:gd name="connsiteX0" fmla="*/ 244 w 10000"/>
                <a:gd name="connsiteY0" fmla="*/ 8591 h 10000"/>
                <a:gd name="connsiteX1" fmla="*/ 241 w 10000"/>
                <a:gd name="connsiteY1" fmla="*/ 8978 h 10000"/>
                <a:gd name="connsiteX2" fmla="*/ 328 w 10000"/>
                <a:gd name="connsiteY2" fmla="*/ 9635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590 w 10000"/>
                <a:gd name="connsiteY134" fmla="*/ 3163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654 w 10000"/>
                <a:gd name="connsiteY130" fmla="*/ 1921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849 w 10000"/>
                <a:gd name="connsiteY128" fmla="*/ 1406 h 10000"/>
                <a:gd name="connsiteX129" fmla="*/ 785 w 10000"/>
                <a:gd name="connsiteY129" fmla="*/ 1668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636 w 10000"/>
                <a:gd name="connsiteY128" fmla="*/ 838 h 10000"/>
                <a:gd name="connsiteX129" fmla="*/ 785 w 10000"/>
                <a:gd name="connsiteY129" fmla="*/ 1668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1018 w 10000"/>
                <a:gd name="connsiteY126" fmla="*/ 1159 h 10000"/>
                <a:gd name="connsiteX127" fmla="*/ 868 w 10000"/>
                <a:gd name="connsiteY127" fmla="*/ 1306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837 w 10000"/>
                <a:gd name="connsiteY126" fmla="*/ 532 h 10000"/>
                <a:gd name="connsiteX127" fmla="*/ 868 w 10000"/>
                <a:gd name="connsiteY127" fmla="*/ 1306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1075 w 10000"/>
                <a:gd name="connsiteY125" fmla="*/ 974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220 w 10000"/>
                <a:gd name="connsiteY124" fmla="*/ 906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528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551 w 10000"/>
                <a:gd name="connsiteY133" fmla="*/ 2857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570 w 10000"/>
                <a:gd name="connsiteY131" fmla="*/ 2078 h 10000"/>
                <a:gd name="connsiteX132" fmla="*/ 574 w 10000"/>
                <a:gd name="connsiteY132" fmla="*/ 2604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336 w 10000"/>
                <a:gd name="connsiteY131" fmla="*/ 1958 h 10000"/>
                <a:gd name="connsiteX132" fmla="*/ 574 w 10000"/>
                <a:gd name="connsiteY132" fmla="*/ 2604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529 w 10000"/>
                <a:gd name="connsiteY129" fmla="*/ 1190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36 w 10000"/>
                <a:gd name="connsiteY128" fmla="*/ 838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72 w 10000"/>
                <a:gd name="connsiteY127" fmla="*/ 768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494 w 10000"/>
                <a:gd name="connsiteY135" fmla="*/ 335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235 w 10000"/>
                <a:gd name="connsiteY143" fmla="*/ 499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170 w 10000"/>
                <a:gd name="connsiteY144" fmla="*/ 5555 h 10000"/>
                <a:gd name="connsiteX145" fmla="*/ 154 w 10000"/>
                <a:gd name="connsiteY145" fmla="*/ 568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170 w 10000"/>
                <a:gd name="connsiteY144" fmla="*/ 5555 h 10000"/>
                <a:gd name="connsiteX145" fmla="*/ 303 w 10000"/>
                <a:gd name="connsiteY145" fmla="*/ 574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127 w 10000"/>
                <a:gd name="connsiteY146" fmla="*/ 5943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161 w 10000"/>
                <a:gd name="connsiteY147" fmla="*/ 6382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246 w 10000"/>
                <a:gd name="connsiteY147" fmla="*/ 6651 h 10000"/>
                <a:gd name="connsiteX148" fmla="*/ 41 w 10000"/>
                <a:gd name="connsiteY148" fmla="*/ 6685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244 w 10000"/>
                <a:gd name="connsiteY0" fmla="*/ 8591 h 10000"/>
                <a:gd name="connsiteX1" fmla="*/ 241 w 10000"/>
                <a:gd name="connsiteY1" fmla="*/ 8978 h 10000"/>
                <a:gd name="connsiteX2" fmla="*/ 211 w 10000"/>
                <a:gd name="connsiteY2" fmla="*/ 9396 h 10000"/>
                <a:gd name="connsiteX3" fmla="*/ 332 w 10000"/>
                <a:gd name="connsiteY3" fmla="*/ 9815 h 10000"/>
                <a:gd name="connsiteX4" fmla="*/ 644 w 10000"/>
                <a:gd name="connsiteY4" fmla="*/ 9712 h 10000"/>
                <a:gd name="connsiteX5" fmla="*/ 1027 w 10000"/>
                <a:gd name="connsiteY5" fmla="*/ 9951 h 10000"/>
                <a:gd name="connsiteX6" fmla="*/ 1126 w 10000"/>
                <a:gd name="connsiteY6" fmla="*/ 9951 h 10000"/>
                <a:gd name="connsiteX7" fmla="*/ 1235 w 10000"/>
                <a:gd name="connsiteY7" fmla="*/ 9951 h 10000"/>
                <a:gd name="connsiteX8" fmla="*/ 1337 w 10000"/>
                <a:gd name="connsiteY8" fmla="*/ 9951 h 10000"/>
                <a:gd name="connsiteX9" fmla="*/ 1477 w 10000"/>
                <a:gd name="connsiteY9" fmla="*/ 9893 h 10000"/>
                <a:gd name="connsiteX10" fmla="*/ 1619 w 10000"/>
                <a:gd name="connsiteY10" fmla="*/ 9809 h 10000"/>
                <a:gd name="connsiteX11" fmla="*/ 1974 w 10000"/>
                <a:gd name="connsiteY11" fmla="*/ 9893 h 10000"/>
                <a:gd name="connsiteX12" fmla="*/ 2075 w 10000"/>
                <a:gd name="connsiteY12" fmla="*/ 9893 h 10000"/>
                <a:gd name="connsiteX13" fmla="*/ 2220 w 10000"/>
                <a:gd name="connsiteY13" fmla="*/ 9824 h 10000"/>
                <a:gd name="connsiteX14" fmla="*/ 2370 w 10000"/>
                <a:gd name="connsiteY14" fmla="*/ 9762 h 10000"/>
                <a:gd name="connsiteX15" fmla="*/ 2508 w 10000"/>
                <a:gd name="connsiteY15" fmla="*/ 9762 h 10000"/>
                <a:gd name="connsiteX16" fmla="*/ 2617 w 10000"/>
                <a:gd name="connsiteY16" fmla="*/ 9762 h 10000"/>
                <a:gd name="connsiteX17" fmla="*/ 2721 w 10000"/>
                <a:gd name="connsiteY17" fmla="*/ 9762 h 10000"/>
                <a:gd name="connsiteX18" fmla="*/ 2927 w 10000"/>
                <a:gd name="connsiteY18" fmla="*/ 9762 h 10000"/>
                <a:gd name="connsiteX19" fmla="*/ 3059 w 10000"/>
                <a:gd name="connsiteY19" fmla="*/ 9830 h 10000"/>
                <a:gd name="connsiteX20" fmla="*/ 3192 w 10000"/>
                <a:gd name="connsiteY20" fmla="*/ 9893 h 10000"/>
                <a:gd name="connsiteX21" fmla="*/ 3290 w 10000"/>
                <a:gd name="connsiteY21" fmla="*/ 9951 h 10000"/>
                <a:gd name="connsiteX22" fmla="*/ 3395 w 10000"/>
                <a:gd name="connsiteY22" fmla="*/ 9946 h 10000"/>
                <a:gd name="connsiteX23" fmla="*/ 3499 w 10000"/>
                <a:gd name="connsiteY23" fmla="*/ 9893 h 10000"/>
                <a:gd name="connsiteX24" fmla="*/ 3616 w 10000"/>
                <a:gd name="connsiteY24" fmla="*/ 9824 h 10000"/>
                <a:gd name="connsiteX25" fmla="*/ 3766 w 10000"/>
                <a:gd name="connsiteY25" fmla="*/ 9809 h 10000"/>
                <a:gd name="connsiteX26" fmla="*/ 3924 w 10000"/>
                <a:gd name="connsiteY26" fmla="*/ 9893 h 10000"/>
                <a:gd name="connsiteX27" fmla="*/ 4020 w 10000"/>
                <a:gd name="connsiteY27" fmla="*/ 9951 h 10000"/>
                <a:gd name="connsiteX28" fmla="*/ 4129 w 10000"/>
                <a:gd name="connsiteY28" fmla="*/ 9946 h 10000"/>
                <a:gd name="connsiteX29" fmla="*/ 4230 w 10000"/>
                <a:gd name="connsiteY29" fmla="*/ 9946 h 10000"/>
                <a:gd name="connsiteX30" fmla="*/ 4371 w 10000"/>
                <a:gd name="connsiteY30" fmla="*/ 9940 h 10000"/>
                <a:gd name="connsiteX31" fmla="*/ 4512 w 10000"/>
                <a:gd name="connsiteY31" fmla="*/ 9888 h 10000"/>
                <a:gd name="connsiteX32" fmla="*/ 4662 w 10000"/>
                <a:gd name="connsiteY32" fmla="*/ 9830 h 10000"/>
                <a:gd name="connsiteX33" fmla="*/ 4876 w 10000"/>
                <a:gd name="connsiteY33" fmla="*/ 9762 h 10000"/>
                <a:gd name="connsiteX34" fmla="*/ 4984 w 10000"/>
                <a:gd name="connsiteY34" fmla="*/ 9762 h 10000"/>
                <a:gd name="connsiteX35" fmla="*/ 5263 w 10000"/>
                <a:gd name="connsiteY35" fmla="*/ 9762 h 10000"/>
                <a:gd name="connsiteX36" fmla="*/ 5413 w 10000"/>
                <a:gd name="connsiteY36" fmla="*/ 9699 h 10000"/>
                <a:gd name="connsiteX37" fmla="*/ 5521 w 10000"/>
                <a:gd name="connsiteY37" fmla="*/ 9635 h 10000"/>
                <a:gd name="connsiteX38" fmla="*/ 5659 w 10000"/>
                <a:gd name="connsiteY38" fmla="*/ 9630 h 10000"/>
                <a:gd name="connsiteX39" fmla="*/ 5740 w 10000"/>
                <a:gd name="connsiteY39" fmla="*/ 9420 h 10000"/>
                <a:gd name="connsiteX40" fmla="*/ 5959 w 10000"/>
                <a:gd name="connsiteY40" fmla="*/ 9599 h 10000"/>
                <a:gd name="connsiteX41" fmla="*/ 6337 w 10000"/>
                <a:gd name="connsiteY41" fmla="*/ 9509 h 10000"/>
                <a:gd name="connsiteX42" fmla="*/ 6441 w 10000"/>
                <a:gd name="connsiteY42" fmla="*/ 9509 h 10000"/>
                <a:gd name="connsiteX43" fmla="*/ 6546 w 10000"/>
                <a:gd name="connsiteY43" fmla="*/ 9447 h 10000"/>
                <a:gd name="connsiteX44" fmla="*/ 6656 w 10000"/>
                <a:gd name="connsiteY44" fmla="*/ 9447 h 10000"/>
                <a:gd name="connsiteX45" fmla="*/ 6796 w 10000"/>
                <a:gd name="connsiteY45" fmla="*/ 9447 h 10000"/>
                <a:gd name="connsiteX46" fmla="*/ 6934 w 10000"/>
                <a:gd name="connsiteY46" fmla="*/ 9447 h 10000"/>
                <a:gd name="connsiteX47" fmla="*/ 7185 w 10000"/>
                <a:gd name="connsiteY47" fmla="*/ 9450 h 10000"/>
                <a:gd name="connsiteX48" fmla="*/ 7462 w 10000"/>
                <a:gd name="connsiteY48" fmla="*/ 9378 h 10000"/>
                <a:gd name="connsiteX49" fmla="*/ 7595 w 10000"/>
                <a:gd name="connsiteY49" fmla="*/ 9447 h 10000"/>
                <a:gd name="connsiteX50" fmla="*/ 7737 w 10000"/>
                <a:gd name="connsiteY50" fmla="*/ 9447 h 10000"/>
                <a:gd name="connsiteX51" fmla="*/ 7907 w 10000"/>
                <a:gd name="connsiteY51" fmla="*/ 9447 h 10000"/>
                <a:gd name="connsiteX52" fmla="*/ 8024 w 10000"/>
                <a:gd name="connsiteY52" fmla="*/ 9383 h 10000"/>
                <a:gd name="connsiteX53" fmla="*/ 8100 w 10000"/>
                <a:gd name="connsiteY53" fmla="*/ 9420 h 10000"/>
                <a:gd name="connsiteX54" fmla="*/ 8415 w 10000"/>
                <a:gd name="connsiteY54" fmla="*/ 9442 h 10000"/>
                <a:gd name="connsiteX55" fmla="*/ 8568 w 10000"/>
                <a:gd name="connsiteY55" fmla="*/ 9199 h 10000"/>
                <a:gd name="connsiteX56" fmla="*/ 8688 w 10000"/>
                <a:gd name="connsiteY56" fmla="*/ 9277 h 10000"/>
                <a:gd name="connsiteX57" fmla="*/ 8941 w 10000"/>
                <a:gd name="connsiteY57" fmla="*/ 9215 h 10000"/>
                <a:gd name="connsiteX58" fmla="*/ 9108 w 10000"/>
                <a:gd name="connsiteY58" fmla="*/ 9260 h 10000"/>
                <a:gd name="connsiteX59" fmla="*/ 9472 w 10000"/>
                <a:gd name="connsiteY59" fmla="*/ 9106 h 10000"/>
                <a:gd name="connsiteX60" fmla="*/ 9609 w 10000"/>
                <a:gd name="connsiteY60" fmla="*/ 8347 h 10000"/>
                <a:gd name="connsiteX61" fmla="*/ 9609 w 10000"/>
                <a:gd name="connsiteY61" fmla="*/ 7374 h 10000"/>
                <a:gd name="connsiteX62" fmla="*/ 9650 w 10000"/>
                <a:gd name="connsiteY62" fmla="*/ 7100 h 10000"/>
                <a:gd name="connsiteX63" fmla="*/ 9690 w 10000"/>
                <a:gd name="connsiteY63" fmla="*/ 6623 h 10000"/>
                <a:gd name="connsiteX64" fmla="*/ 9722 w 10000"/>
                <a:gd name="connsiteY64" fmla="*/ 6364 h 10000"/>
                <a:gd name="connsiteX65" fmla="*/ 9883 w 10000"/>
                <a:gd name="connsiteY65" fmla="*/ 5939 h 10000"/>
                <a:gd name="connsiteX66" fmla="*/ 9836 w 10000"/>
                <a:gd name="connsiteY66" fmla="*/ 5361 h 10000"/>
                <a:gd name="connsiteX67" fmla="*/ 9963 w 10000"/>
                <a:gd name="connsiteY67" fmla="*/ 4895 h 10000"/>
                <a:gd name="connsiteX68" fmla="*/ 9928 w 10000"/>
                <a:gd name="connsiteY68" fmla="*/ 4545 h 10000"/>
                <a:gd name="connsiteX69" fmla="*/ 9964 w 10000"/>
                <a:gd name="connsiteY69" fmla="*/ 4235 h 10000"/>
                <a:gd name="connsiteX70" fmla="*/ 9985 w 10000"/>
                <a:gd name="connsiteY70" fmla="*/ 4046 h 10000"/>
                <a:gd name="connsiteX71" fmla="*/ 9941 w 10000"/>
                <a:gd name="connsiteY71" fmla="*/ 3850 h 10000"/>
                <a:gd name="connsiteX72" fmla="*/ 9924 w 10000"/>
                <a:gd name="connsiteY72" fmla="*/ 3672 h 10000"/>
                <a:gd name="connsiteX73" fmla="*/ 9957 w 10000"/>
                <a:gd name="connsiteY73" fmla="*/ 3420 h 10000"/>
                <a:gd name="connsiteX74" fmla="*/ 9989 w 10000"/>
                <a:gd name="connsiteY74" fmla="*/ 3105 h 10000"/>
                <a:gd name="connsiteX75" fmla="*/ 9892 w 10000"/>
                <a:gd name="connsiteY75" fmla="*/ 2662 h 10000"/>
                <a:gd name="connsiteX76" fmla="*/ 9672 w 10000"/>
                <a:gd name="connsiteY76" fmla="*/ 2264 h 10000"/>
                <a:gd name="connsiteX77" fmla="*/ 9681 w 10000"/>
                <a:gd name="connsiteY77" fmla="*/ 1082 h 10000"/>
                <a:gd name="connsiteX78" fmla="*/ 9498 w 10000"/>
                <a:gd name="connsiteY78" fmla="*/ 1104 h 10000"/>
                <a:gd name="connsiteX79" fmla="*/ 9326 w 10000"/>
                <a:gd name="connsiteY79" fmla="*/ 862 h 10000"/>
                <a:gd name="connsiteX80" fmla="*/ 9020 w 10000"/>
                <a:gd name="connsiteY80" fmla="*/ 1006 h 10000"/>
                <a:gd name="connsiteX81" fmla="*/ 8913 w 10000"/>
                <a:gd name="connsiteY81" fmla="*/ 1267 h 10000"/>
                <a:gd name="connsiteX82" fmla="*/ 8705 w 10000"/>
                <a:gd name="connsiteY82" fmla="*/ 1222 h 10000"/>
                <a:gd name="connsiteX83" fmla="*/ 8568 w 10000"/>
                <a:gd name="connsiteY83" fmla="*/ 1222 h 10000"/>
                <a:gd name="connsiteX84" fmla="*/ 8435 w 10000"/>
                <a:gd name="connsiteY84" fmla="*/ 1153 h 10000"/>
                <a:gd name="connsiteX85" fmla="*/ 8302 w 10000"/>
                <a:gd name="connsiteY85" fmla="*/ 1153 h 10000"/>
                <a:gd name="connsiteX86" fmla="*/ 8132 w 10000"/>
                <a:gd name="connsiteY86" fmla="*/ 1090 h 10000"/>
                <a:gd name="connsiteX87" fmla="*/ 7995 w 10000"/>
                <a:gd name="connsiteY87" fmla="*/ 912 h 10000"/>
                <a:gd name="connsiteX88" fmla="*/ 7544 w 10000"/>
                <a:gd name="connsiteY88" fmla="*/ 722 h 10000"/>
                <a:gd name="connsiteX89" fmla="*/ 7405 w 10000"/>
                <a:gd name="connsiteY89" fmla="*/ 716 h 10000"/>
                <a:gd name="connsiteX90" fmla="*/ 7349 w 10000"/>
                <a:gd name="connsiteY90" fmla="*/ 912 h 10000"/>
                <a:gd name="connsiteX91" fmla="*/ 7265 w 10000"/>
                <a:gd name="connsiteY91" fmla="*/ 722 h 10000"/>
                <a:gd name="connsiteX92" fmla="*/ 7059 w 10000"/>
                <a:gd name="connsiteY92" fmla="*/ 722 h 10000"/>
                <a:gd name="connsiteX93" fmla="*/ 6955 w 10000"/>
                <a:gd name="connsiteY93" fmla="*/ 716 h 10000"/>
                <a:gd name="connsiteX94" fmla="*/ 6921 w 10000"/>
                <a:gd name="connsiteY94" fmla="*/ 916 h 10000"/>
                <a:gd name="connsiteX95" fmla="*/ 6756 w 10000"/>
                <a:gd name="connsiteY95" fmla="*/ 596 h 10000"/>
                <a:gd name="connsiteX96" fmla="*/ 6619 w 10000"/>
                <a:gd name="connsiteY96" fmla="*/ 591 h 10000"/>
                <a:gd name="connsiteX97" fmla="*/ 6535 w 10000"/>
                <a:gd name="connsiteY97" fmla="*/ 528 h 10000"/>
                <a:gd name="connsiteX98" fmla="*/ 6127 w 10000"/>
                <a:gd name="connsiteY98" fmla="*/ 343 h 10000"/>
                <a:gd name="connsiteX99" fmla="*/ 5993 w 10000"/>
                <a:gd name="connsiteY99" fmla="*/ 275 h 10000"/>
                <a:gd name="connsiteX100" fmla="*/ 5936 w 10000"/>
                <a:gd name="connsiteY100" fmla="*/ 143 h 10000"/>
                <a:gd name="connsiteX101" fmla="*/ 5590 w 10000"/>
                <a:gd name="connsiteY101" fmla="*/ 159 h 10000"/>
                <a:gd name="connsiteX102" fmla="*/ 5384 w 10000"/>
                <a:gd name="connsiteY102" fmla="*/ 154 h 10000"/>
                <a:gd name="connsiteX103" fmla="*/ 5292 w 10000"/>
                <a:gd name="connsiteY103" fmla="*/ 143 h 10000"/>
                <a:gd name="connsiteX104" fmla="*/ 5066 w 10000"/>
                <a:gd name="connsiteY104" fmla="*/ 154 h 10000"/>
                <a:gd name="connsiteX105" fmla="*/ 4964 w 10000"/>
                <a:gd name="connsiteY105" fmla="*/ 159 h 10000"/>
                <a:gd name="connsiteX106" fmla="*/ 4867 w 10000"/>
                <a:gd name="connsiteY106" fmla="*/ 138 h 10000"/>
                <a:gd name="connsiteX107" fmla="*/ 4787 w 10000"/>
                <a:gd name="connsiteY107" fmla="*/ 159 h 10000"/>
                <a:gd name="connsiteX108" fmla="*/ 4414 w 10000"/>
                <a:gd name="connsiteY108" fmla="*/ 263 h 10000"/>
                <a:gd name="connsiteX109" fmla="*/ 4074 w 10000"/>
                <a:gd name="connsiteY109" fmla="*/ 339 h 10000"/>
                <a:gd name="connsiteX110" fmla="*/ 3706 w 10000"/>
                <a:gd name="connsiteY110" fmla="*/ 159 h 10000"/>
                <a:gd name="connsiteX111" fmla="*/ 3577 w 10000"/>
                <a:gd name="connsiteY111" fmla="*/ 143 h 10000"/>
                <a:gd name="connsiteX112" fmla="*/ 3363 w 10000"/>
                <a:gd name="connsiteY112" fmla="*/ 159 h 10000"/>
                <a:gd name="connsiteX113" fmla="*/ 3222 w 10000"/>
                <a:gd name="connsiteY113" fmla="*/ 159 h 10000"/>
                <a:gd name="connsiteX114" fmla="*/ 3148 w 10000"/>
                <a:gd name="connsiteY114" fmla="*/ 138 h 10000"/>
                <a:gd name="connsiteX115" fmla="*/ 2878 w 10000"/>
                <a:gd name="connsiteY115" fmla="*/ 159 h 10000"/>
                <a:gd name="connsiteX116" fmla="*/ 2738 w 10000"/>
                <a:gd name="connsiteY116" fmla="*/ 154 h 10000"/>
                <a:gd name="connsiteX117" fmla="*/ 2629 w 10000"/>
                <a:gd name="connsiteY117" fmla="*/ 159 h 10000"/>
                <a:gd name="connsiteX118" fmla="*/ 2508 w 10000"/>
                <a:gd name="connsiteY118" fmla="*/ 143 h 10000"/>
                <a:gd name="connsiteX119" fmla="*/ 2079 w 10000"/>
                <a:gd name="connsiteY119" fmla="*/ 143 h 10000"/>
                <a:gd name="connsiteX120" fmla="*/ 1692 w 10000"/>
                <a:gd name="connsiteY120" fmla="*/ 470 h 10000"/>
                <a:gd name="connsiteX121" fmla="*/ 1571 w 10000"/>
                <a:gd name="connsiteY121" fmla="*/ 596 h 10000"/>
                <a:gd name="connsiteX122" fmla="*/ 1466 w 10000"/>
                <a:gd name="connsiteY122" fmla="*/ 596 h 10000"/>
                <a:gd name="connsiteX123" fmla="*/ 1390 w 10000"/>
                <a:gd name="connsiteY123" fmla="*/ 229 h 10000"/>
                <a:gd name="connsiteX124" fmla="*/ 1145 w 10000"/>
                <a:gd name="connsiteY124" fmla="*/ 398 h 10000"/>
                <a:gd name="connsiteX125" fmla="*/ 990 w 10000"/>
                <a:gd name="connsiteY125" fmla="*/ 466 h 10000"/>
                <a:gd name="connsiteX126" fmla="*/ 837 w 10000"/>
                <a:gd name="connsiteY126" fmla="*/ 532 h 10000"/>
                <a:gd name="connsiteX127" fmla="*/ 761 w 10000"/>
                <a:gd name="connsiteY127" fmla="*/ 559 h 10000"/>
                <a:gd name="connsiteX128" fmla="*/ 615 w 10000"/>
                <a:gd name="connsiteY128" fmla="*/ 599 h 10000"/>
                <a:gd name="connsiteX129" fmla="*/ 422 w 10000"/>
                <a:gd name="connsiteY129" fmla="*/ 652 h 10000"/>
                <a:gd name="connsiteX130" fmla="*/ 409 w 10000"/>
                <a:gd name="connsiteY130" fmla="*/ 1234 h 10000"/>
                <a:gd name="connsiteX131" fmla="*/ 336 w 10000"/>
                <a:gd name="connsiteY131" fmla="*/ 1958 h 10000"/>
                <a:gd name="connsiteX132" fmla="*/ 382 w 10000"/>
                <a:gd name="connsiteY132" fmla="*/ 2275 h 10000"/>
                <a:gd name="connsiteX133" fmla="*/ 359 w 10000"/>
                <a:gd name="connsiteY133" fmla="*/ 2708 h 10000"/>
                <a:gd name="connsiteX134" fmla="*/ 409 w 10000"/>
                <a:gd name="connsiteY134" fmla="*/ 2894 h 10000"/>
                <a:gd name="connsiteX135" fmla="*/ 270 w 10000"/>
                <a:gd name="connsiteY135" fmla="*/ 3417 h 10000"/>
                <a:gd name="connsiteX136" fmla="*/ 392 w 10000"/>
                <a:gd name="connsiteY136" fmla="*/ 3625 h 10000"/>
                <a:gd name="connsiteX137" fmla="*/ 369 w 10000"/>
                <a:gd name="connsiteY137" fmla="*/ 4119 h 10000"/>
                <a:gd name="connsiteX138" fmla="*/ 255 w 10000"/>
                <a:gd name="connsiteY138" fmla="*/ 4171 h 10000"/>
                <a:gd name="connsiteX139" fmla="*/ 305 w 10000"/>
                <a:gd name="connsiteY139" fmla="*/ 4398 h 10000"/>
                <a:gd name="connsiteX140" fmla="*/ 235 w 10000"/>
                <a:gd name="connsiteY140" fmla="*/ 4367 h 10000"/>
                <a:gd name="connsiteX141" fmla="*/ 331 w 10000"/>
                <a:gd name="connsiteY141" fmla="*/ 4639 h 10000"/>
                <a:gd name="connsiteX142" fmla="*/ 259 w 10000"/>
                <a:gd name="connsiteY142" fmla="*/ 4735 h 10000"/>
                <a:gd name="connsiteX143" fmla="*/ 310 w 10000"/>
                <a:gd name="connsiteY143" fmla="*/ 5022 h 10000"/>
                <a:gd name="connsiteX144" fmla="*/ 287 w 10000"/>
                <a:gd name="connsiteY144" fmla="*/ 5495 h 10000"/>
                <a:gd name="connsiteX145" fmla="*/ 303 w 10000"/>
                <a:gd name="connsiteY145" fmla="*/ 5741 h 10000"/>
                <a:gd name="connsiteX146" fmla="*/ 276 w 10000"/>
                <a:gd name="connsiteY146" fmla="*/ 6152 h 10000"/>
                <a:gd name="connsiteX147" fmla="*/ 246 w 10000"/>
                <a:gd name="connsiteY147" fmla="*/ 6651 h 10000"/>
                <a:gd name="connsiteX148" fmla="*/ 190 w 10000"/>
                <a:gd name="connsiteY148" fmla="*/ 6954 h 10000"/>
                <a:gd name="connsiteX149" fmla="*/ 9 w 10000"/>
                <a:gd name="connsiteY149" fmla="*/ 6937 h 10000"/>
                <a:gd name="connsiteX150" fmla="*/ 252 w 10000"/>
                <a:gd name="connsiteY150" fmla="*/ 7185 h 10000"/>
                <a:gd name="connsiteX151" fmla="*/ 300 w 10000"/>
                <a:gd name="connsiteY151" fmla="*/ 7468 h 10000"/>
                <a:gd name="connsiteX152" fmla="*/ 249 w 10000"/>
                <a:gd name="connsiteY152" fmla="*/ 7903 h 10000"/>
                <a:gd name="connsiteX153" fmla="*/ 307 w 10000"/>
                <a:gd name="connsiteY153" fmla="*/ 8134 h 10000"/>
                <a:gd name="connsiteX154" fmla="*/ 244 w 10000"/>
                <a:gd name="connsiteY154" fmla="*/ 8591 h 10000"/>
                <a:gd name="connsiteX0" fmla="*/ 65 w 9821"/>
                <a:gd name="connsiteY0" fmla="*/ 8591 h 10000"/>
                <a:gd name="connsiteX1" fmla="*/ 62 w 9821"/>
                <a:gd name="connsiteY1" fmla="*/ 8978 h 10000"/>
                <a:gd name="connsiteX2" fmla="*/ 32 w 9821"/>
                <a:gd name="connsiteY2" fmla="*/ 9396 h 10000"/>
                <a:gd name="connsiteX3" fmla="*/ 153 w 9821"/>
                <a:gd name="connsiteY3" fmla="*/ 9815 h 10000"/>
                <a:gd name="connsiteX4" fmla="*/ 465 w 9821"/>
                <a:gd name="connsiteY4" fmla="*/ 9712 h 10000"/>
                <a:gd name="connsiteX5" fmla="*/ 848 w 9821"/>
                <a:gd name="connsiteY5" fmla="*/ 9951 h 10000"/>
                <a:gd name="connsiteX6" fmla="*/ 947 w 9821"/>
                <a:gd name="connsiteY6" fmla="*/ 9951 h 10000"/>
                <a:gd name="connsiteX7" fmla="*/ 1056 w 9821"/>
                <a:gd name="connsiteY7" fmla="*/ 9951 h 10000"/>
                <a:gd name="connsiteX8" fmla="*/ 1158 w 9821"/>
                <a:gd name="connsiteY8" fmla="*/ 9951 h 10000"/>
                <a:gd name="connsiteX9" fmla="*/ 1298 w 9821"/>
                <a:gd name="connsiteY9" fmla="*/ 9893 h 10000"/>
                <a:gd name="connsiteX10" fmla="*/ 1440 w 9821"/>
                <a:gd name="connsiteY10" fmla="*/ 9809 h 10000"/>
                <a:gd name="connsiteX11" fmla="*/ 1795 w 9821"/>
                <a:gd name="connsiteY11" fmla="*/ 9893 h 10000"/>
                <a:gd name="connsiteX12" fmla="*/ 1896 w 9821"/>
                <a:gd name="connsiteY12" fmla="*/ 9893 h 10000"/>
                <a:gd name="connsiteX13" fmla="*/ 2041 w 9821"/>
                <a:gd name="connsiteY13" fmla="*/ 9824 h 10000"/>
                <a:gd name="connsiteX14" fmla="*/ 2191 w 9821"/>
                <a:gd name="connsiteY14" fmla="*/ 9762 h 10000"/>
                <a:gd name="connsiteX15" fmla="*/ 2329 w 9821"/>
                <a:gd name="connsiteY15" fmla="*/ 9762 h 10000"/>
                <a:gd name="connsiteX16" fmla="*/ 2438 w 9821"/>
                <a:gd name="connsiteY16" fmla="*/ 9762 h 10000"/>
                <a:gd name="connsiteX17" fmla="*/ 2542 w 9821"/>
                <a:gd name="connsiteY17" fmla="*/ 9762 h 10000"/>
                <a:gd name="connsiteX18" fmla="*/ 2748 w 9821"/>
                <a:gd name="connsiteY18" fmla="*/ 9762 h 10000"/>
                <a:gd name="connsiteX19" fmla="*/ 2880 w 9821"/>
                <a:gd name="connsiteY19" fmla="*/ 9830 h 10000"/>
                <a:gd name="connsiteX20" fmla="*/ 3013 w 9821"/>
                <a:gd name="connsiteY20" fmla="*/ 9893 h 10000"/>
                <a:gd name="connsiteX21" fmla="*/ 3111 w 9821"/>
                <a:gd name="connsiteY21" fmla="*/ 9951 h 10000"/>
                <a:gd name="connsiteX22" fmla="*/ 3216 w 9821"/>
                <a:gd name="connsiteY22" fmla="*/ 9946 h 10000"/>
                <a:gd name="connsiteX23" fmla="*/ 3320 w 9821"/>
                <a:gd name="connsiteY23" fmla="*/ 9893 h 10000"/>
                <a:gd name="connsiteX24" fmla="*/ 3437 w 9821"/>
                <a:gd name="connsiteY24" fmla="*/ 9824 h 10000"/>
                <a:gd name="connsiteX25" fmla="*/ 3587 w 9821"/>
                <a:gd name="connsiteY25" fmla="*/ 9809 h 10000"/>
                <a:gd name="connsiteX26" fmla="*/ 3745 w 9821"/>
                <a:gd name="connsiteY26" fmla="*/ 9893 h 10000"/>
                <a:gd name="connsiteX27" fmla="*/ 3841 w 9821"/>
                <a:gd name="connsiteY27" fmla="*/ 9951 h 10000"/>
                <a:gd name="connsiteX28" fmla="*/ 3950 w 9821"/>
                <a:gd name="connsiteY28" fmla="*/ 9946 h 10000"/>
                <a:gd name="connsiteX29" fmla="*/ 4051 w 9821"/>
                <a:gd name="connsiteY29" fmla="*/ 9946 h 10000"/>
                <a:gd name="connsiteX30" fmla="*/ 4192 w 9821"/>
                <a:gd name="connsiteY30" fmla="*/ 9940 h 10000"/>
                <a:gd name="connsiteX31" fmla="*/ 4333 w 9821"/>
                <a:gd name="connsiteY31" fmla="*/ 9888 h 10000"/>
                <a:gd name="connsiteX32" fmla="*/ 4483 w 9821"/>
                <a:gd name="connsiteY32" fmla="*/ 9830 h 10000"/>
                <a:gd name="connsiteX33" fmla="*/ 4697 w 9821"/>
                <a:gd name="connsiteY33" fmla="*/ 9762 h 10000"/>
                <a:gd name="connsiteX34" fmla="*/ 4805 w 9821"/>
                <a:gd name="connsiteY34" fmla="*/ 9762 h 10000"/>
                <a:gd name="connsiteX35" fmla="*/ 5084 w 9821"/>
                <a:gd name="connsiteY35" fmla="*/ 9762 h 10000"/>
                <a:gd name="connsiteX36" fmla="*/ 5234 w 9821"/>
                <a:gd name="connsiteY36" fmla="*/ 9699 h 10000"/>
                <a:gd name="connsiteX37" fmla="*/ 5342 w 9821"/>
                <a:gd name="connsiteY37" fmla="*/ 9635 h 10000"/>
                <a:gd name="connsiteX38" fmla="*/ 5480 w 9821"/>
                <a:gd name="connsiteY38" fmla="*/ 9630 h 10000"/>
                <a:gd name="connsiteX39" fmla="*/ 5561 w 9821"/>
                <a:gd name="connsiteY39" fmla="*/ 9420 h 10000"/>
                <a:gd name="connsiteX40" fmla="*/ 5780 w 9821"/>
                <a:gd name="connsiteY40" fmla="*/ 9599 h 10000"/>
                <a:gd name="connsiteX41" fmla="*/ 6158 w 9821"/>
                <a:gd name="connsiteY41" fmla="*/ 9509 h 10000"/>
                <a:gd name="connsiteX42" fmla="*/ 6262 w 9821"/>
                <a:gd name="connsiteY42" fmla="*/ 9509 h 10000"/>
                <a:gd name="connsiteX43" fmla="*/ 6367 w 9821"/>
                <a:gd name="connsiteY43" fmla="*/ 9447 h 10000"/>
                <a:gd name="connsiteX44" fmla="*/ 6477 w 9821"/>
                <a:gd name="connsiteY44" fmla="*/ 9447 h 10000"/>
                <a:gd name="connsiteX45" fmla="*/ 6617 w 9821"/>
                <a:gd name="connsiteY45" fmla="*/ 9447 h 10000"/>
                <a:gd name="connsiteX46" fmla="*/ 6755 w 9821"/>
                <a:gd name="connsiteY46" fmla="*/ 9447 h 10000"/>
                <a:gd name="connsiteX47" fmla="*/ 7006 w 9821"/>
                <a:gd name="connsiteY47" fmla="*/ 9450 h 10000"/>
                <a:gd name="connsiteX48" fmla="*/ 7283 w 9821"/>
                <a:gd name="connsiteY48" fmla="*/ 9378 h 10000"/>
                <a:gd name="connsiteX49" fmla="*/ 7416 w 9821"/>
                <a:gd name="connsiteY49" fmla="*/ 9447 h 10000"/>
                <a:gd name="connsiteX50" fmla="*/ 7558 w 9821"/>
                <a:gd name="connsiteY50" fmla="*/ 9447 h 10000"/>
                <a:gd name="connsiteX51" fmla="*/ 7728 w 9821"/>
                <a:gd name="connsiteY51" fmla="*/ 9447 h 10000"/>
                <a:gd name="connsiteX52" fmla="*/ 7845 w 9821"/>
                <a:gd name="connsiteY52" fmla="*/ 9383 h 10000"/>
                <a:gd name="connsiteX53" fmla="*/ 7921 w 9821"/>
                <a:gd name="connsiteY53" fmla="*/ 9420 h 10000"/>
                <a:gd name="connsiteX54" fmla="*/ 8236 w 9821"/>
                <a:gd name="connsiteY54" fmla="*/ 9442 h 10000"/>
                <a:gd name="connsiteX55" fmla="*/ 8389 w 9821"/>
                <a:gd name="connsiteY55" fmla="*/ 9199 h 10000"/>
                <a:gd name="connsiteX56" fmla="*/ 8509 w 9821"/>
                <a:gd name="connsiteY56" fmla="*/ 9277 h 10000"/>
                <a:gd name="connsiteX57" fmla="*/ 8762 w 9821"/>
                <a:gd name="connsiteY57" fmla="*/ 9215 h 10000"/>
                <a:gd name="connsiteX58" fmla="*/ 8929 w 9821"/>
                <a:gd name="connsiteY58" fmla="*/ 9260 h 10000"/>
                <a:gd name="connsiteX59" fmla="*/ 9293 w 9821"/>
                <a:gd name="connsiteY59" fmla="*/ 9106 h 10000"/>
                <a:gd name="connsiteX60" fmla="*/ 9430 w 9821"/>
                <a:gd name="connsiteY60" fmla="*/ 8347 h 10000"/>
                <a:gd name="connsiteX61" fmla="*/ 9430 w 9821"/>
                <a:gd name="connsiteY61" fmla="*/ 7374 h 10000"/>
                <a:gd name="connsiteX62" fmla="*/ 9471 w 9821"/>
                <a:gd name="connsiteY62" fmla="*/ 7100 h 10000"/>
                <a:gd name="connsiteX63" fmla="*/ 9511 w 9821"/>
                <a:gd name="connsiteY63" fmla="*/ 6623 h 10000"/>
                <a:gd name="connsiteX64" fmla="*/ 9543 w 9821"/>
                <a:gd name="connsiteY64" fmla="*/ 6364 h 10000"/>
                <a:gd name="connsiteX65" fmla="*/ 9704 w 9821"/>
                <a:gd name="connsiteY65" fmla="*/ 5939 h 10000"/>
                <a:gd name="connsiteX66" fmla="*/ 9657 w 9821"/>
                <a:gd name="connsiteY66" fmla="*/ 5361 h 10000"/>
                <a:gd name="connsiteX67" fmla="*/ 9784 w 9821"/>
                <a:gd name="connsiteY67" fmla="*/ 4895 h 10000"/>
                <a:gd name="connsiteX68" fmla="*/ 9749 w 9821"/>
                <a:gd name="connsiteY68" fmla="*/ 4545 h 10000"/>
                <a:gd name="connsiteX69" fmla="*/ 9785 w 9821"/>
                <a:gd name="connsiteY69" fmla="*/ 4235 h 10000"/>
                <a:gd name="connsiteX70" fmla="*/ 9806 w 9821"/>
                <a:gd name="connsiteY70" fmla="*/ 4046 h 10000"/>
                <a:gd name="connsiteX71" fmla="*/ 9762 w 9821"/>
                <a:gd name="connsiteY71" fmla="*/ 3850 h 10000"/>
                <a:gd name="connsiteX72" fmla="*/ 9745 w 9821"/>
                <a:gd name="connsiteY72" fmla="*/ 3672 h 10000"/>
                <a:gd name="connsiteX73" fmla="*/ 9778 w 9821"/>
                <a:gd name="connsiteY73" fmla="*/ 3420 h 10000"/>
                <a:gd name="connsiteX74" fmla="*/ 9810 w 9821"/>
                <a:gd name="connsiteY74" fmla="*/ 3105 h 10000"/>
                <a:gd name="connsiteX75" fmla="*/ 9713 w 9821"/>
                <a:gd name="connsiteY75" fmla="*/ 2662 h 10000"/>
                <a:gd name="connsiteX76" fmla="*/ 9493 w 9821"/>
                <a:gd name="connsiteY76" fmla="*/ 2264 h 10000"/>
                <a:gd name="connsiteX77" fmla="*/ 9502 w 9821"/>
                <a:gd name="connsiteY77" fmla="*/ 1082 h 10000"/>
                <a:gd name="connsiteX78" fmla="*/ 9319 w 9821"/>
                <a:gd name="connsiteY78" fmla="*/ 1104 h 10000"/>
                <a:gd name="connsiteX79" fmla="*/ 9147 w 9821"/>
                <a:gd name="connsiteY79" fmla="*/ 862 h 10000"/>
                <a:gd name="connsiteX80" fmla="*/ 8841 w 9821"/>
                <a:gd name="connsiteY80" fmla="*/ 1006 h 10000"/>
                <a:gd name="connsiteX81" fmla="*/ 8734 w 9821"/>
                <a:gd name="connsiteY81" fmla="*/ 1267 h 10000"/>
                <a:gd name="connsiteX82" fmla="*/ 8526 w 9821"/>
                <a:gd name="connsiteY82" fmla="*/ 1222 h 10000"/>
                <a:gd name="connsiteX83" fmla="*/ 8389 w 9821"/>
                <a:gd name="connsiteY83" fmla="*/ 1222 h 10000"/>
                <a:gd name="connsiteX84" fmla="*/ 8256 w 9821"/>
                <a:gd name="connsiteY84" fmla="*/ 1153 h 10000"/>
                <a:gd name="connsiteX85" fmla="*/ 8123 w 9821"/>
                <a:gd name="connsiteY85" fmla="*/ 1153 h 10000"/>
                <a:gd name="connsiteX86" fmla="*/ 7953 w 9821"/>
                <a:gd name="connsiteY86" fmla="*/ 1090 h 10000"/>
                <a:gd name="connsiteX87" fmla="*/ 7816 w 9821"/>
                <a:gd name="connsiteY87" fmla="*/ 912 h 10000"/>
                <a:gd name="connsiteX88" fmla="*/ 7365 w 9821"/>
                <a:gd name="connsiteY88" fmla="*/ 722 h 10000"/>
                <a:gd name="connsiteX89" fmla="*/ 7226 w 9821"/>
                <a:gd name="connsiteY89" fmla="*/ 716 h 10000"/>
                <a:gd name="connsiteX90" fmla="*/ 7170 w 9821"/>
                <a:gd name="connsiteY90" fmla="*/ 912 h 10000"/>
                <a:gd name="connsiteX91" fmla="*/ 7086 w 9821"/>
                <a:gd name="connsiteY91" fmla="*/ 722 h 10000"/>
                <a:gd name="connsiteX92" fmla="*/ 6880 w 9821"/>
                <a:gd name="connsiteY92" fmla="*/ 722 h 10000"/>
                <a:gd name="connsiteX93" fmla="*/ 6776 w 9821"/>
                <a:gd name="connsiteY93" fmla="*/ 716 h 10000"/>
                <a:gd name="connsiteX94" fmla="*/ 6742 w 9821"/>
                <a:gd name="connsiteY94" fmla="*/ 916 h 10000"/>
                <a:gd name="connsiteX95" fmla="*/ 6577 w 9821"/>
                <a:gd name="connsiteY95" fmla="*/ 596 h 10000"/>
                <a:gd name="connsiteX96" fmla="*/ 6440 w 9821"/>
                <a:gd name="connsiteY96" fmla="*/ 591 h 10000"/>
                <a:gd name="connsiteX97" fmla="*/ 6356 w 9821"/>
                <a:gd name="connsiteY97" fmla="*/ 528 h 10000"/>
                <a:gd name="connsiteX98" fmla="*/ 5948 w 9821"/>
                <a:gd name="connsiteY98" fmla="*/ 343 h 10000"/>
                <a:gd name="connsiteX99" fmla="*/ 5814 w 9821"/>
                <a:gd name="connsiteY99" fmla="*/ 275 h 10000"/>
                <a:gd name="connsiteX100" fmla="*/ 5757 w 9821"/>
                <a:gd name="connsiteY100" fmla="*/ 143 h 10000"/>
                <a:gd name="connsiteX101" fmla="*/ 5411 w 9821"/>
                <a:gd name="connsiteY101" fmla="*/ 159 h 10000"/>
                <a:gd name="connsiteX102" fmla="*/ 5205 w 9821"/>
                <a:gd name="connsiteY102" fmla="*/ 154 h 10000"/>
                <a:gd name="connsiteX103" fmla="*/ 5113 w 9821"/>
                <a:gd name="connsiteY103" fmla="*/ 143 h 10000"/>
                <a:gd name="connsiteX104" fmla="*/ 4887 w 9821"/>
                <a:gd name="connsiteY104" fmla="*/ 154 h 10000"/>
                <a:gd name="connsiteX105" fmla="*/ 4785 w 9821"/>
                <a:gd name="connsiteY105" fmla="*/ 159 h 10000"/>
                <a:gd name="connsiteX106" fmla="*/ 4688 w 9821"/>
                <a:gd name="connsiteY106" fmla="*/ 138 h 10000"/>
                <a:gd name="connsiteX107" fmla="*/ 4608 w 9821"/>
                <a:gd name="connsiteY107" fmla="*/ 159 h 10000"/>
                <a:gd name="connsiteX108" fmla="*/ 4235 w 9821"/>
                <a:gd name="connsiteY108" fmla="*/ 263 h 10000"/>
                <a:gd name="connsiteX109" fmla="*/ 3895 w 9821"/>
                <a:gd name="connsiteY109" fmla="*/ 339 h 10000"/>
                <a:gd name="connsiteX110" fmla="*/ 3527 w 9821"/>
                <a:gd name="connsiteY110" fmla="*/ 159 h 10000"/>
                <a:gd name="connsiteX111" fmla="*/ 3398 w 9821"/>
                <a:gd name="connsiteY111" fmla="*/ 143 h 10000"/>
                <a:gd name="connsiteX112" fmla="*/ 3184 w 9821"/>
                <a:gd name="connsiteY112" fmla="*/ 159 h 10000"/>
                <a:gd name="connsiteX113" fmla="*/ 3043 w 9821"/>
                <a:gd name="connsiteY113" fmla="*/ 159 h 10000"/>
                <a:gd name="connsiteX114" fmla="*/ 2969 w 9821"/>
                <a:gd name="connsiteY114" fmla="*/ 138 h 10000"/>
                <a:gd name="connsiteX115" fmla="*/ 2699 w 9821"/>
                <a:gd name="connsiteY115" fmla="*/ 159 h 10000"/>
                <a:gd name="connsiteX116" fmla="*/ 2559 w 9821"/>
                <a:gd name="connsiteY116" fmla="*/ 154 h 10000"/>
                <a:gd name="connsiteX117" fmla="*/ 2450 w 9821"/>
                <a:gd name="connsiteY117" fmla="*/ 159 h 10000"/>
                <a:gd name="connsiteX118" fmla="*/ 2329 w 9821"/>
                <a:gd name="connsiteY118" fmla="*/ 143 h 10000"/>
                <a:gd name="connsiteX119" fmla="*/ 1900 w 9821"/>
                <a:gd name="connsiteY119" fmla="*/ 143 h 10000"/>
                <a:gd name="connsiteX120" fmla="*/ 1513 w 9821"/>
                <a:gd name="connsiteY120" fmla="*/ 470 h 10000"/>
                <a:gd name="connsiteX121" fmla="*/ 1392 w 9821"/>
                <a:gd name="connsiteY121" fmla="*/ 596 h 10000"/>
                <a:gd name="connsiteX122" fmla="*/ 1287 w 9821"/>
                <a:gd name="connsiteY122" fmla="*/ 596 h 10000"/>
                <a:gd name="connsiteX123" fmla="*/ 1211 w 9821"/>
                <a:gd name="connsiteY123" fmla="*/ 229 h 10000"/>
                <a:gd name="connsiteX124" fmla="*/ 966 w 9821"/>
                <a:gd name="connsiteY124" fmla="*/ 398 h 10000"/>
                <a:gd name="connsiteX125" fmla="*/ 811 w 9821"/>
                <a:gd name="connsiteY125" fmla="*/ 466 h 10000"/>
                <a:gd name="connsiteX126" fmla="*/ 658 w 9821"/>
                <a:gd name="connsiteY126" fmla="*/ 532 h 10000"/>
                <a:gd name="connsiteX127" fmla="*/ 582 w 9821"/>
                <a:gd name="connsiteY127" fmla="*/ 559 h 10000"/>
                <a:gd name="connsiteX128" fmla="*/ 436 w 9821"/>
                <a:gd name="connsiteY128" fmla="*/ 599 h 10000"/>
                <a:gd name="connsiteX129" fmla="*/ 243 w 9821"/>
                <a:gd name="connsiteY129" fmla="*/ 652 h 10000"/>
                <a:gd name="connsiteX130" fmla="*/ 230 w 9821"/>
                <a:gd name="connsiteY130" fmla="*/ 1234 h 10000"/>
                <a:gd name="connsiteX131" fmla="*/ 157 w 9821"/>
                <a:gd name="connsiteY131" fmla="*/ 1958 h 10000"/>
                <a:gd name="connsiteX132" fmla="*/ 203 w 9821"/>
                <a:gd name="connsiteY132" fmla="*/ 2275 h 10000"/>
                <a:gd name="connsiteX133" fmla="*/ 180 w 9821"/>
                <a:gd name="connsiteY133" fmla="*/ 2708 h 10000"/>
                <a:gd name="connsiteX134" fmla="*/ 230 w 9821"/>
                <a:gd name="connsiteY134" fmla="*/ 2894 h 10000"/>
                <a:gd name="connsiteX135" fmla="*/ 91 w 9821"/>
                <a:gd name="connsiteY135" fmla="*/ 3417 h 10000"/>
                <a:gd name="connsiteX136" fmla="*/ 213 w 9821"/>
                <a:gd name="connsiteY136" fmla="*/ 3625 h 10000"/>
                <a:gd name="connsiteX137" fmla="*/ 190 w 9821"/>
                <a:gd name="connsiteY137" fmla="*/ 4119 h 10000"/>
                <a:gd name="connsiteX138" fmla="*/ 76 w 9821"/>
                <a:gd name="connsiteY138" fmla="*/ 4171 h 10000"/>
                <a:gd name="connsiteX139" fmla="*/ 126 w 9821"/>
                <a:gd name="connsiteY139" fmla="*/ 4398 h 10000"/>
                <a:gd name="connsiteX140" fmla="*/ 56 w 9821"/>
                <a:gd name="connsiteY140" fmla="*/ 4367 h 10000"/>
                <a:gd name="connsiteX141" fmla="*/ 152 w 9821"/>
                <a:gd name="connsiteY141" fmla="*/ 4639 h 10000"/>
                <a:gd name="connsiteX142" fmla="*/ 80 w 9821"/>
                <a:gd name="connsiteY142" fmla="*/ 4735 h 10000"/>
                <a:gd name="connsiteX143" fmla="*/ 131 w 9821"/>
                <a:gd name="connsiteY143" fmla="*/ 5022 h 10000"/>
                <a:gd name="connsiteX144" fmla="*/ 108 w 9821"/>
                <a:gd name="connsiteY144" fmla="*/ 5495 h 10000"/>
                <a:gd name="connsiteX145" fmla="*/ 124 w 9821"/>
                <a:gd name="connsiteY145" fmla="*/ 5741 h 10000"/>
                <a:gd name="connsiteX146" fmla="*/ 97 w 9821"/>
                <a:gd name="connsiteY146" fmla="*/ 6152 h 10000"/>
                <a:gd name="connsiteX147" fmla="*/ 67 w 9821"/>
                <a:gd name="connsiteY147" fmla="*/ 6651 h 10000"/>
                <a:gd name="connsiteX148" fmla="*/ 11 w 9821"/>
                <a:gd name="connsiteY148" fmla="*/ 6954 h 10000"/>
                <a:gd name="connsiteX149" fmla="*/ 54 w 9821"/>
                <a:gd name="connsiteY149" fmla="*/ 7206 h 10000"/>
                <a:gd name="connsiteX150" fmla="*/ 73 w 9821"/>
                <a:gd name="connsiteY150" fmla="*/ 7185 h 10000"/>
                <a:gd name="connsiteX151" fmla="*/ 121 w 9821"/>
                <a:gd name="connsiteY151" fmla="*/ 7468 h 10000"/>
                <a:gd name="connsiteX152" fmla="*/ 70 w 9821"/>
                <a:gd name="connsiteY152" fmla="*/ 7903 h 10000"/>
                <a:gd name="connsiteX153" fmla="*/ 128 w 9821"/>
                <a:gd name="connsiteY153" fmla="*/ 8134 h 10000"/>
                <a:gd name="connsiteX154" fmla="*/ 65 w 9821"/>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17 w 10000"/>
                <a:gd name="connsiteY121" fmla="*/ 596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70 w 10000"/>
                <a:gd name="connsiteY126" fmla="*/ 532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17 w 10000"/>
                <a:gd name="connsiteY121" fmla="*/ 596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470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01 w 10000"/>
                <a:gd name="connsiteY90" fmla="*/ 912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499 w 10000"/>
                <a:gd name="connsiteY88" fmla="*/ 722 h 10000"/>
                <a:gd name="connsiteX89" fmla="*/ 7358 w 10000"/>
                <a:gd name="connsiteY89" fmla="*/ 716 h 10000"/>
                <a:gd name="connsiteX90" fmla="*/ 7334 w 10000"/>
                <a:gd name="connsiteY90" fmla="*/ 464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215 w 10000"/>
                <a:gd name="connsiteY91" fmla="*/ 722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7005 w 10000"/>
                <a:gd name="connsiteY92" fmla="*/ 722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865 w 10000"/>
                <a:gd name="connsiteY94" fmla="*/ 916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778 w 10000"/>
                <a:gd name="connsiteY94" fmla="*/ 378 h 10000"/>
                <a:gd name="connsiteX95" fmla="*/ 6697 w 10000"/>
                <a:gd name="connsiteY95" fmla="*/ 596 h 10000"/>
                <a:gd name="connsiteX96" fmla="*/ 6557 w 10000"/>
                <a:gd name="connsiteY96" fmla="*/ 591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716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098 w 10000"/>
                <a:gd name="connsiteY86" fmla="*/ 1090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387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271 w 10000"/>
                <a:gd name="connsiteY85" fmla="*/ 1153 h 10000"/>
                <a:gd name="connsiteX86" fmla="*/ 8196 w 10000"/>
                <a:gd name="connsiteY86" fmla="*/ 612 h 10000"/>
                <a:gd name="connsiteX87" fmla="*/ 7958 w 10000"/>
                <a:gd name="connsiteY87" fmla="*/ 912 h 10000"/>
                <a:gd name="connsiteX88" fmla="*/ 7738 w 10000"/>
                <a:gd name="connsiteY88" fmla="*/ 423 h 10000"/>
                <a:gd name="connsiteX89" fmla="*/ 7358 w 10000"/>
                <a:gd name="connsiteY89" fmla="*/ 716 h 10000"/>
                <a:gd name="connsiteX90" fmla="*/ 7334 w 10000"/>
                <a:gd name="connsiteY90" fmla="*/ 464 h 10000"/>
                <a:gd name="connsiteX91" fmla="*/ 7117 w 10000"/>
                <a:gd name="connsiteY91" fmla="*/ 154 h 10000"/>
                <a:gd name="connsiteX92" fmla="*/ 6918 w 10000"/>
                <a:gd name="connsiteY92" fmla="*/ 363 h 10000"/>
                <a:gd name="connsiteX93" fmla="*/ 6900 w 10000"/>
                <a:gd name="connsiteY93" fmla="*/ 387 h 10000"/>
                <a:gd name="connsiteX94" fmla="*/ 6778 w 10000"/>
                <a:gd name="connsiteY94" fmla="*/ 378 h 10000"/>
                <a:gd name="connsiteX95" fmla="*/ 6697 w 10000"/>
                <a:gd name="connsiteY95" fmla="*/ 596 h 10000"/>
                <a:gd name="connsiteX96" fmla="*/ 6492 w 10000"/>
                <a:gd name="connsiteY96" fmla="*/ 203 h 10000"/>
                <a:gd name="connsiteX97" fmla="*/ 6472 w 10000"/>
                <a:gd name="connsiteY97" fmla="*/ 528 h 10000"/>
                <a:gd name="connsiteX98" fmla="*/ 6056 w 10000"/>
                <a:gd name="connsiteY98" fmla="*/ 343 h 10000"/>
                <a:gd name="connsiteX99" fmla="*/ 5920 w 10000"/>
                <a:gd name="connsiteY99" fmla="*/ 275 h 10000"/>
                <a:gd name="connsiteX100" fmla="*/ 5862 w 10000"/>
                <a:gd name="connsiteY100" fmla="*/ 143 h 10000"/>
                <a:gd name="connsiteX101" fmla="*/ 5510 w 10000"/>
                <a:gd name="connsiteY101" fmla="*/ 159 h 10000"/>
                <a:gd name="connsiteX102" fmla="*/ 5300 w 10000"/>
                <a:gd name="connsiteY102" fmla="*/ 154 h 10000"/>
                <a:gd name="connsiteX103" fmla="*/ 5206 w 10000"/>
                <a:gd name="connsiteY103" fmla="*/ 143 h 10000"/>
                <a:gd name="connsiteX104" fmla="*/ 4976 w 10000"/>
                <a:gd name="connsiteY104" fmla="*/ 154 h 10000"/>
                <a:gd name="connsiteX105" fmla="*/ 4872 w 10000"/>
                <a:gd name="connsiteY105" fmla="*/ 159 h 10000"/>
                <a:gd name="connsiteX106" fmla="*/ 4773 w 10000"/>
                <a:gd name="connsiteY106" fmla="*/ 138 h 10000"/>
                <a:gd name="connsiteX107" fmla="*/ 4692 w 10000"/>
                <a:gd name="connsiteY107" fmla="*/ 159 h 10000"/>
                <a:gd name="connsiteX108" fmla="*/ 4312 w 10000"/>
                <a:gd name="connsiteY108" fmla="*/ 263 h 10000"/>
                <a:gd name="connsiteX109" fmla="*/ 3966 w 10000"/>
                <a:gd name="connsiteY109" fmla="*/ 339 h 10000"/>
                <a:gd name="connsiteX110" fmla="*/ 3591 w 10000"/>
                <a:gd name="connsiteY110" fmla="*/ 159 h 10000"/>
                <a:gd name="connsiteX111" fmla="*/ 3460 w 10000"/>
                <a:gd name="connsiteY111" fmla="*/ 143 h 10000"/>
                <a:gd name="connsiteX112" fmla="*/ 3242 w 10000"/>
                <a:gd name="connsiteY112" fmla="*/ 159 h 10000"/>
                <a:gd name="connsiteX113" fmla="*/ 3098 w 10000"/>
                <a:gd name="connsiteY113" fmla="*/ 159 h 10000"/>
                <a:gd name="connsiteX114" fmla="*/ 3023 w 10000"/>
                <a:gd name="connsiteY114" fmla="*/ 138 h 10000"/>
                <a:gd name="connsiteX115" fmla="*/ 2748 w 10000"/>
                <a:gd name="connsiteY115" fmla="*/ 159 h 10000"/>
                <a:gd name="connsiteX116" fmla="*/ 2606 w 10000"/>
                <a:gd name="connsiteY116" fmla="*/ 154 h 10000"/>
                <a:gd name="connsiteX117" fmla="*/ 2495 w 10000"/>
                <a:gd name="connsiteY117" fmla="*/ 159 h 10000"/>
                <a:gd name="connsiteX118" fmla="*/ 2371 w 10000"/>
                <a:gd name="connsiteY118" fmla="*/ 143 h 10000"/>
                <a:gd name="connsiteX119" fmla="*/ 1935 w 10000"/>
                <a:gd name="connsiteY119" fmla="*/ 143 h 10000"/>
                <a:gd name="connsiteX120" fmla="*/ 1541 w 10000"/>
                <a:gd name="connsiteY120" fmla="*/ 171 h 10000"/>
                <a:gd name="connsiteX121" fmla="*/ 1428 w 10000"/>
                <a:gd name="connsiteY121" fmla="*/ 148 h 10000"/>
                <a:gd name="connsiteX122" fmla="*/ 1310 w 10000"/>
                <a:gd name="connsiteY122" fmla="*/ 297 h 10000"/>
                <a:gd name="connsiteX123" fmla="*/ 1233 w 10000"/>
                <a:gd name="connsiteY123" fmla="*/ 229 h 10000"/>
                <a:gd name="connsiteX124" fmla="*/ 984 w 10000"/>
                <a:gd name="connsiteY124" fmla="*/ 398 h 10000"/>
                <a:gd name="connsiteX125" fmla="*/ 826 w 10000"/>
                <a:gd name="connsiteY125" fmla="*/ 466 h 10000"/>
                <a:gd name="connsiteX126" fmla="*/ 605 w 10000"/>
                <a:gd name="connsiteY126" fmla="*/ 353 h 10000"/>
                <a:gd name="connsiteX127" fmla="*/ 593 w 10000"/>
                <a:gd name="connsiteY127" fmla="*/ 559 h 10000"/>
                <a:gd name="connsiteX128" fmla="*/ 444 w 10000"/>
                <a:gd name="connsiteY128" fmla="*/ 599 h 10000"/>
                <a:gd name="connsiteX129" fmla="*/ 247 w 10000"/>
                <a:gd name="connsiteY129" fmla="*/ 652 h 10000"/>
                <a:gd name="connsiteX130" fmla="*/ 234 w 10000"/>
                <a:gd name="connsiteY130" fmla="*/ 1234 h 10000"/>
                <a:gd name="connsiteX131" fmla="*/ 160 w 10000"/>
                <a:gd name="connsiteY131" fmla="*/ 1958 h 10000"/>
                <a:gd name="connsiteX132" fmla="*/ 207 w 10000"/>
                <a:gd name="connsiteY132" fmla="*/ 2275 h 10000"/>
                <a:gd name="connsiteX133" fmla="*/ 183 w 10000"/>
                <a:gd name="connsiteY133" fmla="*/ 2708 h 10000"/>
                <a:gd name="connsiteX134" fmla="*/ 234 w 10000"/>
                <a:gd name="connsiteY134" fmla="*/ 2894 h 10000"/>
                <a:gd name="connsiteX135" fmla="*/ 93 w 10000"/>
                <a:gd name="connsiteY135" fmla="*/ 3417 h 10000"/>
                <a:gd name="connsiteX136" fmla="*/ 217 w 10000"/>
                <a:gd name="connsiteY136" fmla="*/ 3625 h 10000"/>
                <a:gd name="connsiteX137" fmla="*/ 193 w 10000"/>
                <a:gd name="connsiteY137" fmla="*/ 4119 h 10000"/>
                <a:gd name="connsiteX138" fmla="*/ 77 w 10000"/>
                <a:gd name="connsiteY138" fmla="*/ 4171 h 10000"/>
                <a:gd name="connsiteX139" fmla="*/ 128 w 10000"/>
                <a:gd name="connsiteY139" fmla="*/ 4398 h 10000"/>
                <a:gd name="connsiteX140" fmla="*/ 57 w 10000"/>
                <a:gd name="connsiteY140" fmla="*/ 4367 h 10000"/>
                <a:gd name="connsiteX141" fmla="*/ 155 w 10000"/>
                <a:gd name="connsiteY141" fmla="*/ 4639 h 10000"/>
                <a:gd name="connsiteX142" fmla="*/ 81 w 10000"/>
                <a:gd name="connsiteY142" fmla="*/ 4735 h 10000"/>
                <a:gd name="connsiteX143" fmla="*/ 133 w 10000"/>
                <a:gd name="connsiteY143" fmla="*/ 5022 h 10000"/>
                <a:gd name="connsiteX144" fmla="*/ 110 w 10000"/>
                <a:gd name="connsiteY144" fmla="*/ 5495 h 10000"/>
                <a:gd name="connsiteX145" fmla="*/ 126 w 10000"/>
                <a:gd name="connsiteY145" fmla="*/ 5741 h 10000"/>
                <a:gd name="connsiteX146" fmla="*/ 99 w 10000"/>
                <a:gd name="connsiteY146" fmla="*/ 6152 h 10000"/>
                <a:gd name="connsiteX147" fmla="*/ 68 w 10000"/>
                <a:gd name="connsiteY147" fmla="*/ 6651 h 10000"/>
                <a:gd name="connsiteX148" fmla="*/ 11 w 10000"/>
                <a:gd name="connsiteY148" fmla="*/ 6954 h 10000"/>
                <a:gd name="connsiteX149" fmla="*/ 55 w 10000"/>
                <a:gd name="connsiteY149" fmla="*/ 7206 h 10000"/>
                <a:gd name="connsiteX150" fmla="*/ 74 w 10000"/>
                <a:gd name="connsiteY150" fmla="*/ 7185 h 10000"/>
                <a:gd name="connsiteX151" fmla="*/ 123 w 10000"/>
                <a:gd name="connsiteY151" fmla="*/ 7468 h 10000"/>
                <a:gd name="connsiteX152" fmla="*/ 71 w 10000"/>
                <a:gd name="connsiteY152" fmla="*/ 7903 h 10000"/>
                <a:gd name="connsiteX153" fmla="*/ 130 w 10000"/>
                <a:gd name="connsiteY153" fmla="*/ 8134 h 10000"/>
                <a:gd name="connsiteX154" fmla="*/ 66 w 10000"/>
                <a:gd name="connsiteY154"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542 w 10000"/>
                <a:gd name="connsiteY83" fmla="*/ 1222 h 10000"/>
                <a:gd name="connsiteX84" fmla="*/ 8406 w 10000"/>
                <a:gd name="connsiteY84" fmla="*/ 1153 h 10000"/>
                <a:gd name="connsiteX85" fmla="*/ 8525 w 10000"/>
                <a:gd name="connsiteY85" fmla="*/ 463 h 10000"/>
                <a:gd name="connsiteX86" fmla="*/ 8271 w 10000"/>
                <a:gd name="connsiteY86" fmla="*/ 1153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71 w 10000"/>
                <a:gd name="connsiteY86" fmla="*/ 1153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93 w 10000"/>
                <a:gd name="connsiteY86" fmla="*/ 645 h 10000"/>
                <a:gd name="connsiteX87" fmla="*/ 8196 w 10000"/>
                <a:gd name="connsiteY87" fmla="*/ 612 h 10000"/>
                <a:gd name="connsiteX88" fmla="*/ 7958 w 10000"/>
                <a:gd name="connsiteY88" fmla="*/ 912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406 w 10000"/>
                <a:gd name="connsiteY84" fmla="*/ 1153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681 w 10000"/>
                <a:gd name="connsiteY82" fmla="*/ 1222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8893 w 10000"/>
                <a:gd name="connsiteY81" fmla="*/ 1267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002 w 10000"/>
                <a:gd name="connsiteY80" fmla="*/ 1006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314 w 10000"/>
                <a:gd name="connsiteY79" fmla="*/ 862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489 w 10000"/>
                <a:gd name="connsiteY78" fmla="*/ 1104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675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666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717 w 10000"/>
                <a:gd name="connsiteY64" fmla="*/ 6364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684 w 10000"/>
                <a:gd name="connsiteY63" fmla="*/ 6623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644 w 10000"/>
                <a:gd name="connsiteY62" fmla="*/ 7100 h 10000"/>
                <a:gd name="connsiteX63" fmla="*/ 9890 w 10000"/>
                <a:gd name="connsiteY63" fmla="*/ 7310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833 w 10000"/>
                <a:gd name="connsiteY66" fmla="*/ 536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602 w 10000"/>
                <a:gd name="connsiteY61" fmla="*/ 7374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02 w 10000"/>
                <a:gd name="connsiteY60" fmla="*/ 8347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106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92 w 10000"/>
                <a:gd name="connsiteY58" fmla="*/ 9260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922 w 10000"/>
                <a:gd name="connsiteY57" fmla="*/ 9215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277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42 w 10000"/>
                <a:gd name="connsiteY55" fmla="*/ 9199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442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420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988 w 10000"/>
                <a:gd name="connsiteY52" fmla="*/ 9383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416 w 10000"/>
                <a:gd name="connsiteY48" fmla="*/ 9378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595 w 10000"/>
                <a:gd name="connsiteY44" fmla="*/ 9447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509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588 w 10000"/>
                <a:gd name="connsiteY17" fmla="*/ 9762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77 w 10000"/>
                <a:gd name="connsiteY35" fmla="*/ 9762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68 w 10000"/>
                <a:gd name="connsiteY30" fmla="*/ 9940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946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28 w 10000"/>
                <a:gd name="connsiteY11" fmla="*/ 9893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951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63 w 10000"/>
                <a:gd name="connsiteY5" fmla="*/ 9951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159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966 w 10000"/>
                <a:gd name="connsiteY110" fmla="*/ 33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3858 w 10000"/>
                <a:gd name="connsiteY110" fmla="*/ 27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591 w 10000"/>
                <a:gd name="connsiteY111" fmla="*/ 159 h 10000"/>
                <a:gd name="connsiteX112" fmla="*/ 3460 w 10000"/>
                <a:gd name="connsiteY112" fmla="*/ 143 h 10000"/>
                <a:gd name="connsiteX113" fmla="*/ 3242 w 10000"/>
                <a:gd name="connsiteY113" fmla="*/ 159 h 10000"/>
                <a:gd name="connsiteX114" fmla="*/ 3098 w 10000"/>
                <a:gd name="connsiteY114" fmla="*/ 159 h 10000"/>
                <a:gd name="connsiteX115" fmla="*/ 3023 w 10000"/>
                <a:gd name="connsiteY115" fmla="*/ 138 h 10000"/>
                <a:gd name="connsiteX116" fmla="*/ 2748 w 10000"/>
                <a:gd name="connsiteY116" fmla="*/ 398 h 10000"/>
                <a:gd name="connsiteX117" fmla="*/ 2606 w 10000"/>
                <a:gd name="connsiteY117" fmla="*/ 154 h 10000"/>
                <a:gd name="connsiteX118" fmla="*/ 2495 w 10000"/>
                <a:gd name="connsiteY118" fmla="*/ 159 h 10000"/>
                <a:gd name="connsiteX119" fmla="*/ 2371 w 10000"/>
                <a:gd name="connsiteY119" fmla="*/ 143 h 10000"/>
                <a:gd name="connsiteX120" fmla="*/ 1935 w 10000"/>
                <a:gd name="connsiteY120" fmla="*/ 143 h 10000"/>
                <a:gd name="connsiteX121" fmla="*/ 1541 w 10000"/>
                <a:gd name="connsiteY121" fmla="*/ 171 h 10000"/>
                <a:gd name="connsiteX122" fmla="*/ 1428 w 10000"/>
                <a:gd name="connsiteY122" fmla="*/ 148 h 10000"/>
                <a:gd name="connsiteX123" fmla="*/ 1310 w 10000"/>
                <a:gd name="connsiteY123" fmla="*/ 297 h 10000"/>
                <a:gd name="connsiteX124" fmla="*/ 1233 w 10000"/>
                <a:gd name="connsiteY124" fmla="*/ 229 h 10000"/>
                <a:gd name="connsiteX125" fmla="*/ 984 w 10000"/>
                <a:gd name="connsiteY125" fmla="*/ 398 h 10000"/>
                <a:gd name="connsiteX126" fmla="*/ 826 w 10000"/>
                <a:gd name="connsiteY126" fmla="*/ 466 h 10000"/>
                <a:gd name="connsiteX127" fmla="*/ 605 w 10000"/>
                <a:gd name="connsiteY127" fmla="*/ 353 h 10000"/>
                <a:gd name="connsiteX128" fmla="*/ 593 w 10000"/>
                <a:gd name="connsiteY128" fmla="*/ 559 h 10000"/>
                <a:gd name="connsiteX129" fmla="*/ 444 w 10000"/>
                <a:gd name="connsiteY129" fmla="*/ 599 h 10000"/>
                <a:gd name="connsiteX130" fmla="*/ 247 w 10000"/>
                <a:gd name="connsiteY130" fmla="*/ 652 h 10000"/>
                <a:gd name="connsiteX131" fmla="*/ 234 w 10000"/>
                <a:gd name="connsiteY131" fmla="*/ 1234 h 10000"/>
                <a:gd name="connsiteX132" fmla="*/ 160 w 10000"/>
                <a:gd name="connsiteY132" fmla="*/ 1958 h 10000"/>
                <a:gd name="connsiteX133" fmla="*/ 207 w 10000"/>
                <a:gd name="connsiteY133" fmla="*/ 2275 h 10000"/>
                <a:gd name="connsiteX134" fmla="*/ 183 w 10000"/>
                <a:gd name="connsiteY134" fmla="*/ 2708 h 10000"/>
                <a:gd name="connsiteX135" fmla="*/ 234 w 10000"/>
                <a:gd name="connsiteY135" fmla="*/ 2894 h 10000"/>
                <a:gd name="connsiteX136" fmla="*/ 93 w 10000"/>
                <a:gd name="connsiteY136" fmla="*/ 3417 h 10000"/>
                <a:gd name="connsiteX137" fmla="*/ 217 w 10000"/>
                <a:gd name="connsiteY137" fmla="*/ 3625 h 10000"/>
                <a:gd name="connsiteX138" fmla="*/ 193 w 10000"/>
                <a:gd name="connsiteY138" fmla="*/ 4119 h 10000"/>
                <a:gd name="connsiteX139" fmla="*/ 77 w 10000"/>
                <a:gd name="connsiteY139" fmla="*/ 4171 h 10000"/>
                <a:gd name="connsiteX140" fmla="*/ 128 w 10000"/>
                <a:gd name="connsiteY140" fmla="*/ 4398 h 10000"/>
                <a:gd name="connsiteX141" fmla="*/ 57 w 10000"/>
                <a:gd name="connsiteY141" fmla="*/ 4367 h 10000"/>
                <a:gd name="connsiteX142" fmla="*/ 155 w 10000"/>
                <a:gd name="connsiteY142" fmla="*/ 4639 h 10000"/>
                <a:gd name="connsiteX143" fmla="*/ 81 w 10000"/>
                <a:gd name="connsiteY143" fmla="*/ 4735 h 10000"/>
                <a:gd name="connsiteX144" fmla="*/ 133 w 10000"/>
                <a:gd name="connsiteY144" fmla="*/ 5022 h 10000"/>
                <a:gd name="connsiteX145" fmla="*/ 110 w 10000"/>
                <a:gd name="connsiteY145" fmla="*/ 5495 h 10000"/>
                <a:gd name="connsiteX146" fmla="*/ 126 w 10000"/>
                <a:gd name="connsiteY146" fmla="*/ 5741 h 10000"/>
                <a:gd name="connsiteX147" fmla="*/ 99 w 10000"/>
                <a:gd name="connsiteY147" fmla="*/ 6152 h 10000"/>
                <a:gd name="connsiteX148" fmla="*/ 68 w 10000"/>
                <a:gd name="connsiteY148" fmla="*/ 6651 h 10000"/>
                <a:gd name="connsiteX149" fmla="*/ 11 w 10000"/>
                <a:gd name="connsiteY149" fmla="*/ 6954 h 10000"/>
                <a:gd name="connsiteX150" fmla="*/ 55 w 10000"/>
                <a:gd name="connsiteY150" fmla="*/ 7206 h 10000"/>
                <a:gd name="connsiteX151" fmla="*/ 74 w 10000"/>
                <a:gd name="connsiteY151" fmla="*/ 7185 h 10000"/>
                <a:gd name="connsiteX152" fmla="*/ 123 w 10000"/>
                <a:gd name="connsiteY152" fmla="*/ 7468 h 10000"/>
                <a:gd name="connsiteX153" fmla="*/ 71 w 10000"/>
                <a:gd name="connsiteY153" fmla="*/ 7903 h 10000"/>
                <a:gd name="connsiteX154" fmla="*/ 130 w 10000"/>
                <a:gd name="connsiteY154" fmla="*/ 8134 h 10000"/>
                <a:gd name="connsiteX155" fmla="*/ 66 w 10000"/>
                <a:gd name="connsiteY155"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234 w 10000"/>
                <a:gd name="connsiteY132" fmla="*/ 1234 h 10000"/>
                <a:gd name="connsiteX133" fmla="*/ 160 w 10000"/>
                <a:gd name="connsiteY133" fmla="*/ 1958 h 10000"/>
                <a:gd name="connsiteX134" fmla="*/ 20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234 w 10000"/>
                <a:gd name="connsiteY132" fmla="*/ 123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44 w 10000"/>
                <a:gd name="connsiteY130" fmla="*/ 599 h 10000"/>
                <a:gd name="connsiteX131" fmla="*/ 247 w 10000"/>
                <a:gd name="connsiteY131" fmla="*/ 652 h 10000"/>
                <a:gd name="connsiteX132" fmla="*/ 147 w 10000"/>
                <a:gd name="connsiteY132" fmla="*/ 117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591 h 10000"/>
                <a:gd name="connsiteX1" fmla="*/ 63 w 10000"/>
                <a:gd name="connsiteY1" fmla="*/ 8978 h 10000"/>
                <a:gd name="connsiteX2" fmla="*/ 33 w 10000"/>
                <a:gd name="connsiteY2" fmla="*/ 9396 h 10000"/>
                <a:gd name="connsiteX3" fmla="*/ 156 w 10000"/>
                <a:gd name="connsiteY3" fmla="*/ 9815 h 10000"/>
                <a:gd name="connsiteX4" fmla="*/ 473 w 10000"/>
                <a:gd name="connsiteY4" fmla="*/ 9712 h 10000"/>
                <a:gd name="connsiteX5" fmla="*/ 820 w 10000"/>
                <a:gd name="connsiteY5" fmla="*/ 9652 h 10000"/>
                <a:gd name="connsiteX6" fmla="*/ 964 w 10000"/>
                <a:gd name="connsiteY6" fmla="*/ 9951 h 10000"/>
                <a:gd name="connsiteX7" fmla="*/ 1075 w 10000"/>
                <a:gd name="connsiteY7" fmla="*/ 9712 h 10000"/>
                <a:gd name="connsiteX8" fmla="*/ 1179 w 10000"/>
                <a:gd name="connsiteY8" fmla="*/ 9951 h 10000"/>
                <a:gd name="connsiteX9" fmla="*/ 1322 w 10000"/>
                <a:gd name="connsiteY9" fmla="*/ 9893 h 10000"/>
                <a:gd name="connsiteX10" fmla="*/ 1466 w 10000"/>
                <a:gd name="connsiteY10" fmla="*/ 9809 h 10000"/>
                <a:gd name="connsiteX11" fmla="*/ 1806 w 10000"/>
                <a:gd name="connsiteY11" fmla="*/ 9684 h 10000"/>
                <a:gd name="connsiteX12" fmla="*/ 1931 w 10000"/>
                <a:gd name="connsiteY12" fmla="*/ 9893 h 10000"/>
                <a:gd name="connsiteX13" fmla="*/ 2078 w 10000"/>
                <a:gd name="connsiteY13" fmla="*/ 9824 h 10000"/>
                <a:gd name="connsiteX14" fmla="*/ 2231 w 10000"/>
                <a:gd name="connsiteY14" fmla="*/ 9762 h 10000"/>
                <a:gd name="connsiteX15" fmla="*/ 2371 w 10000"/>
                <a:gd name="connsiteY15" fmla="*/ 9762 h 10000"/>
                <a:gd name="connsiteX16" fmla="*/ 2482 w 10000"/>
                <a:gd name="connsiteY16" fmla="*/ 9762 h 10000"/>
                <a:gd name="connsiteX17" fmla="*/ 2621 w 10000"/>
                <a:gd name="connsiteY17" fmla="*/ 9941 h 10000"/>
                <a:gd name="connsiteX18" fmla="*/ 2798 w 10000"/>
                <a:gd name="connsiteY18" fmla="*/ 9762 h 10000"/>
                <a:gd name="connsiteX19" fmla="*/ 2932 w 10000"/>
                <a:gd name="connsiteY19" fmla="*/ 9830 h 10000"/>
                <a:gd name="connsiteX20" fmla="*/ 3068 w 10000"/>
                <a:gd name="connsiteY20" fmla="*/ 9893 h 10000"/>
                <a:gd name="connsiteX21" fmla="*/ 3168 w 10000"/>
                <a:gd name="connsiteY21" fmla="*/ 9951 h 10000"/>
                <a:gd name="connsiteX22" fmla="*/ 3275 w 10000"/>
                <a:gd name="connsiteY22" fmla="*/ 9946 h 10000"/>
                <a:gd name="connsiteX23" fmla="*/ 3381 w 10000"/>
                <a:gd name="connsiteY23" fmla="*/ 9893 h 10000"/>
                <a:gd name="connsiteX24" fmla="*/ 3500 w 10000"/>
                <a:gd name="connsiteY24" fmla="*/ 9824 h 10000"/>
                <a:gd name="connsiteX25" fmla="*/ 3652 w 10000"/>
                <a:gd name="connsiteY25" fmla="*/ 9809 h 10000"/>
                <a:gd name="connsiteX26" fmla="*/ 3813 w 10000"/>
                <a:gd name="connsiteY26" fmla="*/ 9893 h 10000"/>
                <a:gd name="connsiteX27" fmla="*/ 3911 w 10000"/>
                <a:gd name="connsiteY27" fmla="*/ 9951 h 10000"/>
                <a:gd name="connsiteX28" fmla="*/ 4022 w 10000"/>
                <a:gd name="connsiteY28" fmla="*/ 9767 h 10000"/>
                <a:gd name="connsiteX29" fmla="*/ 4125 w 10000"/>
                <a:gd name="connsiteY29" fmla="*/ 9946 h 10000"/>
                <a:gd name="connsiteX30" fmla="*/ 4279 w 10000"/>
                <a:gd name="connsiteY30" fmla="*/ 9761 h 10000"/>
                <a:gd name="connsiteX31" fmla="*/ 4412 w 10000"/>
                <a:gd name="connsiteY31" fmla="*/ 9888 h 10000"/>
                <a:gd name="connsiteX32" fmla="*/ 4565 w 10000"/>
                <a:gd name="connsiteY32" fmla="*/ 9830 h 10000"/>
                <a:gd name="connsiteX33" fmla="*/ 4783 w 10000"/>
                <a:gd name="connsiteY33" fmla="*/ 9762 h 10000"/>
                <a:gd name="connsiteX34" fmla="*/ 4893 w 10000"/>
                <a:gd name="connsiteY34" fmla="*/ 9762 h 10000"/>
                <a:gd name="connsiteX35" fmla="*/ 5155 w 10000"/>
                <a:gd name="connsiteY35" fmla="*/ 9911 h 10000"/>
                <a:gd name="connsiteX36" fmla="*/ 5329 w 10000"/>
                <a:gd name="connsiteY36" fmla="*/ 9699 h 10000"/>
                <a:gd name="connsiteX37" fmla="*/ 5439 w 10000"/>
                <a:gd name="connsiteY37" fmla="*/ 9635 h 10000"/>
                <a:gd name="connsiteX38" fmla="*/ 5580 w 10000"/>
                <a:gd name="connsiteY38" fmla="*/ 9630 h 10000"/>
                <a:gd name="connsiteX39" fmla="*/ 5662 w 10000"/>
                <a:gd name="connsiteY39" fmla="*/ 9420 h 10000"/>
                <a:gd name="connsiteX40" fmla="*/ 5885 w 10000"/>
                <a:gd name="connsiteY40" fmla="*/ 9599 h 10000"/>
                <a:gd name="connsiteX41" fmla="*/ 6270 w 10000"/>
                <a:gd name="connsiteY41" fmla="*/ 9808 h 10000"/>
                <a:gd name="connsiteX42" fmla="*/ 6376 w 10000"/>
                <a:gd name="connsiteY42" fmla="*/ 9509 h 10000"/>
                <a:gd name="connsiteX43" fmla="*/ 6483 w 10000"/>
                <a:gd name="connsiteY43" fmla="*/ 9447 h 10000"/>
                <a:gd name="connsiteX44" fmla="*/ 6628 w 10000"/>
                <a:gd name="connsiteY44" fmla="*/ 9716 h 10000"/>
                <a:gd name="connsiteX45" fmla="*/ 6738 w 10000"/>
                <a:gd name="connsiteY45" fmla="*/ 9447 h 10000"/>
                <a:gd name="connsiteX46" fmla="*/ 6878 w 10000"/>
                <a:gd name="connsiteY46" fmla="*/ 9447 h 10000"/>
                <a:gd name="connsiteX47" fmla="*/ 7134 w 10000"/>
                <a:gd name="connsiteY47" fmla="*/ 9450 h 10000"/>
                <a:gd name="connsiteX48" fmla="*/ 7351 w 10000"/>
                <a:gd name="connsiteY48" fmla="*/ 9677 h 10000"/>
                <a:gd name="connsiteX49" fmla="*/ 7551 w 10000"/>
                <a:gd name="connsiteY49" fmla="*/ 9447 h 10000"/>
                <a:gd name="connsiteX50" fmla="*/ 7696 w 10000"/>
                <a:gd name="connsiteY50" fmla="*/ 9447 h 10000"/>
                <a:gd name="connsiteX51" fmla="*/ 7869 w 10000"/>
                <a:gd name="connsiteY51" fmla="*/ 9447 h 10000"/>
                <a:gd name="connsiteX52" fmla="*/ 7858 w 10000"/>
                <a:gd name="connsiteY52" fmla="*/ 9622 h 10000"/>
                <a:gd name="connsiteX53" fmla="*/ 8065 w 10000"/>
                <a:gd name="connsiteY53" fmla="*/ 9749 h 10000"/>
                <a:gd name="connsiteX54" fmla="*/ 8386 w 10000"/>
                <a:gd name="connsiteY54" fmla="*/ 9711 h 10000"/>
                <a:gd name="connsiteX55" fmla="*/ 8553 w 10000"/>
                <a:gd name="connsiteY55" fmla="*/ 9558 h 10000"/>
                <a:gd name="connsiteX56" fmla="*/ 8664 w 10000"/>
                <a:gd name="connsiteY56" fmla="*/ 9665 h 10000"/>
                <a:gd name="connsiteX57" fmla="*/ 8835 w 10000"/>
                <a:gd name="connsiteY57" fmla="*/ 9514 h 10000"/>
                <a:gd name="connsiteX58" fmla="*/ 9027 w 10000"/>
                <a:gd name="connsiteY58" fmla="*/ 9559 h 10000"/>
                <a:gd name="connsiteX59" fmla="*/ 9462 w 10000"/>
                <a:gd name="connsiteY59" fmla="*/ 9524 h 10000"/>
                <a:gd name="connsiteX60" fmla="*/ 9667 w 10000"/>
                <a:gd name="connsiteY60" fmla="*/ 9184 h 10000"/>
                <a:gd name="connsiteX61" fmla="*/ 9884 w 10000"/>
                <a:gd name="connsiteY61" fmla="*/ 8778 h 10000"/>
                <a:gd name="connsiteX62" fmla="*/ 9872 w 10000"/>
                <a:gd name="connsiteY62" fmla="*/ 7996 h 10000"/>
                <a:gd name="connsiteX63" fmla="*/ 9890 w 10000"/>
                <a:gd name="connsiteY63" fmla="*/ 7310 h 10000"/>
                <a:gd name="connsiteX64" fmla="*/ 9891 w 10000"/>
                <a:gd name="connsiteY64" fmla="*/ 6723 h 10000"/>
                <a:gd name="connsiteX65" fmla="*/ 9881 w 10000"/>
                <a:gd name="connsiteY65" fmla="*/ 5939 h 10000"/>
                <a:gd name="connsiteX66" fmla="*/ 9963 w 10000"/>
                <a:gd name="connsiteY66" fmla="*/ 5391 h 10000"/>
                <a:gd name="connsiteX67" fmla="*/ 9962 w 10000"/>
                <a:gd name="connsiteY67" fmla="*/ 4895 h 10000"/>
                <a:gd name="connsiteX68" fmla="*/ 9927 w 10000"/>
                <a:gd name="connsiteY68" fmla="*/ 4545 h 10000"/>
                <a:gd name="connsiteX69" fmla="*/ 9963 w 10000"/>
                <a:gd name="connsiteY69" fmla="*/ 4235 h 10000"/>
                <a:gd name="connsiteX70" fmla="*/ 9985 w 10000"/>
                <a:gd name="connsiteY70" fmla="*/ 4046 h 10000"/>
                <a:gd name="connsiteX71" fmla="*/ 9940 w 10000"/>
                <a:gd name="connsiteY71" fmla="*/ 3850 h 10000"/>
                <a:gd name="connsiteX72" fmla="*/ 9923 w 10000"/>
                <a:gd name="connsiteY72" fmla="*/ 3672 h 10000"/>
                <a:gd name="connsiteX73" fmla="*/ 9956 w 10000"/>
                <a:gd name="connsiteY73" fmla="*/ 3420 h 10000"/>
                <a:gd name="connsiteX74" fmla="*/ 9989 w 10000"/>
                <a:gd name="connsiteY74" fmla="*/ 3105 h 10000"/>
                <a:gd name="connsiteX75" fmla="*/ 9890 w 10000"/>
                <a:gd name="connsiteY75" fmla="*/ 2662 h 10000"/>
                <a:gd name="connsiteX76" fmla="*/ 9937 w 10000"/>
                <a:gd name="connsiteY76" fmla="*/ 2264 h 10000"/>
                <a:gd name="connsiteX77" fmla="*/ 9881 w 10000"/>
                <a:gd name="connsiteY77" fmla="*/ 1082 h 10000"/>
                <a:gd name="connsiteX78" fmla="*/ 9608 w 10000"/>
                <a:gd name="connsiteY78" fmla="*/ 656 h 10000"/>
                <a:gd name="connsiteX79" fmla="*/ 9433 w 10000"/>
                <a:gd name="connsiteY79" fmla="*/ 503 h 10000"/>
                <a:gd name="connsiteX80" fmla="*/ 9165 w 10000"/>
                <a:gd name="connsiteY80" fmla="*/ 677 h 10000"/>
                <a:gd name="connsiteX81" fmla="*/ 9056 w 10000"/>
                <a:gd name="connsiteY81" fmla="*/ 550 h 10000"/>
                <a:gd name="connsiteX82" fmla="*/ 8844 w 10000"/>
                <a:gd name="connsiteY82" fmla="*/ 535 h 10000"/>
                <a:gd name="connsiteX83" fmla="*/ 8694 w 10000"/>
                <a:gd name="connsiteY83" fmla="*/ 505 h 10000"/>
                <a:gd name="connsiteX84" fmla="*/ 8547 w 10000"/>
                <a:gd name="connsiteY84" fmla="*/ 645 h 10000"/>
                <a:gd name="connsiteX85" fmla="*/ 8525 w 10000"/>
                <a:gd name="connsiteY85" fmla="*/ 463 h 10000"/>
                <a:gd name="connsiteX86" fmla="*/ 8293 w 10000"/>
                <a:gd name="connsiteY86" fmla="*/ 645 h 10000"/>
                <a:gd name="connsiteX87" fmla="*/ 8196 w 10000"/>
                <a:gd name="connsiteY87" fmla="*/ 612 h 10000"/>
                <a:gd name="connsiteX88" fmla="*/ 7969 w 10000"/>
                <a:gd name="connsiteY88" fmla="*/ 553 h 10000"/>
                <a:gd name="connsiteX89" fmla="*/ 7738 w 10000"/>
                <a:gd name="connsiteY89" fmla="*/ 423 h 10000"/>
                <a:gd name="connsiteX90" fmla="*/ 7358 w 10000"/>
                <a:gd name="connsiteY90" fmla="*/ 716 h 10000"/>
                <a:gd name="connsiteX91" fmla="*/ 7334 w 10000"/>
                <a:gd name="connsiteY91" fmla="*/ 464 h 10000"/>
                <a:gd name="connsiteX92" fmla="*/ 7117 w 10000"/>
                <a:gd name="connsiteY92" fmla="*/ 154 h 10000"/>
                <a:gd name="connsiteX93" fmla="*/ 6918 w 10000"/>
                <a:gd name="connsiteY93" fmla="*/ 363 h 10000"/>
                <a:gd name="connsiteX94" fmla="*/ 6900 w 10000"/>
                <a:gd name="connsiteY94" fmla="*/ 387 h 10000"/>
                <a:gd name="connsiteX95" fmla="*/ 6778 w 10000"/>
                <a:gd name="connsiteY95" fmla="*/ 378 h 10000"/>
                <a:gd name="connsiteX96" fmla="*/ 6697 w 10000"/>
                <a:gd name="connsiteY96" fmla="*/ 596 h 10000"/>
                <a:gd name="connsiteX97" fmla="*/ 6492 w 10000"/>
                <a:gd name="connsiteY97" fmla="*/ 203 h 10000"/>
                <a:gd name="connsiteX98" fmla="*/ 6472 w 10000"/>
                <a:gd name="connsiteY98" fmla="*/ 528 h 10000"/>
                <a:gd name="connsiteX99" fmla="*/ 6056 w 10000"/>
                <a:gd name="connsiteY99" fmla="*/ 343 h 10000"/>
                <a:gd name="connsiteX100" fmla="*/ 5920 w 10000"/>
                <a:gd name="connsiteY100" fmla="*/ 275 h 10000"/>
                <a:gd name="connsiteX101" fmla="*/ 5862 w 10000"/>
                <a:gd name="connsiteY101" fmla="*/ 143 h 10000"/>
                <a:gd name="connsiteX102" fmla="*/ 5510 w 10000"/>
                <a:gd name="connsiteY102" fmla="*/ 159 h 10000"/>
                <a:gd name="connsiteX103" fmla="*/ 5300 w 10000"/>
                <a:gd name="connsiteY103" fmla="*/ 154 h 10000"/>
                <a:gd name="connsiteX104" fmla="*/ 5206 w 10000"/>
                <a:gd name="connsiteY104" fmla="*/ 143 h 10000"/>
                <a:gd name="connsiteX105" fmla="*/ 4976 w 10000"/>
                <a:gd name="connsiteY105" fmla="*/ 154 h 10000"/>
                <a:gd name="connsiteX106" fmla="*/ 4872 w 10000"/>
                <a:gd name="connsiteY106" fmla="*/ 159 h 10000"/>
                <a:gd name="connsiteX107" fmla="*/ 4773 w 10000"/>
                <a:gd name="connsiteY107" fmla="*/ 138 h 10000"/>
                <a:gd name="connsiteX108" fmla="*/ 4692 w 10000"/>
                <a:gd name="connsiteY108" fmla="*/ 159 h 10000"/>
                <a:gd name="connsiteX109" fmla="*/ 4312 w 10000"/>
                <a:gd name="connsiteY109" fmla="*/ 263 h 10000"/>
                <a:gd name="connsiteX110" fmla="*/ 4064 w 10000"/>
                <a:gd name="connsiteY110" fmla="*/ 309 h 10000"/>
                <a:gd name="connsiteX111" fmla="*/ 3861 w 10000"/>
                <a:gd name="connsiteY111" fmla="*/ 343 h 10000"/>
                <a:gd name="connsiteX112" fmla="*/ 3591 w 10000"/>
                <a:gd name="connsiteY112" fmla="*/ 159 h 10000"/>
                <a:gd name="connsiteX113" fmla="*/ 3460 w 10000"/>
                <a:gd name="connsiteY113" fmla="*/ 143 h 10000"/>
                <a:gd name="connsiteX114" fmla="*/ 3242 w 10000"/>
                <a:gd name="connsiteY114" fmla="*/ 159 h 10000"/>
                <a:gd name="connsiteX115" fmla="*/ 3098 w 10000"/>
                <a:gd name="connsiteY115" fmla="*/ 159 h 10000"/>
                <a:gd name="connsiteX116" fmla="*/ 3023 w 10000"/>
                <a:gd name="connsiteY116" fmla="*/ 138 h 10000"/>
                <a:gd name="connsiteX117" fmla="*/ 2748 w 10000"/>
                <a:gd name="connsiteY117" fmla="*/ 398 h 10000"/>
                <a:gd name="connsiteX118" fmla="*/ 2606 w 10000"/>
                <a:gd name="connsiteY118" fmla="*/ 154 h 10000"/>
                <a:gd name="connsiteX119" fmla="*/ 2495 w 10000"/>
                <a:gd name="connsiteY119" fmla="*/ 159 h 10000"/>
                <a:gd name="connsiteX120" fmla="*/ 2371 w 10000"/>
                <a:gd name="connsiteY120" fmla="*/ 143 h 10000"/>
                <a:gd name="connsiteX121" fmla="*/ 1935 w 10000"/>
                <a:gd name="connsiteY121" fmla="*/ 143 h 10000"/>
                <a:gd name="connsiteX122" fmla="*/ 1541 w 10000"/>
                <a:gd name="connsiteY122" fmla="*/ 171 h 10000"/>
                <a:gd name="connsiteX123" fmla="*/ 1428 w 10000"/>
                <a:gd name="connsiteY123" fmla="*/ 148 h 10000"/>
                <a:gd name="connsiteX124" fmla="*/ 1310 w 10000"/>
                <a:gd name="connsiteY124" fmla="*/ 297 h 10000"/>
                <a:gd name="connsiteX125" fmla="*/ 1233 w 10000"/>
                <a:gd name="connsiteY125" fmla="*/ 229 h 10000"/>
                <a:gd name="connsiteX126" fmla="*/ 984 w 10000"/>
                <a:gd name="connsiteY126" fmla="*/ 398 h 10000"/>
                <a:gd name="connsiteX127" fmla="*/ 826 w 10000"/>
                <a:gd name="connsiteY127" fmla="*/ 466 h 10000"/>
                <a:gd name="connsiteX128" fmla="*/ 605 w 10000"/>
                <a:gd name="connsiteY128" fmla="*/ 353 h 10000"/>
                <a:gd name="connsiteX129" fmla="*/ 593 w 10000"/>
                <a:gd name="connsiteY129" fmla="*/ 559 h 10000"/>
                <a:gd name="connsiteX130" fmla="*/ 433 w 10000"/>
                <a:gd name="connsiteY130" fmla="*/ 330 h 10000"/>
                <a:gd name="connsiteX131" fmla="*/ 247 w 10000"/>
                <a:gd name="connsiteY131" fmla="*/ 652 h 10000"/>
                <a:gd name="connsiteX132" fmla="*/ 147 w 10000"/>
                <a:gd name="connsiteY132" fmla="*/ 1174 h 10000"/>
                <a:gd name="connsiteX133" fmla="*/ 160 w 10000"/>
                <a:gd name="connsiteY133" fmla="*/ 1958 h 10000"/>
                <a:gd name="connsiteX134" fmla="*/ 77 w 10000"/>
                <a:gd name="connsiteY134" fmla="*/ 2275 h 10000"/>
                <a:gd name="connsiteX135" fmla="*/ 183 w 10000"/>
                <a:gd name="connsiteY135" fmla="*/ 2708 h 10000"/>
                <a:gd name="connsiteX136" fmla="*/ 234 w 10000"/>
                <a:gd name="connsiteY136" fmla="*/ 2894 h 10000"/>
                <a:gd name="connsiteX137" fmla="*/ 93 w 10000"/>
                <a:gd name="connsiteY137" fmla="*/ 3417 h 10000"/>
                <a:gd name="connsiteX138" fmla="*/ 217 w 10000"/>
                <a:gd name="connsiteY138" fmla="*/ 3625 h 10000"/>
                <a:gd name="connsiteX139" fmla="*/ 193 w 10000"/>
                <a:gd name="connsiteY139" fmla="*/ 4119 h 10000"/>
                <a:gd name="connsiteX140" fmla="*/ 77 w 10000"/>
                <a:gd name="connsiteY140" fmla="*/ 4171 h 10000"/>
                <a:gd name="connsiteX141" fmla="*/ 128 w 10000"/>
                <a:gd name="connsiteY141" fmla="*/ 4398 h 10000"/>
                <a:gd name="connsiteX142" fmla="*/ 57 w 10000"/>
                <a:gd name="connsiteY142" fmla="*/ 4367 h 10000"/>
                <a:gd name="connsiteX143" fmla="*/ 155 w 10000"/>
                <a:gd name="connsiteY143" fmla="*/ 4639 h 10000"/>
                <a:gd name="connsiteX144" fmla="*/ 81 w 10000"/>
                <a:gd name="connsiteY144" fmla="*/ 4735 h 10000"/>
                <a:gd name="connsiteX145" fmla="*/ 133 w 10000"/>
                <a:gd name="connsiteY145" fmla="*/ 5022 h 10000"/>
                <a:gd name="connsiteX146" fmla="*/ 110 w 10000"/>
                <a:gd name="connsiteY146" fmla="*/ 5495 h 10000"/>
                <a:gd name="connsiteX147" fmla="*/ 126 w 10000"/>
                <a:gd name="connsiteY147" fmla="*/ 5741 h 10000"/>
                <a:gd name="connsiteX148" fmla="*/ 99 w 10000"/>
                <a:gd name="connsiteY148" fmla="*/ 6152 h 10000"/>
                <a:gd name="connsiteX149" fmla="*/ 68 w 10000"/>
                <a:gd name="connsiteY149" fmla="*/ 6651 h 10000"/>
                <a:gd name="connsiteX150" fmla="*/ 11 w 10000"/>
                <a:gd name="connsiteY150" fmla="*/ 6954 h 10000"/>
                <a:gd name="connsiteX151" fmla="*/ 55 w 10000"/>
                <a:gd name="connsiteY151" fmla="*/ 7206 h 10000"/>
                <a:gd name="connsiteX152" fmla="*/ 74 w 10000"/>
                <a:gd name="connsiteY152" fmla="*/ 7185 h 10000"/>
                <a:gd name="connsiteX153" fmla="*/ 123 w 10000"/>
                <a:gd name="connsiteY153" fmla="*/ 7468 h 10000"/>
                <a:gd name="connsiteX154" fmla="*/ 71 w 10000"/>
                <a:gd name="connsiteY154" fmla="*/ 7903 h 10000"/>
                <a:gd name="connsiteX155" fmla="*/ 130 w 10000"/>
                <a:gd name="connsiteY155" fmla="*/ 8134 h 10000"/>
                <a:gd name="connsiteX156" fmla="*/ 66 w 10000"/>
                <a:gd name="connsiteY156" fmla="*/ 8591 h 10000"/>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358 w 10000"/>
                <a:gd name="connsiteY90" fmla="*/ 744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72 w 10000"/>
                <a:gd name="connsiteY98" fmla="*/ 556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358 w 10000"/>
                <a:gd name="connsiteY90" fmla="*/ 744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7969 w 10000"/>
                <a:gd name="connsiteY88" fmla="*/ 581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293 w 10000"/>
                <a:gd name="connsiteY86" fmla="*/ 673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624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165 w 10000"/>
                <a:gd name="connsiteY80" fmla="*/ 705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547 w 10000"/>
                <a:gd name="connsiteY84" fmla="*/ 673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08 w 10000"/>
                <a:gd name="connsiteY78" fmla="*/ 684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33 w 10000"/>
                <a:gd name="connsiteY79" fmla="*/ 531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436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56 w 10000"/>
                <a:gd name="connsiteY81" fmla="*/ 578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891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667 w 10000"/>
                <a:gd name="connsiteY60" fmla="*/ 9212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462 w 10000"/>
                <a:gd name="connsiteY59" fmla="*/ 9552 h 10028"/>
                <a:gd name="connsiteX60" fmla="*/ 9775 w 10000"/>
                <a:gd name="connsiteY60" fmla="*/ 951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505 w 10000"/>
                <a:gd name="connsiteY59" fmla="*/ 9791 h 10028"/>
                <a:gd name="connsiteX60" fmla="*/ 9775 w 10000"/>
                <a:gd name="connsiteY60" fmla="*/ 951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027 w 10000"/>
                <a:gd name="connsiteY58" fmla="*/ 9587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8835 w 10000"/>
                <a:gd name="connsiteY57" fmla="*/ 9542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664 w 10000"/>
                <a:gd name="connsiteY56" fmla="*/ 969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53 w 10000"/>
                <a:gd name="connsiteY55" fmla="*/ 9586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650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869 w 10000"/>
                <a:gd name="connsiteY51" fmla="*/ 9475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96 w 10000"/>
                <a:gd name="connsiteY50" fmla="*/ 9475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34 w 10000"/>
                <a:gd name="connsiteY47" fmla="*/ 9478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475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475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475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885 w 10000"/>
                <a:gd name="connsiteY40" fmla="*/ 962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662 w 10000"/>
                <a:gd name="connsiteY39" fmla="*/ 9448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551 w 10000"/>
                <a:gd name="connsiteY49" fmla="*/ 9475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62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63 w 10000"/>
                <a:gd name="connsiteY66" fmla="*/ 541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09 w 10000"/>
                <a:gd name="connsiteY66" fmla="*/ 544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640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19 h 10028"/>
                <a:gd name="connsiteX1" fmla="*/ 63 w 10000"/>
                <a:gd name="connsiteY1" fmla="*/ 9006 h 10028"/>
                <a:gd name="connsiteX2" fmla="*/ 33 w 10000"/>
                <a:gd name="connsiteY2" fmla="*/ 9424 h 10028"/>
                <a:gd name="connsiteX3" fmla="*/ 156 w 10000"/>
                <a:gd name="connsiteY3" fmla="*/ 9843 h 10028"/>
                <a:gd name="connsiteX4" fmla="*/ 473 w 10000"/>
                <a:gd name="connsiteY4" fmla="*/ 9740 h 10028"/>
                <a:gd name="connsiteX5" fmla="*/ 820 w 10000"/>
                <a:gd name="connsiteY5" fmla="*/ 9680 h 10028"/>
                <a:gd name="connsiteX6" fmla="*/ 964 w 10000"/>
                <a:gd name="connsiteY6" fmla="*/ 9979 h 10028"/>
                <a:gd name="connsiteX7" fmla="*/ 1075 w 10000"/>
                <a:gd name="connsiteY7" fmla="*/ 9740 h 10028"/>
                <a:gd name="connsiteX8" fmla="*/ 1179 w 10000"/>
                <a:gd name="connsiteY8" fmla="*/ 9979 h 10028"/>
                <a:gd name="connsiteX9" fmla="*/ 1322 w 10000"/>
                <a:gd name="connsiteY9" fmla="*/ 9921 h 10028"/>
                <a:gd name="connsiteX10" fmla="*/ 1466 w 10000"/>
                <a:gd name="connsiteY10" fmla="*/ 9837 h 10028"/>
                <a:gd name="connsiteX11" fmla="*/ 1806 w 10000"/>
                <a:gd name="connsiteY11" fmla="*/ 9712 h 10028"/>
                <a:gd name="connsiteX12" fmla="*/ 1931 w 10000"/>
                <a:gd name="connsiteY12" fmla="*/ 9921 h 10028"/>
                <a:gd name="connsiteX13" fmla="*/ 2078 w 10000"/>
                <a:gd name="connsiteY13" fmla="*/ 9852 h 10028"/>
                <a:gd name="connsiteX14" fmla="*/ 2231 w 10000"/>
                <a:gd name="connsiteY14" fmla="*/ 9790 h 10028"/>
                <a:gd name="connsiteX15" fmla="*/ 2371 w 10000"/>
                <a:gd name="connsiteY15" fmla="*/ 9790 h 10028"/>
                <a:gd name="connsiteX16" fmla="*/ 2482 w 10000"/>
                <a:gd name="connsiteY16" fmla="*/ 9790 h 10028"/>
                <a:gd name="connsiteX17" fmla="*/ 2621 w 10000"/>
                <a:gd name="connsiteY17" fmla="*/ 9969 h 10028"/>
                <a:gd name="connsiteX18" fmla="*/ 2798 w 10000"/>
                <a:gd name="connsiteY18" fmla="*/ 9790 h 10028"/>
                <a:gd name="connsiteX19" fmla="*/ 2932 w 10000"/>
                <a:gd name="connsiteY19" fmla="*/ 9858 h 10028"/>
                <a:gd name="connsiteX20" fmla="*/ 3068 w 10000"/>
                <a:gd name="connsiteY20" fmla="*/ 9921 h 10028"/>
                <a:gd name="connsiteX21" fmla="*/ 3168 w 10000"/>
                <a:gd name="connsiteY21" fmla="*/ 9979 h 10028"/>
                <a:gd name="connsiteX22" fmla="*/ 3275 w 10000"/>
                <a:gd name="connsiteY22" fmla="*/ 9974 h 10028"/>
                <a:gd name="connsiteX23" fmla="*/ 3381 w 10000"/>
                <a:gd name="connsiteY23" fmla="*/ 9921 h 10028"/>
                <a:gd name="connsiteX24" fmla="*/ 3500 w 10000"/>
                <a:gd name="connsiteY24" fmla="*/ 9852 h 10028"/>
                <a:gd name="connsiteX25" fmla="*/ 3652 w 10000"/>
                <a:gd name="connsiteY25" fmla="*/ 9837 h 10028"/>
                <a:gd name="connsiteX26" fmla="*/ 3813 w 10000"/>
                <a:gd name="connsiteY26" fmla="*/ 9921 h 10028"/>
                <a:gd name="connsiteX27" fmla="*/ 3911 w 10000"/>
                <a:gd name="connsiteY27" fmla="*/ 9979 h 10028"/>
                <a:gd name="connsiteX28" fmla="*/ 4022 w 10000"/>
                <a:gd name="connsiteY28" fmla="*/ 9795 h 10028"/>
                <a:gd name="connsiteX29" fmla="*/ 4125 w 10000"/>
                <a:gd name="connsiteY29" fmla="*/ 9974 h 10028"/>
                <a:gd name="connsiteX30" fmla="*/ 4279 w 10000"/>
                <a:gd name="connsiteY30" fmla="*/ 9789 h 10028"/>
                <a:gd name="connsiteX31" fmla="*/ 4412 w 10000"/>
                <a:gd name="connsiteY31" fmla="*/ 9916 h 10028"/>
                <a:gd name="connsiteX32" fmla="*/ 4565 w 10000"/>
                <a:gd name="connsiteY32" fmla="*/ 9858 h 10028"/>
                <a:gd name="connsiteX33" fmla="*/ 4783 w 10000"/>
                <a:gd name="connsiteY33" fmla="*/ 9790 h 10028"/>
                <a:gd name="connsiteX34" fmla="*/ 4893 w 10000"/>
                <a:gd name="connsiteY34" fmla="*/ 9790 h 10028"/>
                <a:gd name="connsiteX35" fmla="*/ 5155 w 10000"/>
                <a:gd name="connsiteY35" fmla="*/ 9939 h 10028"/>
                <a:gd name="connsiteX36" fmla="*/ 5329 w 10000"/>
                <a:gd name="connsiteY36" fmla="*/ 9727 h 10028"/>
                <a:gd name="connsiteX37" fmla="*/ 5439 w 10000"/>
                <a:gd name="connsiteY37" fmla="*/ 9663 h 10028"/>
                <a:gd name="connsiteX38" fmla="*/ 5580 w 10000"/>
                <a:gd name="connsiteY38" fmla="*/ 9658 h 10028"/>
                <a:gd name="connsiteX39" fmla="*/ 5760 w 10000"/>
                <a:gd name="connsiteY39" fmla="*/ 9717 h 10028"/>
                <a:gd name="connsiteX40" fmla="*/ 5918 w 10000"/>
                <a:gd name="connsiteY40" fmla="*/ 9747 h 10028"/>
                <a:gd name="connsiteX41" fmla="*/ 6270 w 10000"/>
                <a:gd name="connsiteY41" fmla="*/ 9836 h 10028"/>
                <a:gd name="connsiteX42" fmla="*/ 6376 w 10000"/>
                <a:gd name="connsiteY42" fmla="*/ 9537 h 10028"/>
                <a:gd name="connsiteX43" fmla="*/ 6483 w 10000"/>
                <a:gd name="connsiteY43" fmla="*/ 9624 h 10028"/>
                <a:gd name="connsiteX44" fmla="*/ 6628 w 10000"/>
                <a:gd name="connsiteY44" fmla="*/ 9744 h 10028"/>
                <a:gd name="connsiteX45" fmla="*/ 6738 w 10000"/>
                <a:gd name="connsiteY45" fmla="*/ 9774 h 10028"/>
                <a:gd name="connsiteX46" fmla="*/ 6878 w 10000"/>
                <a:gd name="connsiteY46" fmla="*/ 9714 h 10028"/>
                <a:gd name="connsiteX47" fmla="*/ 7101 w 10000"/>
                <a:gd name="connsiteY47" fmla="*/ 9837 h 10028"/>
                <a:gd name="connsiteX48" fmla="*/ 7351 w 10000"/>
                <a:gd name="connsiteY48" fmla="*/ 9705 h 10028"/>
                <a:gd name="connsiteX49" fmla="*/ 7486 w 10000"/>
                <a:gd name="connsiteY49" fmla="*/ 9714 h 10028"/>
                <a:gd name="connsiteX50" fmla="*/ 7663 w 10000"/>
                <a:gd name="connsiteY50" fmla="*/ 9654 h 10028"/>
                <a:gd name="connsiteX51" fmla="*/ 7771 w 10000"/>
                <a:gd name="connsiteY51" fmla="*/ 9684 h 10028"/>
                <a:gd name="connsiteX52" fmla="*/ 7858 w 10000"/>
                <a:gd name="connsiteY52" fmla="*/ 9949 h 10028"/>
                <a:gd name="connsiteX53" fmla="*/ 8065 w 10000"/>
                <a:gd name="connsiteY53" fmla="*/ 9777 h 10028"/>
                <a:gd name="connsiteX54" fmla="*/ 8386 w 10000"/>
                <a:gd name="connsiteY54" fmla="*/ 9739 h 10028"/>
                <a:gd name="connsiteX55" fmla="*/ 8586 w 10000"/>
                <a:gd name="connsiteY55" fmla="*/ 9765 h 10028"/>
                <a:gd name="connsiteX56" fmla="*/ 8762 w 10000"/>
                <a:gd name="connsiteY56" fmla="*/ 9783 h 10028"/>
                <a:gd name="connsiteX57" fmla="*/ 9052 w 10000"/>
                <a:gd name="connsiteY57" fmla="*/ 9841 h 10028"/>
                <a:gd name="connsiteX58" fmla="*/ 9309 w 10000"/>
                <a:gd name="connsiteY58" fmla="*/ 9856 h 10028"/>
                <a:gd name="connsiteX59" fmla="*/ 9505 w 10000"/>
                <a:gd name="connsiteY59" fmla="*/ 9791 h 10028"/>
                <a:gd name="connsiteX60" fmla="*/ 9829 w 10000"/>
                <a:gd name="connsiteY60" fmla="*/ 9601 h 10028"/>
                <a:gd name="connsiteX61" fmla="*/ 9884 w 10000"/>
                <a:gd name="connsiteY61" fmla="*/ 8806 h 10028"/>
                <a:gd name="connsiteX62" fmla="*/ 9872 w 10000"/>
                <a:gd name="connsiteY62" fmla="*/ 8024 h 10028"/>
                <a:gd name="connsiteX63" fmla="*/ 9890 w 10000"/>
                <a:gd name="connsiteY63" fmla="*/ 7338 h 10028"/>
                <a:gd name="connsiteX64" fmla="*/ 9956 w 10000"/>
                <a:gd name="connsiteY64" fmla="*/ 6751 h 10028"/>
                <a:gd name="connsiteX65" fmla="*/ 9881 w 10000"/>
                <a:gd name="connsiteY65" fmla="*/ 5967 h 10028"/>
                <a:gd name="connsiteX66" fmla="*/ 9909 w 10000"/>
                <a:gd name="connsiteY66" fmla="*/ 5449 h 10028"/>
                <a:gd name="connsiteX67" fmla="*/ 9908 w 10000"/>
                <a:gd name="connsiteY67" fmla="*/ 4923 h 10028"/>
                <a:gd name="connsiteX68" fmla="*/ 9927 w 10000"/>
                <a:gd name="connsiteY68" fmla="*/ 4573 h 10028"/>
                <a:gd name="connsiteX69" fmla="*/ 9963 w 10000"/>
                <a:gd name="connsiteY69" fmla="*/ 4263 h 10028"/>
                <a:gd name="connsiteX70" fmla="*/ 9985 w 10000"/>
                <a:gd name="connsiteY70" fmla="*/ 4074 h 10028"/>
                <a:gd name="connsiteX71" fmla="*/ 9940 w 10000"/>
                <a:gd name="connsiteY71" fmla="*/ 3878 h 10028"/>
                <a:gd name="connsiteX72" fmla="*/ 9923 w 10000"/>
                <a:gd name="connsiteY72" fmla="*/ 3700 h 10028"/>
                <a:gd name="connsiteX73" fmla="*/ 9956 w 10000"/>
                <a:gd name="connsiteY73" fmla="*/ 3448 h 10028"/>
                <a:gd name="connsiteX74" fmla="*/ 9989 w 10000"/>
                <a:gd name="connsiteY74" fmla="*/ 3133 h 10028"/>
                <a:gd name="connsiteX75" fmla="*/ 9890 w 10000"/>
                <a:gd name="connsiteY75" fmla="*/ 2690 h 10028"/>
                <a:gd name="connsiteX76" fmla="*/ 9937 w 10000"/>
                <a:gd name="connsiteY76" fmla="*/ 2292 h 10028"/>
                <a:gd name="connsiteX77" fmla="*/ 9881 w 10000"/>
                <a:gd name="connsiteY77" fmla="*/ 1110 h 10028"/>
                <a:gd name="connsiteX78" fmla="*/ 9662 w 10000"/>
                <a:gd name="connsiteY78" fmla="*/ 355 h 10028"/>
                <a:gd name="connsiteX79" fmla="*/ 9444 w 10000"/>
                <a:gd name="connsiteY79" fmla="*/ 352 h 10028"/>
                <a:gd name="connsiteX80" fmla="*/ 9208 w 10000"/>
                <a:gd name="connsiteY80" fmla="*/ 287 h 10028"/>
                <a:gd name="connsiteX81" fmla="*/ 9067 w 10000"/>
                <a:gd name="connsiteY81" fmla="*/ 339 h 10028"/>
                <a:gd name="connsiteX82" fmla="*/ 8844 w 10000"/>
                <a:gd name="connsiteY82" fmla="*/ 563 h 10028"/>
                <a:gd name="connsiteX83" fmla="*/ 8694 w 10000"/>
                <a:gd name="connsiteY83" fmla="*/ 533 h 10028"/>
                <a:gd name="connsiteX84" fmla="*/ 8677 w 10000"/>
                <a:gd name="connsiteY84" fmla="*/ 285 h 10028"/>
                <a:gd name="connsiteX85" fmla="*/ 8525 w 10000"/>
                <a:gd name="connsiteY85" fmla="*/ 491 h 10028"/>
                <a:gd name="connsiteX86" fmla="*/ 8401 w 10000"/>
                <a:gd name="connsiteY86" fmla="*/ 344 h 10028"/>
                <a:gd name="connsiteX87" fmla="*/ 8196 w 10000"/>
                <a:gd name="connsiteY87" fmla="*/ 489 h 10028"/>
                <a:gd name="connsiteX88" fmla="*/ 8034 w 10000"/>
                <a:gd name="connsiteY88" fmla="*/ 312 h 10028"/>
                <a:gd name="connsiteX89" fmla="*/ 7738 w 10000"/>
                <a:gd name="connsiteY89" fmla="*/ 451 h 10028"/>
                <a:gd name="connsiteX90" fmla="*/ 7532 w 10000"/>
                <a:gd name="connsiteY90" fmla="*/ 236 h 10028"/>
                <a:gd name="connsiteX91" fmla="*/ 7334 w 10000"/>
                <a:gd name="connsiteY91" fmla="*/ 492 h 10028"/>
                <a:gd name="connsiteX92" fmla="*/ 7117 w 10000"/>
                <a:gd name="connsiteY92" fmla="*/ 182 h 10028"/>
                <a:gd name="connsiteX93" fmla="*/ 6918 w 10000"/>
                <a:gd name="connsiteY93" fmla="*/ 391 h 10028"/>
                <a:gd name="connsiteX94" fmla="*/ 6900 w 10000"/>
                <a:gd name="connsiteY94" fmla="*/ 415 h 10028"/>
                <a:gd name="connsiteX95" fmla="*/ 6778 w 10000"/>
                <a:gd name="connsiteY95" fmla="*/ 406 h 10028"/>
                <a:gd name="connsiteX96" fmla="*/ 6697 w 10000"/>
                <a:gd name="connsiteY96" fmla="*/ 355 h 10028"/>
                <a:gd name="connsiteX97" fmla="*/ 6492 w 10000"/>
                <a:gd name="connsiteY97" fmla="*/ 231 h 10028"/>
                <a:gd name="connsiteX98" fmla="*/ 6418 w 10000"/>
                <a:gd name="connsiteY98" fmla="*/ 257 h 10028"/>
                <a:gd name="connsiteX99" fmla="*/ 6056 w 10000"/>
                <a:gd name="connsiteY99" fmla="*/ 371 h 10028"/>
                <a:gd name="connsiteX100" fmla="*/ 5920 w 10000"/>
                <a:gd name="connsiteY100" fmla="*/ 303 h 10028"/>
                <a:gd name="connsiteX101" fmla="*/ 5862 w 10000"/>
                <a:gd name="connsiteY101" fmla="*/ 171 h 10028"/>
                <a:gd name="connsiteX102" fmla="*/ 5510 w 10000"/>
                <a:gd name="connsiteY102" fmla="*/ 187 h 10028"/>
                <a:gd name="connsiteX103" fmla="*/ 5300 w 10000"/>
                <a:gd name="connsiteY103" fmla="*/ 182 h 10028"/>
                <a:gd name="connsiteX104" fmla="*/ 5206 w 10000"/>
                <a:gd name="connsiteY104" fmla="*/ 171 h 10028"/>
                <a:gd name="connsiteX105" fmla="*/ 4976 w 10000"/>
                <a:gd name="connsiteY105" fmla="*/ 182 h 10028"/>
                <a:gd name="connsiteX106" fmla="*/ 4872 w 10000"/>
                <a:gd name="connsiteY106" fmla="*/ 187 h 10028"/>
                <a:gd name="connsiteX107" fmla="*/ 4773 w 10000"/>
                <a:gd name="connsiteY107" fmla="*/ 166 h 10028"/>
                <a:gd name="connsiteX108" fmla="*/ 4692 w 10000"/>
                <a:gd name="connsiteY108" fmla="*/ 187 h 10028"/>
                <a:gd name="connsiteX109" fmla="*/ 4312 w 10000"/>
                <a:gd name="connsiteY109" fmla="*/ 291 h 10028"/>
                <a:gd name="connsiteX110" fmla="*/ 4064 w 10000"/>
                <a:gd name="connsiteY110" fmla="*/ 337 h 10028"/>
                <a:gd name="connsiteX111" fmla="*/ 3861 w 10000"/>
                <a:gd name="connsiteY111" fmla="*/ 371 h 10028"/>
                <a:gd name="connsiteX112" fmla="*/ 3591 w 10000"/>
                <a:gd name="connsiteY112" fmla="*/ 187 h 10028"/>
                <a:gd name="connsiteX113" fmla="*/ 3460 w 10000"/>
                <a:gd name="connsiteY113" fmla="*/ 171 h 10028"/>
                <a:gd name="connsiteX114" fmla="*/ 3242 w 10000"/>
                <a:gd name="connsiteY114" fmla="*/ 187 h 10028"/>
                <a:gd name="connsiteX115" fmla="*/ 3098 w 10000"/>
                <a:gd name="connsiteY115" fmla="*/ 187 h 10028"/>
                <a:gd name="connsiteX116" fmla="*/ 3023 w 10000"/>
                <a:gd name="connsiteY116" fmla="*/ 166 h 10028"/>
                <a:gd name="connsiteX117" fmla="*/ 2748 w 10000"/>
                <a:gd name="connsiteY117" fmla="*/ 426 h 10028"/>
                <a:gd name="connsiteX118" fmla="*/ 2606 w 10000"/>
                <a:gd name="connsiteY118" fmla="*/ 182 h 10028"/>
                <a:gd name="connsiteX119" fmla="*/ 2495 w 10000"/>
                <a:gd name="connsiteY119" fmla="*/ 187 h 10028"/>
                <a:gd name="connsiteX120" fmla="*/ 2371 w 10000"/>
                <a:gd name="connsiteY120" fmla="*/ 171 h 10028"/>
                <a:gd name="connsiteX121" fmla="*/ 1935 w 10000"/>
                <a:gd name="connsiteY121" fmla="*/ 171 h 10028"/>
                <a:gd name="connsiteX122" fmla="*/ 1541 w 10000"/>
                <a:gd name="connsiteY122" fmla="*/ 199 h 10028"/>
                <a:gd name="connsiteX123" fmla="*/ 1428 w 10000"/>
                <a:gd name="connsiteY123" fmla="*/ 176 h 10028"/>
                <a:gd name="connsiteX124" fmla="*/ 1310 w 10000"/>
                <a:gd name="connsiteY124" fmla="*/ 325 h 10028"/>
                <a:gd name="connsiteX125" fmla="*/ 1233 w 10000"/>
                <a:gd name="connsiteY125" fmla="*/ 257 h 10028"/>
                <a:gd name="connsiteX126" fmla="*/ 984 w 10000"/>
                <a:gd name="connsiteY126" fmla="*/ 426 h 10028"/>
                <a:gd name="connsiteX127" fmla="*/ 826 w 10000"/>
                <a:gd name="connsiteY127" fmla="*/ 494 h 10028"/>
                <a:gd name="connsiteX128" fmla="*/ 605 w 10000"/>
                <a:gd name="connsiteY128" fmla="*/ 381 h 10028"/>
                <a:gd name="connsiteX129" fmla="*/ 495 w 10000"/>
                <a:gd name="connsiteY129" fmla="*/ 258 h 10028"/>
                <a:gd name="connsiteX130" fmla="*/ 433 w 10000"/>
                <a:gd name="connsiteY130" fmla="*/ 358 h 10028"/>
                <a:gd name="connsiteX131" fmla="*/ 247 w 10000"/>
                <a:gd name="connsiteY131" fmla="*/ 680 h 10028"/>
                <a:gd name="connsiteX132" fmla="*/ 147 w 10000"/>
                <a:gd name="connsiteY132" fmla="*/ 1202 h 10028"/>
                <a:gd name="connsiteX133" fmla="*/ 160 w 10000"/>
                <a:gd name="connsiteY133" fmla="*/ 1986 h 10028"/>
                <a:gd name="connsiteX134" fmla="*/ 77 w 10000"/>
                <a:gd name="connsiteY134" fmla="*/ 2303 h 10028"/>
                <a:gd name="connsiteX135" fmla="*/ 183 w 10000"/>
                <a:gd name="connsiteY135" fmla="*/ 2736 h 10028"/>
                <a:gd name="connsiteX136" fmla="*/ 234 w 10000"/>
                <a:gd name="connsiteY136" fmla="*/ 2922 h 10028"/>
                <a:gd name="connsiteX137" fmla="*/ 93 w 10000"/>
                <a:gd name="connsiteY137" fmla="*/ 3445 h 10028"/>
                <a:gd name="connsiteX138" fmla="*/ 217 w 10000"/>
                <a:gd name="connsiteY138" fmla="*/ 3653 h 10028"/>
                <a:gd name="connsiteX139" fmla="*/ 193 w 10000"/>
                <a:gd name="connsiteY139" fmla="*/ 4147 h 10028"/>
                <a:gd name="connsiteX140" fmla="*/ 77 w 10000"/>
                <a:gd name="connsiteY140" fmla="*/ 4199 h 10028"/>
                <a:gd name="connsiteX141" fmla="*/ 128 w 10000"/>
                <a:gd name="connsiteY141" fmla="*/ 4426 h 10028"/>
                <a:gd name="connsiteX142" fmla="*/ 57 w 10000"/>
                <a:gd name="connsiteY142" fmla="*/ 4395 h 10028"/>
                <a:gd name="connsiteX143" fmla="*/ 155 w 10000"/>
                <a:gd name="connsiteY143" fmla="*/ 4667 h 10028"/>
                <a:gd name="connsiteX144" fmla="*/ 81 w 10000"/>
                <a:gd name="connsiteY144" fmla="*/ 4763 h 10028"/>
                <a:gd name="connsiteX145" fmla="*/ 133 w 10000"/>
                <a:gd name="connsiteY145" fmla="*/ 5050 h 10028"/>
                <a:gd name="connsiteX146" fmla="*/ 110 w 10000"/>
                <a:gd name="connsiteY146" fmla="*/ 5523 h 10028"/>
                <a:gd name="connsiteX147" fmla="*/ 126 w 10000"/>
                <a:gd name="connsiteY147" fmla="*/ 5769 h 10028"/>
                <a:gd name="connsiteX148" fmla="*/ 99 w 10000"/>
                <a:gd name="connsiteY148" fmla="*/ 6180 h 10028"/>
                <a:gd name="connsiteX149" fmla="*/ 68 w 10000"/>
                <a:gd name="connsiteY149" fmla="*/ 6679 h 10028"/>
                <a:gd name="connsiteX150" fmla="*/ 11 w 10000"/>
                <a:gd name="connsiteY150" fmla="*/ 6982 h 10028"/>
                <a:gd name="connsiteX151" fmla="*/ 55 w 10000"/>
                <a:gd name="connsiteY151" fmla="*/ 7234 h 10028"/>
                <a:gd name="connsiteX152" fmla="*/ 74 w 10000"/>
                <a:gd name="connsiteY152" fmla="*/ 7213 h 10028"/>
                <a:gd name="connsiteX153" fmla="*/ 123 w 10000"/>
                <a:gd name="connsiteY153" fmla="*/ 7496 h 10028"/>
                <a:gd name="connsiteX154" fmla="*/ 71 w 10000"/>
                <a:gd name="connsiteY154" fmla="*/ 7931 h 10028"/>
                <a:gd name="connsiteX155" fmla="*/ 130 w 10000"/>
                <a:gd name="connsiteY155" fmla="*/ 8162 h 10028"/>
                <a:gd name="connsiteX156" fmla="*/ 66 w 10000"/>
                <a:gd name="connsiteY156" fmla="*/ 8619 h 10028"/>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73 w 10000"/>
                <a:gd name="connsiteY107" fmla="*/ 187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35 w 10000"/>
                <a:gd name="connsiteY121" fmla="*/ 192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35 w 10000"/>
                <a:gd name="connsiteY121" fmla="*/ 192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371 w 10000"/>
                <a:gd name="connsiteY120" fmla="*/ 192 h 10049"/>
                <a:gd name="connsiteX121" fmla="*/ 1988 w 10000"/>
                <a:gd name="connsiteY121" fmla="*/ 79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049"/>
                <a:gd name="connsiteX1" fmla="*/ 63 w 10000"/>
                <a:gd name="connsiteY1" fmla="*/ 9027 h 10049"/>
                <a:gd name="connsiteX2" fmla="*/ 33 w 10000"/>
                <a:gd name="connsiteY2" fmla="*/ 9445 h 10049"/>
                <a:gd name="connsiteX3" fmla="*/ 156 w 10000"/>
                <a:gd name="connsiteY3" fmla="*/ 9864 h 10049"/>
                <a:gd name="connsiteX4" fmla="*/ 473 w 10000"/>
                <a:gd name="connsiteY4" fmla="*/ 9761 h 10049"/>
                <a:gd name="connsiteX5" fmla="*/ 820 w 10000"/>
                <a:gd name="connsiteY5" fmla="*/ 9701 h 10049"/>
                <a:gd name="connsiteX6" fmla="*/ 964 w 10000"/>
                <a:gd name="connsiteY6" fmla="*/ 10000 h 10049"/>
                <a:gd name="connsiteX7" fmla="*/ 1075 w 10000"/>
                <a:gd name="connsiteY7" fmla="*/ 9761 h 10049"/>
                <a:gd name="connsiteX8" fmla="*/ 1179 w 10000"/>
                <a:gd name="connsiteY8" fmla="*/ 10000 h 10049"/>
                <a:gd name="connsiteX9" fmla="*/ 1322 w 10000"/>
                <a:gd name="connsiteY9" fmla="*/ 9942 h 10049"/>
                <a:gd name="connsiteX10" fmla="*/ 1466 w 10000"/>
                <a:gd name="connsiteY10" fmla="*/ 9858 h 10049"/>
                <a:gd name="connsiteX11" fmla="*/ 1806 w 10000"/>
                <a:gd name="connsiteY11" fmla="*/ 9733 h 10049"/>
                <a:gd name="connsiteX12" fmla="*/ 1931 w 10000"/>
                <a:gd name="connsiteY12" fmla="*/ 9942 h 10049"/>
                <a:gd name="connsiteX13" fmla="*/ 2078 w 10000"/>
                <a:gd name="connsiteY13" fmla="*/ 9873 h 10049"/>
                <a:gd name="connsiteX14" fmla="*/ 2231 w 10000"/>
                <a:gd name="connsiteY14" fmla="*/ 9811 h 10049"/>
                <a:gd name="connsiteX15" fmla="*/ 2371 w 10000"/>
                <a:gd name="connsiteY15" fmla="*/ 9811 h 10049"/>
                <a:gd name="connsiteX16" fmla="*/ 2482 w 10000"/>
                <a:gd name="connsiteY16" fmla="*/ 9811 h 10049"/>
                <a:gd name="connsiteX17" fmla="*/ 2621 w 10000"/>
                <a:gd name="connsiteY17" fmla="*/ 9990 h 10049"/>
                <a:gd name="connsiteX18" fmla="*/ 2798 w 10000"/>
                <a:gd name="connsiteY18" fmla="*/ 9811 h 10049"/>
                <a:gd name="connsiteX19" fmla="*/ 2932 w 10000"/>
                <a:gd name="connsiteY19" fmla="*/ 9879 h 10049"/>
                <a:gd name="connsiteX20" fmla="*/ 3068 w 10000"/>
                <a:gd name="connsiteY20" fmla="*/ 9942 h 10049"/>
                <a:gd name="connsiteX21" fmla="*/ 3168 w 10000"/>
                <a:gd name="connsiteY21" fmla="*/ 10000 h 10049"/>
                <a:gd name="connsiteX22" fmla="*/ 3275 w 10000"/>
                <a:gd name="connsiteY22" fmla="*/ 9995 h 10049"/>
                <a:gd name="connsiteX23" fmla="*/ 3381 w 10000"/>
                <a:gd name="connsiteY23" fmla="*/ 9942 h 10049"/>
                <a:gd name="connsiteX24" fmla="*/ 3500 w 10000"/>
                <a:gd name="connsiteY24" fmla="*/ 9873 h 10049"/>
                <a:gd name="connsiteX25" fmla="*/ 3652 w 10000"/>
                <a:gd name="connsiteY25" fmla="*/ 9858 h 10049"/>
                <a:gd name="connsiteX26" fmla="*/ 3813 w 10000"/>
                <a:gd name="connsiteY26" fmla="*/ 9942 h 10049"/>
                <a:gd name="connsiteX27" fmla="*/ 3911 w 10000"/>
                <a:gd name="connsiteY27" fmla="*/ 10000 h 10049"/>
                <a:gd name="connsiteX28" fmla="*/ 4022 w 10000"/>
                <a:gd name="connsiteY28" fmla="*/ 9816 h 10049"/>
                <a:gd name="connsiteX29" fmla="*/ 4125 w 10000"/>
                <a:gd name="connsiteY29" fmla="*/ 9995 h 10049"/>
                <a:gd name="connsiteX30" fmla="*/ 4279 w 10000"/>
                <a:gd name="connsiteY30" fmla="*/ 9810 h 10049"/>
                <a:gd name="connsiteX31" fmla="*/ 4412 w 10000"/>
                <a:gd name="connsiteY31" fmla="*/ 9937 h 10049"/>
                <a:gd name="connsiteX32" fmla="*/ 4565 w 10000"/>
                <a:gd name="connsiteY32" fmla="*/ 9879 h 10049"/>
                <a:gd name="connsiteX33" fmla="*/ 4783 w 10000"/>
                <a:gd name="connsiteY33" fmla="*/ 9811 h 10049"/>
                <a:gd name="connsiteX34" fmla="*/ 4893 w 10000"/>
                <a:gd name="connsiteY34" fmla="*/ 9811 h 10049"/>
                <a:gd name="connsiteX35" fmla="*/ 5155 w 10000"/>
                <a:gd name="connsiteY35" fmla="*/ 9960 h 10049"/>
                <a:gd name="connsiteX36" fmla="*/ 5329 w 10000"/>
                <a:gd name="connsiteY36" fmla="*/ 9748 h 10049"/>
                <a:gd name="connsiteX37" fmla="*/ 5439 w 10000"/>
                <a:gd name="connsiteY37" fmla="*/ 9684 h 10049"/>
                <a:gd name="connsiteX38" fmla="*/ 5580 w 10000"/>
                <a:gd name="connsiteY38" fmla="*/ 9679 h 10049"/>
                <a:gd name="connsiteX39" fmla="*/ 5760 w 10000"/>
                <a:gd name="connsiteY39" fmla="*/ 9738 h 10049"/>
                <a:gd name="connsiteX40" fmla="*/ 5918 w 10000"/>
                <a:gd name="connsiteY40" fmla="*/ 9768 h 10049"/>
                <a:gd name="connsiteX41" fmla="*/ 6270 w 10000"/>
                <a:gd name="connsiteY41" fmla="*/ 9857 h 10049"/>
                <a:gd name="connsiteX42" fmla="*/ 6376 w 10000"/>
                <a:gd name="connsiteY42" fmla="*/ 9558 h 10049"/>
                <a:gd name="connsiteX43" fmla="*/ 6483 w 10000"/>
                <a:gd name="connsiteY43" fmla="*/ 9645 h 10049"/>
                <a:gd name="connsiteX44" fmla="*/ 6628 w 10000"/>
                <a:gd name="connsiteY44" fmla="*/ 9765 h 10049"/>
                <a:gd name="connsiteX45" fmla="*/ 6738 w 10000"/>
                <a:gd name="connsiteY45" fmla="*/ 9795 h 10049"/>
                <a:gd name="connsiteX46" fmla="*/ 6878 w 10000"/>
                <a:gd name="connsiteY46" fmla="*/ 9735 h 10049"/>
                <a:gd name="connsiteX47" fmla="*/ 7101 w 10000"/>
                <a:gd name="connsiteY47" fmla="*/ 9858 h 10049"/>
                <a:gd name="connsiteX48" fmla="*/ 7351 w 10000"/>
                <a:gd name="connsiteY48" fmla="*/ 9726 h 10049"/>
                <a:gd name="connsiteX49" fmla="*/ 7486 w 10000"/>
                <a:gd name="connsiteY49" fmla="*/ 9735 h 10049"/>
                <a:gd name="connsiteX50" fmla="*/ 7663 w 10000"/>
                <a:gd name="connsiteY50" fmla="*/ 9675 h 10049"/>
                <a:gd name="connsiteX51" fmla="*/ 7771 w 10000"/>
                <a:gd name="connsiteY51" fmla="*/ 9705 h 10049"/>
                <a:gd name="connsiteX52" fmla="*/ 7858 w 10000"/>
                <a:gd name="connsiteY52" fmla="*/ 9970 h 10049"/>
                <a:gd name="connsiteX53" fmla="*/ 8065 w 10000"/>
                <a:gd name="connsiteY53" fmla="*/ 9798 h 10049"/>
                <a:gd name="connsiteX54" fmla="*/ 8386 w 10000"/>
                <a:gd name="connsiteY54" fmla="*/ 9760 h 10049"/>
                <a:gd name="connsiteX55" fmla="*/ 8586 w 10000"/>
                <a:gd name="connsiteY55" fmla="*/ 9786 h 10049"/>
                <a:gd name="connsiteX56" fmla="*/ 8762 w 10000"/>
                <a:gd name="connsiteY56" fmla="*/ 9804 h 10049"/>
                <a:gd name="connsiteX57" fmla="*/ 9052 w 10000"/>
                <a:gd name="connsiteY57" fmla="*/ 9862 h 10049"/>
                <a:gd name="connsiteX58" fmla="*/ 9309 w 10000"/>
                <a:gd name="connsiteY58" fmla="*/ 9877 h 10049"/>
                <a:gd name="connsiteX59" fmla="*/ 9505 w 10000"/>
                <a:gd name="connsiteY59" fmla="*/ 9812 h 10049"/>
                <a:gd name="connsiteX60" fmla="*/ 9829 w 10000"/>
                <a:gd name="connsiteY60" fmla="*/ 9622 h 10049"/>
                <a:gd name="connsiteX61" fmla="*/ 9884 w 10000"/>
                <a:gd name="connsiteY61" fmla="*/ 8827 h 10049"/>
                <a:gd name="connsiteX62" fmla="*/ 9872 w 10000"/>
                <a:gd name="connsiteY62" fmla="*/ 8045 h 10049"/>
                <a:gd name="connsiteX63" fmla="*/ 9890 w 10000"/>
                <a:gd name="connsiteY63" fmla="*/ 7359 h 10049"/>
                <a:gd name="connsiteX64" fmla="*/ 9956 w 10000"/>
                <a:gd name="connsiteY64" fmla="*/ 6772 h 10049"/>
                <a:gd name="connsiteX65" fmla="*/ 9881 w 10000"/>
                <a:gd name="connsiteY65" fmla="*/ 5988 h 10049"/>
                <a:gd name="connsiteX66" fmla="*/ 9909 w 10000"/>
                <a:gd name="connsiteY66" fmla="*/ 5470 h 10049"/>
                <a:gd name="connsiteX67" fmla="*/ 9908 w 10000"/>
                <a:gd name="connsiteY67" fmla="*/ 4944 h 10049"/>
                <a:gd name="connsiteX68" fmla="*/ 9927 w 10000"/>
                <a:gd name="connsiteY68" fmla="*/ 4594 h 10049"/>
                <a:gd name="connsiteX69" fmla="*/ 9963 w 10000"/>
                <a:gd name="connsiteY69" fmla="*/ 4284 h 10049"/>
                <a:gd name="connsiteX70" fmla="*/ 9985 w 10000"/>
                <a:gd name="connsiteY70" fmla="*/ 4095 h 10049"/>
                <a:gd name="connsiteX71" fmla="*/ 9940 w 10000"/>
                <a:gd name="connsiteY71" fmla="*/ 3899 h 10049"/>
                <a:gd name="connsiteX72" fmla="*/ 9923 w 10000"/>
                <a:gd name="connsiteY72" fmla="*/ 3721 h 10049"/>
                <a:gd name="connsiteX73" fmla="*/ 9956 w 10000"/>
                <a:gd name="connsiteY73" fmla="*/ 3469 h 10049"/>
                <a:gd name="connsiteX74" fmla="*/ 9989 w 10000"/>
                <a:gd name="connsiteY74" fmla="*/ 3154 h 10049"/>
                <a:gd name="connsiteX75" fmla="*/ 9890 w 10000"/>
                <a:gd name="connsiteY75" fmla="*/ 2711 h 10049"/>
                <a:gd name="connsiteX76" fmla="*/ 9937 w 10000"/>
                <a:gd name="connsiteY76" fmla="*/ 2313 h 10049"/>
                <a:gd name="connsiteX77" fmla="*/ 9881 w 10000"/>
                <a:gd name="connsiteY77" fmla="*/ 1131 h 10049"/>
                <a:gd name="connsiteX78" fmla="*/ 9662 w 10000"/>
                <a:gd name="connsiteY78" fmla="*/ 376 h 10049"/>
                <a:gd name="connsiteX79" fmla="*/ 9444 w 10000"/>
                <a:gd name="connsiteY79" fmla="*/ 373 h 10049"/>
                <a:gd name="connsiteX80" fmla="*/ 9208 w 10000"/>
                <a:gd name="connsiteY80" fmla="*/ 308 h 10049"/>
                <a:gd name="connsiteX81" fmla="*/ 9067 w 10000"/>
                <a:gd name="connsiteY81" fmla="*/ 360 h 10049"/>
                <a:gd name="connsiteX82" fmla="*/ 8844 w 10000"/>
                <a:gd name="connsiteY82" fmla="*/ 584 h 10049"/>
                <a:gd name="connsiteX83" fmla="*/ 8694 w 10000"/>
                <a:gd name="connsiteY83" fmla="*/ 554 h 10049"/>
                <a:gd name="connsiteX84" fmla="*/ 8677 w 10000"/>
                <a:gd name="connsiteY84" fmla="*/ 306 h 10049"/>
                <a:gd name="connsiteX85" fmla="*/ 8525 w 10000"/>
                <a:gd name="connsiteY85" fmla="*/ 512 h 10049"/>
                <a:gd name="connsiteX86" fmla="*/ 8401 w 10000"/>
                <a:gd name="connsiteY86" fmla="*/ 365 h 10049"/>
                <a:gd name="connsiteX87" fmla="*/ 8196 w 10000"/>
                <a:gd name="connsiteY87" fmla="*/ 510 h 10049"/>
                <a:gd name="connsiteX88" fmla="*/ 8034 w 10000"/>
                <a:gd name="connsiteY88" fmla="*/ 333 h 10049"/>
                <a:gd name="connsiteX89" fmla="*/ 7738 w 10000"/>
                <a:gd name="connsiteY89" fmla="*/ 472 h 10049"/>
                <a:gd name="connsiteX90" fmla="*/ 7532 w 10000"/>
                <a:gd name="connsiteY90" fmla="*/ 257 h 10049"/>
                <a:gd name="connsiteX91" fmla="*/ 7334 w 10000"/>
                <a:gd name="connsiteY91" fmla="*/ 513 h 10049"/>
                <a:gd name="connsiteX92" fmla="*/ 7117 w 10000"/>
                <a:gd name="connsiteY92" fmla="*/ 203 h 10049"/>
                <a:gd name="connsiteX93" fmla="*/ 6918 w 10000"/>
                <a:gd name="connsiteY93" fmla="*/ 412 h 10049"/>
                <a:gd name="connsiteX94" fmla="*/ 6900 w 10000"/>
                <a:gd name="connsiteY94" fmla="*/ 436 h 10049"/>
                <a:gd name="connsiteX95" fmla="*/ 6778 w 10000"/>
                <a:gd name="connsiteY95" fmla="*/ 427 h 10049"/>
                <a:gd name="connsiteX96" fmla="*/ 6697 w 10000"/>
                <a:gd name="connsiteY96" fmla="*/ 376 h 10049"/>
                <a:gd name="connsiteX97" fmla="*/ 6492 w 10000"/>
                <a:gd name="connsiteY97" fmla="*/ 252 h 10049"/>
                <a:gd name="connsiteX98" fmla="*/ 6418 w 10000"/>
                <a:gd name="connsiteY98" fmla="*/ 278 h 10049"/>
                <a:gd name="connsiteX99" fmla="*/ 6056 w 10000"/>
                <a:gd name="connsiteY99" fmla="*/ 392 h 10049"/>
                <a:gd name="connsiteX100" fmla="*/ 5920 w 10000"/>
                <a:gd name="connsiteY100" fmla="*/ 324 h 10049"/>
                <a:gd name="connsiteX101" fmla="*/ 5862 w 10000"/>
                <a:gd name="connsiteY101" fmla="*/ 192 h 10049"/>
                <a:gd name="connsiteX102" fmla="*/ 5510 w 10000"/>
                <a:gd name="connsiteY102" fmla="*/ 208 h 10049"/>
                <a:gd name="connsiteX103" fmla="*/ 5353 w 10000"/>
                <a:gd name="connsiteY103" fmla="*/ 4 h 10049"/>
                <a:gd name="connsiteX104" fmla="*/ 5206 w 10000"/>
                <a:gd name="connsiteY104" fmla="*/ 192 h 10049"/>
                <a:gd name="connsiteX105" fmla="*/ 4976 w 10000"/>
                <a:gd name="connsiteY105" fmla="*/ 203 h 10049"/>
                <a:gd name="connsiteX106" fmla="*/ 4872 w 10000"/>
                <a:gd name="connsiteY106" fmla="*/ 208 h 10049"/>
                <a:gd name="connsiteX107" fmla="*/ 4752 w 10000"/>
                <a:gd name="connsiteY107" fmla="*/ 45 h 10049"/>
                <a:gd name="connsiteX108" fmla="*/ 4692 w 10000"/>
                <a:gd name="connsiteY108" fmla="*/ 208 h 10049"/>
                <a:gd name="connsiteX109" fmla="*/ 4312 w 10000"/>
                <a:gd name="connsiteY109" fmla="*/ 312 h 10049"/>
                <a:gd name="connsiteX110" fmla="*/ 4064 w 10000"/>
                <a:gd name="connsiteY110" fmla="*/ 358 h 10049"/>
                <a:gd name="connsiteX111" fmla="*/ 3861 w 10000"/>
                <a:gd name="connsiteY111" fmla="*/ 392 h 10049"/>
                <a:gd name="connsiteX112" fmla="*/ 3591 w 10000"/>
                <a:gd name="connsiteY112" fmla="*/ 208 h 10049"/>
                <a:gd name="connsiteX113" fmla="*/ 3460 w 10000"/>
                <a:gd name="connsiteY113" fmla="*/ 192 h 10049"/>
                <a:gd name="connsiteX114" fmla="*/ 3242 w 10000"/>
                <a:gd name="connsiteY114" fmla="*/ 208 h 10049"/>
                <a:gd name="connsiteX115" fmla="*/ 3098 w 10000"/>
                <a:gd name="connsiteY115" fmla="*/ 208 h 10049"/>
                <a:gd name="connsiteX116" fmla="*/ 3023 w 10000"/>
                <a:gd name="connsiteY116" fmla="*/ 187 h 10049"/>
                <a:gd name="connsiteX117" fmla="*/ 2748 w 10000"/>
                <a:gd name="connsiteY117" fmla="*/ 447 h 10049"/>
                <a:gd name="connsiteX118" fmla="*/ 2606 w 10000"/>
                <a:gd name="connsiteY118" fmla="*/ 203 h 10049"/>
                <a:gd name="connsiteX119" fmla="*/ 2495 w 10000"/>
                <a:gd name="connsiteY119" fmla="*/ 208 h 10049"/>
                <a:gd name="connsiteX120" fmla="*/ 2232 w 10000"/>
                <a:gd name="connsiteY120" fmla="*/ 249 h 10049"/>
                <a:gd name="connsiteX121" fmla="*/ 1988 w 10000"/>
                <a:gd name="connsiteY121" fmla="*/ 79 h 10049"/>
                <a:gd name="connsiteX122" fmla="*/ 1541 w 10000"/>
                <a:gd name="connsiteY122" fmla="*/ 220 h 10049"/>
                <a:gd name="connsiteX123" fmla="*/ 1428 w 10000"/>
                <a:gd name="connsiteY123" fmla="*/ 197 h 10049"/>
                <a:gd name="connsiteX124" fmla="*/ 1310 w 10000"/>
                <a:gd name="connsiteY124" fmla="*/ 346 h 10049"/>
                <a:gd name="connsiteX125" fmla="*/ 1233 w 10000"/>
                <a:gd name="connsiteY125" fmla="*/ 278 h 10049"/>
                <a:gd name="connsiteX126" fmla="*/ 984 w 10000"/>
                <a:gd name="connsiteY126" fmla="*/ 447 h 10049"/>
                <a:gd name="connsiteX127" fmla="*/ 826 w 10000"/>
                <a:gd name="connsiteY127" fmla="*/ 515 h 10049"/>
                <a:gd name="connsiteX128" fmla="*/ 605 w 10000"/>
                <a:gd name="connsiteY128" fmla="*/ 402 h 10049"/>
                <a:gd name="connsiteX129" fmla="*/ 495 w 10000"/>
                <a:gd name="connsiteY129" fmla="*/ 279 h 10049"/>
                <a:gd name="connsiteX130" fmla="*/ 433 w 10000"/>
                <a:gd name="connsiteY130" fmla="*/ 379 h 10049"/>
                <a:gd name="connsiteX131" fmla="*/ 247 w 10000"/>
                <a:gd name="connsiteY131" fmla="*/ 701 h 10049"/>
                <a:gd name="connsiteX132" fmla="*/ 147 w 10000"/>
                <a:gd name="connsiteY132" fmla="*/ 1223 h 10049"/>
                <a:gd name="connsiteX133" fmla="*/ 160 w 10000"/>
                <a:gd name="connsiteY133" fmla="*/ 2007 h 10049"/>
                <a:gd name="connsiteX134" fmla="*/ 77 w 10000"/>
                <a:gd name="connsiteY134" fmla="*/ 2324 h 10049"/>
                <a:gd name="connsiteX135" fmla="*/ 183 w 10000"/>
                <a:gd name="connsiteY135" fmla="*/ 2757 h 10049"/>
                <a:gd name="connsiteX136" fmla="*/ 234 w 10000"/>
                <a:gd name="connsiteY136" fmla="*/ 2943 h 10049"/>
                <a:gd name="connsiteX137" fmla="*/ 93 w 10000"/>
                <a:gd name="connsiteY137" fmla="*/ 3466 h 10049"/>
                <a:gd name="connsiteX138" fmla="*/ 217 w 10000"/>
                <a:gd name="connsiteY138" fmla="*/ 3674 h 10049"/>
                <a:gd name="connsiteX139" fmla="*/ 193 w 10000"/>
                <a:gd name="connsiteY139" fmla="*/ 4168 h 10049"/>
                <a:gd name="connsiteX140" fmla="*/ 77 w 10000"/>
                <a:gd name="connsiteY140" fmla="*/ 4220 h 10049"/>
                <a:gd name="connsiteX141" fmla="*/ 128 w 10000"/>
                <a:gd name="connsiteY141" fmla="*/ 4447 h 10049"/>
                <a:gd name="connsiteX142" fmla="*/ 57 w 10000"/>
                <a:gd name="connsiteY142" fmla="*/ 4416 h 10049"/>
                <a:gd name="connsiteX143" fmla="*/ 155 w 10000"/>
                <a:gd name="connsiteY143" fmla="*/ 4688 h 10049"/>
                <a:gd name="connsiteX144" fmla="*/ 81 w 10000"/>
                <a:gd name="connsiteY144" fmla="*/ 4784 h 10049"/>
                <a:gd name="connsiteX145" fmla="*/ 133 w 10000"/>
                <a:gd name="connsiteY145" fmla="*/ 5071 h 10049"/>
                <a:gd name="connsiteX146" fmla="*/ 110 w 10000"/>
                <a:gd name="connsiteY146" fmla="*/ 5544 h 10049"/>
                <a:gd name="connsiteX147" fmla="*/ 126 w 10000"/>
                <a:gd name="connsiteY147" fmla="*/ 5790 h 10049"/>
                <a:gd name="connsiteX148" fmla="*/ 99 w 10000"/>
                <a:gd name="connsiteY148" fmla="*/ 6201 h 10049"/>
                <a:gd name="connsiteX149" fmla="*/ 68 w 10000"/>
                <a:gd name="connsiteY149" fmla="*/ 6700 h 10049"/>
                <a:gd name="connsiteX150" fmla="*/ 11 w 10000"/>
                <a:gd name="connsiteY150" fmla="*/ 7003 h 10049"/>
                <a:gd name="connsiteX151" fmla="*/ 55 w 10000"/>
                <a:gd name="connsiteY151" fmla="*/ 7255 h 10049"/>
                <a:gd name="connsiteX152" fmla="*/ 74 w 10000"/>
                <a:gd name="connsiteY152" fmla="*/ 7234 h 10049"/>
                <a:gd name="connsiteX153" fmla="*/ 123 w 10000"/>
                <a:gd name="connsiteY153" fmla="*/ 7517 h 10049"/>
                <a:gd name="connsiteX154" fmla="*/ 71 w 10000"/>
                <a:gd name="connsiteY154" fmla="*/ 7952 h 10049"/>
                <a:gd name="connsiteX155" fmla="*/ 130 w 10000"/>
                <a:gd name="connsiteY155" fmla="*/ 8183 h 10049"/>
                <a:gd name="connsiteX156" fmla="*/ 66 w 10000"/>
                <a:gd name="connsiteY156" fmla="*/ 8640 h 10049"/>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52 w 10000"/>
                <a:gd name="connsiteY57" fmla="*/ 9862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05 w 10000"/>
                <a:gd name="connsiteY59" fmla="*/ 9812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93 w 10000"/>
                <a:gd name="connsiteY34" fmla="*/ 981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16 w 10000"/>
                <a:gd name="connsiteY59" fmla="*/ 9954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 name="connsiteX0" fmla="*/ 66 w 10000"/>
                <a:gd name="connsiteY0" fmla="*/ 8640 h 10137"/>
                <a:gd name="connsiteX1" fmla="*/ 63 w 10000"/>
                <a:gd name="connsiteY1" fmla="*/ 9027 h 10137"/>
                <a:gd name="connsiteX2" fmla="*/ 33 w 10000"/>
                <a:gd name="connsiteY2" fmla="*/ 9445 h 10137"/>
                <a:gd name="connsiteX3" fmla="*/ 156 w 10000"/>
                <a:gd name="connsiteY3" fmla="*/ 9864 h 10137"/>
                <a:gd name="connsiteX4" fmla="*/ 473 w 10000"/>
                <a:gd name="connsiteY4" fmla="*/ 9761 h 10137"/>
                <a:gd name="connsiteX5" fmla="*/ 820 w 10000"/>
                <a:gd name="connsiteY5" fmla="*/ 9701 h 10137"/>
                <a:gd name="connsiteX6" fmla="*/ 964 w 10000"/>
                <a:gd name="connsiteY6" fmla="*/ 10000 h 10137"/>
                <a:gd name="connsiteX7" fmla="*/ 1075 w 10000"/>
                <a:gd name="connsiteY7" fmla="*/ 9761 h 10137"/>
                <a:gd name="connsiteX8" fmla="*/ 1179 w 10000"/>
                <a:gd name="connsiteY8" fmla="*/ 10000 h 10137"/>
                <a:gd name="connsiteX9" fmla="*/ 1322 w 10000"/>
                <a:gd name="connsiteY9" fmla="*/ 9942 h 10137"/>
                <a:gd name="connsiteX10" fmla="*/ 1466 w 10000"/>
                <a:gd name="connsiteY10" fmla="*/ 9858 h 10137"/>
                <a:gd name="connsiteX11" fmla="*/ 1806 w 10000"/>
                <a:gd name="connsiteY11" fmla="*/ 9733 h 10137"/>
                <a:gd name="connsiteX12" fmla="*/ 1931 w 10000"/>
                <a:gd name="connsiteY12" fmla="*/ 9942 h 10137"/>
                <a:gd name="connsiteX13" fmla="*/ 2078 w 10000"/>
                <a:gd name="connsiteY13" fmla="*/ 9873 h 10137"/>
                <a:gd name="connsiteX14" fmla="*/ 2231 w 10000"/>
                <a:gd name="connsiteY14" fmla="*/ 9811 h 10137"/>
                <a:gd name="connsiteX15" fmla="*/ 2371 w 10000"/>
                <a:gd name="connsiteY15" fmla="*/ 9811 h 10137"/>
                <a:gd name="connsiteX16" fmla="*/ 2482 w 10000"/>
                <a:gd name="connsiteY16" fmla="*/ 9811 h 10137"/>
                <a:gd name="connsiteX17" fmla="*/ 2621 w 10000"/>
                <a:gd name="connsiteY17" fmla="*/ 9990 h 10137"/>
                <a:gd name="connsiteX18" fmla="*/ 2798 w 10000"/>
                <a:gd name="connsiteY18" fmla="*/ 9811 h 10137"/>
                <a:gd name="connsiteX19" fmla="*/ 2932 w 10000"/>
                <a:gd name="connsiteY19" fmla="*/ 9879 h 10137"/>
                <a:gd name="connsiteX20" fmla="*/ 3068 w 10000"/>
                <a:gd name="connsiteY20" fmla="*/ 9942 h 10137"/>
                <a:gd name="connsiteX21" fmla="*/ 3168 w 10000"/>
                <a:gd name="connsiteY21" fmla="*/ 10000 h 10137"/>
                <a:gd name="connsiteX22" fmla="*/ 3286 w 10000"/>
                <a:gd name="connsiteY22" fmla="*/ 10137 h 10137"/>
                <a:gd name="connsiteX23" fmla="*/ 3381 w 10000"/>
                <a:gd name="connsiteY23" fmla="*/ 9942 h 10137"/>
                <a:gd name="connsiteX24" fmla="*/ 3500 w 10000"/>
                <a:gd name="connsiteY24" fmla="*/ 9873 h 10137"/>
                <a:gd name="connsiteX25" fmla="*/ 3652 w 10000"/>
                <a:gd name="connsiteY25" fmla="*/ 9858 h 10137"/>
                <a:gd name="connsiteX26" fmla="*/ 3813 w 10000"/>
                <a:gd name="connsiteY26" fmla="*/ 9942 h 10137"/>
                <a:gd name="connsiteX27" fmla="*/ 3911 w 10000"/>
                <a:gd name="connsiteY27" fmla="*/ 10000 h 10137"/>
                <a:gd name="connsiteX28" fmla="*/ 4022 w 10000"/>
                <a:gd name="connsiteY28" fmla="*/ 9816 h 10137"/>
                <a:gd name="connsiteX29" fmla="*/ 4125 w 10000"/>
                <a:gd name="connsiteY29" fmla="*/ 9995 h 10137"/>
                <a:gd name="connsiteX30" fmla="*/ 4279 w 10000"/>
                <a:gd name="connsiteY30" fmla="*/ 9810 h 10137"/>
                <a:gd name="connsiteX31" fmla="*/ 4412 w 10000"/>
                <a:gd name="connsiteY31" fmla="*/ 9937 h 10137"/>
                <a:gd name="connsiteX32" fmla="*/ 4565 w 10000"/>
                <a:gd name="connsiteY32" fmla="*/ 9879 h 10137"/>
                <a:gd name="connsiteX33" fmla="*/ 4783 w 10000"/>
                <a:gd name="connsiteY33" fmla="*/ 9811 h 10137"/>
                <a:gd name="connsiteX34" fmla="*/ 4872 w 10000"/>
                <a:gd name="connsiteY34" fmla="*/ 9981 h 10137"/>
                <a:gd name="connsiteX35" fmla="*/ 5155 w 10000"/>
                <a:gd name="connsiteY35" fmla="*/ 9960 h 10137"/>
                <a:gd name="connsiteX36" fmla="*/ 5329 w 10000"/>
                <a:gd name="connsiteY36" fmla="*/ 9748 h 10137"/>
                <a:gd name="connsiteX37" fmla="*/ 5439 w 10000"/>
                <a:gd name="connsiteY37" fmla="*/ 9684 h 10137"/>
                <a:gd name="connsiteX38" fmla="*/ 5580 w 10000"/>
                <a:gd name="connsiteY38" fmla="*/ 9679 h 10137"/>
                <a:gd name="connsiteX39" fmla="*/ 5760 w 10000"/>
                <a:gd name="connsiteY39" fmla="*/ 9738 h 10137"/>
                <a:gd name="connsiteX40" fmla="*/ 5918 w 10000"/>
                <a:gd name="connsiteY40" fmla="*/ 9768 h 10137"/>
                <a:gd name="connsiteX41" fmla="*/ 6270 w 10000"/>
                <a:gd name="connsiteY41" fmla="*/ 9857 h 10137"/>
                <a:gd name="connsiteX42" fmla="*/ 6376 w 10000"/>
                <a:gd name="connsiteY42" fmla="*/ 9558 h 10137"/>
                <a:gd name="connsiteX43" fmla="*/ 6483 w 10000"/>
                <a:gd name="connsiteY43" fmla="*/ 9645 h 10137"/>
                <a:gd name="connsiteX44" fmla="*/ 6628 w 10000"/>
                <a:gd name="connsiteY44" fmla="*/ 9765 h 10137"/>
                <a:gd name="connsiteX45" fmla="*/ 6738 w 10000"/>
                <a:gd name="connsiteY45" fmla="*/ 9795 h 10137"/>
                <a:gd name="connsiteX46" fmla="*/ 6878 w 10000"/>
                <a:gd name="connsiteY46" fmla="*/ 9735 h 10137"/>
                <a:gd name="connsiteX47" fmla="*/ 7101 w 10000"/>
                <a:gd name="connsiteY47" fmla="*/ 9858 h 10137"/>
                <a:gd name="connsiteX48" fmla="*/ 7351 w 10000"/>
                <a:gd name="connsiteY48" fmla="*/ 9726 h 10137"/>
                <a:gd name="connsiteX49" fmla="*/ 7486 w 10000"/>
                <a:gd name="connsiteY49" fmla="*/ 9735 h 10137"/>
                <a:gd name="connsiteX50" fmla="*/ 7663 w 10000"/>
                <a:gd name="connsiteY50" fmla="*/ 9675 h 10137"/>
                <a:gd name="connsiteX51" fmla="*/ 7771 w 10000"/>
                <a:gd name="connsiteY51" fmla="*/ 9705 h 10137"/>
                <a:gd name="connsiteX52" fmla="*/ 7858 w 10000"/>
                <a:gd name="connsiteY52" fmla="*/ 9970 h 10137"/>
                <a:gd name="connsiteX53" fmla="*/ 8065 w 10000"/>
                <a:gd name="connsiteY53" fmla="*/ 9798 h 10137"/>
                <a:gd name="connsiteX54" fmla="*/ 8386 w 10000"/>
                <a:gd name="connsiteY54" fmla="*/ 9760 h 10137"/>
                <a:gd name="connsiteX55" fmla="*/ 8586 w 10000"/>
                <a:gd name="connsiteY55" fmla="*/ 9786 h 10137"/>
                <a:gd name="connsiteX56" fmla="*/ 8762 w 10000"/>
                <a:gd name="connsiteY56" fmla="*/ 9804 h 10137"/>
                <a:gd name="connsiteX57" fmla="*/ 9009 w 10000"/>
                <a:gd name="connsiteY57" fmla="*/ 9975 h 10137"/>
                <a:gd name="connsiteX58" fmla="*/ 9309 w 10000"/>
                <a:gd name="connsiteY58" fmla="*/ 9877 h 10137"/>
                <a:gd name="connsiteX59" fmla="*/ 9516 w 10000"/>
                <a:gd name="connsiteY59" fmla="*/ 9954 h 10137"/>
                <a:gd name="connsiteX60" fmla="*/ 9829 w 10000"/>
                <a:gd name="connsiteY60" fmla="*/ 9622 h 10137"/>
                <a:gd name="connsiteX61" fmla="*/ 9884 w 10000"/>
                <a:gd name="connsiteY61" fmla="*/ 8827 h 10137"/>
                <a:gd name="connsiteX62" fmla="*/ 9872 w 10000"/>
                <a:gd name="connsiteY62" fmla="*/ 8045 h 10137"/>
                <a:gd name="connsiteX63" fmla="*/ 9890 w 10000"/>
                <a:gd name="connsiteY63" fmla="*/ 7359 h 10137"/>
                <a:gd name="connsiteX64" fmla="*/ 9956 w 10000"/>
                <a:gd name="connsiteY64" fmla="*/ 6772 h 10137"/>
                <a:gd name="connsiteX65" fmla="*/ 9881 w 10000"/>
                <a:gd name="connsiteY65" fmla="*/ 5988 h 10137"/>
                <a:gd name="connsiteX66" fmla="*/ 9909 w 10000"/>
                <a:gd name="connsiteY66" fmla="*/ 5470 h 10137"/>
                <a:gd name="connsiteX67" fmla="*/ 9908 w 10000"/>
                <a:gd name="connsiteY67" fmla="*/ 4944 h 10137"/>
                <a:gd name="connsiteX68" fmla="*/ 9927 w 10000"/>
                <a:gd name="connsiteY68" fmla="*/ 4594 h 10137"/>
                <a:gd name="connsiteX69" fmla="*/ 9963 w 10000"/>
                <a:gd name="connsiteY69" fmla="*/ 4284 h 10137"/>
                <a:gd name="connsiteX70" fmla="*/ 9985 w 10000"/>
                <a:gd name="connsiteY70" fmla="*/ 4095 h 10137"/>
                <a:gd name="connsiteX71" fmla="*/ 9940 w 10000"/>
                <a:gd name="connsiteY71" fmla="*/ 3899 h 10137"/>
                <a:gd name="connsiteX72" fmla="*/ 9923 w 10000"/>
                <a:gd name="connsiteY72" fmla="*/ 3721 h 10137"/>
                <a:gd name="connsiteX73" fmla="*/ 9956 w 10000"/>
                <a:gd name="connsiteY73" fmla="*/ 3469 h 10137"/>
                <a:gd name="connsiteX74" fmla="*/ 9989 w 10000"/>
                <a:gd name="connsiteY74" fmla="*/ 3154 h 10137"/>
                <a:gd name="connsiteX75" fmla="*/ 9890 w 10000"/>
                <a:gd name="connsiteY75" fmla="*/ 2711 h 10137"/>
                <a:gd name="connsiteX76" fmla="*/ 9937 w 10000"/>
                <a:gd name="connsiteY76" fmla="*/ 2313 h 10137"/>
                <a:gd name="connsiteX77" fmla="*/ 9881 w 10000"/>
                <a:gd name="connsiteY77" fmla="*/ 1131 h 10137"/>
                <a:gd name="connsiteX78" fmla="*/ 9662 w 10000"/>
                <a:gd name="connsiteY78" fmla="*/ 376 h 10137"/>
                <a:gd name="connsiteX79" fmla="*/ 9444 w 10000"/>
                <a:gd name="connsiteY79" fmla="*/ 373 h 10137"/>
                <a:gd name="connsiteX80" fmla="*/ 9208 w 10000"/>
                <a:gd name="connsiteY80" fmla="*/ 308 h 10137"/>
                <a:gd name="connsiteX81" fmla="*/ 9067 w 10000"/>
                <a:gd name="connsiteY81" fmla="*/ 360 h 10137"/>
                <a:gd name="connsiteX82" fmla="*/ 8844 w 10000"/>
                <a:gd name="connsiteY82" fmla="*/ 584 h 10137"/>
                <a:gd name="connsiteX83" fmla="*/ 8694 w 10000"/>
                <a:gd name="connsiteY83" fmla="*/ 554 h 10137"/>
                <a:gd name="connsiteX84" fmla="*/ 8677 w 10000"/>
                <a:gd name="connsiteY84" fmla="*/ 306 h 10137"/>
                <a:gd name="connsiteX85" fmla="*/ 8525 w 10000"/>
                <a:gd name="connsiteY85" fmla="*/ 512 h 10137"/>
                <a:gd name="connsiteX86" fmla="*/ 8401 w 10000"/>
                <a:gd name="connsiteY86" fmla="*/ 365 h 10137"/>
                <a:gd name="connsiteX87" fmla="*/ 8196 w 10000"/>
                <a:gd name="connsiteY87" fmla="*/ 510 h 10137"/>
                <a:gd name="connsiteX88" fmla="*/ 8034 w 10000"/>
                <a:gd name="connsiteY88" fmla="*/ 333 h 10137"/>
                <a:gd name="connsiteX89" fmla="*/ 7738 w 10000"/>
                <a:gd name="connsiteY89" fmla="*/ 472 h 10137"/>
                <a:gd name="connsiteX90" fmla="*/ 7532 w 10000"/>
                <a:gd name="connsiteY90" fmla="*/ 257 h 10137"/>
                <a:gd name="connsiteX91" fmla="*/ 7334 w 10000"/>
                <a:gd name="connsiteY91" fmla="*/ 513 h 10137"/>
                <a:gd name="connsiteX92" fmla="*/ 7117 w 10000"/>
                <a:gd name="connsiteY92" fmla="*/ 203 h 10137"/>
                <a:gd name="connsiteX93" fmla="*/ 6918 w 10000"/>
                <a:gd name="connsiteY93" fmla="*/ 412 h 10137"/>
                <a:gd name="connsiteX94" fmla="*/ 6900 w 10000"/>
                <a:gd name="connsiteY94" fmla="*/ 436 h 10137"/>
                <a:gd name="connsiteX95" fmla="*/ 6778 w 10000"/>
                <a:gd name="connsiteY95" fmla="*/ 427 h 10137"/>
                <a:gd name="connsiteX96" fmla="*/ 6697 w 10000"/>
                <a:gd name="connsiteY96" fmla="*/ 376 h 10137"/>
                <a:gd name="connsiteX97" fmla="*/ 6492 w 10000"/>
                <a:gd name="connsiteY97" fmla="*/ 252 h 10137"/>
                <a:gd name="connsiteX98" fmla="*/ 6418 w 10000"/>
                <a:gd name="connsiteY98" fmla="*/ 278 h 10137"/>
                <a:gd name="connsiteX99" fmla="*/ 6056 w 10000"/>
                <a:gd name="connsiteY99" fmla="*/ 392 h 10137"/>
                <a:gd name="connsiteX100" fmla="*/ 5920 w 10000"/>
                <a:gd name="connsiteY100" fmla="*/ 324 h 10137"/>
                <a:gd name="connsiteX101" fmla="*/ 5862 w 10000"/>
                <a:gd name="connsiteY101" fmla="*/ 192 h 10137"/>
                <a:gd name="connsiteX102" fmla="*/ 5510 w 10000"/>
                <a:gd name="connsiteY102" fmla="*/ 208 h 10137"/>
                <a:gd name="connsiteX103" fmla="*/ 5353 w 10000"/>
                <a:gd name="connsiteY103" fmla="*/ 4 h 10137"/>
                <a:gd name="connsiteX104" fmla="*/ 5206 w 10000"/>
                <a:gd name="connsiteY104" fmla="*/ 192 h 10137"/>
                <a:gd name="connsiteX105" fmla="*/ 4976 w 10000"/>
                <a:gd name="connsiteY105" fmla="*/ 203 h 10137"/>
                <a:gd name="connsiteX106" fmla="*/ 4872 w 10000"/>
                <a:gd name="connsiteY106" fmla="*/ 208 h 10137"/>
                <a:gd name="connsiteX107" fmla="*/ 4752 w 10000"/>
                <a:gd name="connsiteY107" fmla="*/ 45 h 10137"/>
                <a:gd name="connsiteX108" fmla="*/ 4692 w 10000"/>
                <a:gd name="connsiteY108" fmla="*/ 208 h 10137"/>
                <a:gd name="connsiteX109" fmla="*/ 4312 w 10000"/>
                <a:gd name="connsiteY109" fmla="*/ 312 h 10137"/>
                <a:gd name="connsiteX110" fmla="*/ 4064 w 10000"/>
                <a:gd name="connsiteY110" fmla="*/ 358 h 10137"/>
                <a:gd name="connsiteX111" fmla="*/ 3861 w 10000"/>
                <a:gd name="connsiteY111" fmla="*/ 392 h 10137"/>
                <a:gd name="connsiteX112" fmla="*/ 3591 w 10000"/>
                <a:gd name="connsiteY112" fmla="*/ 208 h 10137"/>
                <a:gd name="connsiteX113" fmla="*/ 3460 w 10000"/>
                <a:gd name="connsiteY113" fmla="*/ 192 h 10137"/>
                <a:gd name="connsiteX114" fmla="*/ 3242 w 10000"/>
                <a:gd name="connsiteY114" fmla="*/ 208 h 10137"/>
                <a:gd name="connsiteX115" fmla="*/ 3098 w 10000"/>
                <a:gd name="connsiteY115" fmla="*/ 208 h 10137"/>
                <a:gd name="connsiteX116" fmla="*/ 3023 w 10000"/>
                <a:gd name="connsiteY116" fmla="*/ 187 h 10137"/>
                <a:gd name="connsiteX117" fmla="*/ 2748 w 10000"/>
                <a:gd name="connsiteY117" fmla="*/ 447 h 10137"/>
                <a:gd name="connsiteX118" fmla="*/ 2606 w 10000"/>
                <a:gd name="connsiteY118" fmla="*/ 203 h 10137"/>
                <a:gd name="connsiteX119" fmla="*/ 2495 w 10000"/>
                <a:gd name="connsiteY119" fmla="*/ 208 h 10137"/>
                <a:gd name="connsiteX120" fmla="*/ 2232 w 10000"/>
                <a:gd name="connsiteY120" fmla="*/ 249 h 10137"/>
                <a:gd name="connsiteX121" fmla="*/ 1988 w 10000"/>
                <a:gd name="connsiteY121" fmla="*/ 79 h 10137"/>
                <a:gd name="connsiteX122" fmla="*/ 1541 w 10000"/>
                <a:gd name="connsiteY122" fmla="*/ 220 h 10137"/>
                <a:gd name="connsiteX123" fmla="*/ 1428 w 10000"/>
                <a:gd name="connsiteY123" fmla="*/ 197 h 10137"/>
                <a:gd name="connsiteX124" fmla="*/ 1310 w 10000"/>
                <a:gd name="connsiteY124" fmla="*/ 346 h 10137"/>
                <a:gd name="connsiteX125" fmla="*/ 1233 w 10000"/>
                <a:gd name="connsiteY125" fmla="*/ 278 h 10137"/>
                <a:gd name="connsiteX126" fmla="*/ 984 w 10000"/>
                <a:gd name="connsiteY126" fmla="*/ 447 h 10137"/>
                <a:gd name="connsiteX127" fmla="*/ 826 w 10000"/>
                <a:gd name="connsiteY127" fmla="*/ 515 h 10137"/>
                <a:gd name="connsiteX128" fmla="*/ 605 w 10000"/>
                <a:gd name="connsiteY128" fmla="*/ 402 h 10137"/>
                <a:gd name="connsiteX129" fmla="*/ 495 w 10000"/>
                <a:gd name="connsiteY129" fmla="*/ 279 h 10137"/>
                <a:gd name="connsiteX130" fmla="*/ 433 w 10000"/>
                <a:gd name="connsiteY130" fmla="*/ 379 h 10137"/>
                <a:gd name="connsiteX131" fmla="*/ 247 w 10000"/>
                <a:gd name="connsiteY131" fmla="*/ 701 h 10137"/>
                <a:gd name="connsiteX132" fmla="*/ 147 w 10000"/>
                <a:gd name="connsiteY132" fmla="*/ 1223 h 10137"/>
                <a:gd name="connsiteX133" fmla="*/ 160 w 10000"/>
                <a:gd name="connsiteY133" fmla="*/ 2007 h 10137"/>
                <a:gd name="connsiteX134" fmla="*/ 77 w 10000"/>
                <a:gd name="connsiteY134" fmla="*/ 2324 h 10137"/>
                <a:gd name="connsiteX135" fmla="*/ 183 w 10000"/>
                <a:gd name="connsiteY135" fmla="*/ 2757 h 10137"/>
                <a:gd name="connsiteX136" fmla="*/ 234 w 10000"/>
                <a:gd name="connsiteY136" fmla="*/ 2943 h 10137"/>
                <a:gd name="connsiteX137" fmla="*/ 93 w 10000"/>
                <a:gd name="connsiteY137" fmla="*/ 3466 h 10137"/>
                <a:gd name="connsiteX138" fmla="*/ 217 w 10000"/>
                <a:gd name="connsiteY138" fmla="*/ 3674 h 10137"/>
                <a:gd name="connsiteX139" fmla="*/ 193 w 10000"/>
                <a:gd name="connsiteY139" fmla="*/ 4168 h 10137"/>
                <a:gd name="connsiteX140" fmla="*/ 77 w 10000"/>
                <a:gd name="connsiteY140" fmla="*/ 4220 h 10137"/>
                <a:gd name="connsiteX141" fmla="*/ 128 w 10000"/>
                <a:gd name="connsiteY141" fmla="*/ 4447 h 10137"/>
                <a:gd name="connsiteX142" fmla="*/ 57 w 10000"/>
                <a:gd name="connsiteY142" fmla="*/ 4416 h 10137"/>
                <a:gd name="connsiteX143" fmla="*/ 155 w 10000"/>
                <a:gd name="connsiteY143" fmla="*/ 4688 h 10137"/>
                <a:gd name="connsiteX144" fmla="*/ 81 w 10000"/>
                <a:gd name="connsiteY144" fmla="*/ 4784 h 10137"/>
                <a:gd name="connsiteX145" fmla="*/ 133 w 10000"/>
                <a:gd name="connsiteY145" fmla="*/ 5071 h 10137"/>
                <a:gd name="connsiteX146" fmla="*/ 110 w 10000"/>
                <a:gd name="connsiteY146" fmla="*/ 5544 h 10137"/>
                <a:gd name="connsiteX147" fmla="*/ 126 w 10000"/>
                <a:gd name="connsiteY147" fmla="*/ 5790 h 10137"/>
                <a:gd name="connsiteX148" fmla="*/ 99 w 10000"/>
                <a:gd name="connsiteY148" fmla="*/ 6201 h 10137"/>
                <a:gd name="connsiteX149" fmla="*/ 68 w 10000"/>
                <a:gd name="connsiteY149" fmla="*/ 6700 h 10137"/>
                <a:gd name="connsiteX150" fmla="*/ 11 w 10000"/>
                <a:gd name="connsiteY150" fmla="*/ 7003 h 10137"/>
                <a:gd name="connsiteX151" fmla="*/ 55 w 10000"/>
                <a:gd name="connsiteY151" fmla="*/ 7255 h 10137"/>
                <a:gd name="connsiteX152" fmla="*/ 74 w 10000"/>
                <a:gd name="connsiteY152" fmla="*/ 7234 h 10137"/>
                <a:gd name="connsiteX153" fmla="*/ 123 w 10000"/>
                <a:gd name="connsiteY153" fmla="*/ 7517 h 10137"/>
                <a:gd name="connsiteX154" fmla="*/ 71 w 10000"/>
                <a:gd name="connsiteY154" fmla="*/ 7952 h 10137"/>
                <a:gd name="connsiteX155" fmla="*/ 130 w 10000"/>
                <a:gd name="connsiteY155" fmla="*/ 8183 h 10137"/>
                <a:gd name="connsiteX156" fmla="*/ 66 w 10000"/>
                <a:gd name="connsiteY156" fmla="*/ 8640 h 10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0000" h="10137">
                  <a:moveTo>
                    <a:pt x="66" y="8640"/>
                  </a:moveTo>
                  <a:cubicBezTo>
                    <a:pt x="46" y="8890"/>
                    <a:pt x="37" y="8848"/>
                    <a:pt x="63" y="9027"/>
                  </a:cubicBezTo>
                  <a:cubicBezTo>
                    <a:pt x="53" y="9166"/>
                    <a:pt x="43" y="9306"/>
                    <a:pt x="33" y="9445"/>
                  </a:cubicBezTo>
                  <a:cubicBezTo>
                    <a:pt x="34" y="9505"/>
                    <a:pt x="155" y="9804"/>
                    <a:pt x="156" y="9864"/>
                  </a:cubicBezTo>
                  <a:lnTo>
                    <a:pt x="473" y="9761"/>
                  </a:lnTo>
                  <a:cubicBezTo>
                    <a:pt x="627" y="10049"/>
                    <a:pt x="738" y="9661"/>
                    <a:pt x="820" y="9701"/>
                  </a:cubicBezTo>
                  <a:cubicBezTo>
                    <a:pt x="901" y="9741"/>
                    <a:pt x="931" y="10000"/>
                    <a:pt x="964" y="10000"/>
                  </a:cubicBezTo>
                  <a:lnTo>
                    <a:pt x="1075" y="9761"/>
                  </a:lnTo>
                  <a:cubicBezTo>
                    <a:pt x="1110" y="9841"/>
                    <a:pt x="1144" y="9920"/>
                    <a:pt x="1179" y="10000"/>
                  </a:cubicBezTo>
                  <a:lnTo>
                    <a:pt x="1322" y="9942"/>
                  </a:lnTo>
                  <a:lnTo>
                    <a:pt x="1466" y="9858"/>
                  </a:lnTo>
                  <a:lnTo>
                    <a:pt x="1806" y="9733"/>
                  </a:lnTo>
                  <a:lnTo>
                    <a:pt x="1931" y="9942"/>
                  </a:lnTo>
                  <a:lnTo>
                    <a:pt x="2078" y="9873"/>
                  </a:lnTo>
                  <a:lnTo>
                    <a:pt x="2231" y="9811"/>
                  </a:lnTo>
                  <a:lnTo>
                    <a:pt x="2371" y="9811"/>
                  </a:lnTo>
                  <a:cubicBezTo>
                    <a:pt x="2408" y="9811"/>
                    <a:pt x="2440" y="9781"/>
                    <a:pt x="2482" y="9811"/>
                  </a:cubicBezTo>
                  <a:cubicBezTo>
                    <a:pt x="2524" y="9841"/>
                    <a:pt x="2575" y="9930"/>
                    <a:pt x="2621" y="9990"/>
                  </a:cubicBezTo>
                  <a:lnTo>
                    <a:pt x="2798" y="9811"/>
                  </a:lnTo>
                  <a:lnTo>
                    <a:pt x="2932" y="9879"/>
                  </a:lnTo>
                  <a:lnTo>
                    <a:pt x="3068" y="9942"/>
                  </a:lnTo>
                  <a:cubicBezTo>
                    <a:pt x="3102" y="9961"/>
                    <a:pt x="3134" y="9981"/>
                    <a:pt x="3168" y="10000"/>
                  </a:cubicBezTo>
                  <a:cubicBezTo>
                    <a:pt x="3207" y="10046"/>
                    <a:pt x="3247" y="10091"/>
                    <a:pt x="3286" y="10137"/>
                  </a:cubicBezTo>
                  <a:cubicBezTo>
                    <a:pt x="3320" y="10119"/>
                    <a:pt x="3346" y="9960"/>
                    <a:pt x="3381" y="9942"/>
                  </a:cubicBezTo>
                  <a:lnTo>
                    <a:pt x="3500" y="9873"/>
                  </a:lnTo>
                  <a:lnTo>
                    <a:pt x="3652" y="9858"/>
                  </a:lnTo>
                  <a:lnTo>
                    <a:pt x="3813" y="9942"/>
                  </a:lnTo>
                  <a:cubicBezTo>
                    <a:pt x="3846" y="9961"/>
                    <a:pt x="3878" y="9981"/>
                    <a:pt x="3911" y="10000"/>
                  </a:cubicBezTo>
                  <a:lnTo>
                    <a:pt x="4022" y="9816"/>
                  </a:lnTo>
                  <a:cubicBezTo>
                    <a:pt x="4056" y="9876"/>
                    <a:pt x="4091" y="9935"/>
                    <a:pt x="4125" y="9995"/>
                  </a:cubicBezTo>
                  <a:cubicBezTo>
                    <a:pt x="4176" y="9933"/>
                    <a:pt x="4228" y="9872"/>
                    <a:pt x="4279" y="9810"/>
                  </a:cubicBezTo>
                  <a:lnTo>
                    <a:pt x="4412" y="9937"/>
                  </a:lnTo>
                  <a:lnTo>
                    <a:pt x="4565" y="9879"/>
                  </a:lnTo>
                  <a:lnTo>
                    <a:pt x="4783" y="9811"/>
                  </a:lnTo>
                  <a:cubicBezTo>
                    <a:pt x="4813" y="9868"/>
                    <a:pt x="4842" y="9924"/>
                    <a:pt x="4872" y="9981"/>
                  </a:cubicBezTo>
                  <a:lnTo>
                    <a:pt x="5155" y="9960"/>
                  </a:lnTo>
                  <a:lnTo>
                    <a:pt x="5329" y="9748"/>
                  </a:lnTo>
                  <a:cubicBezTo>
                    <a:pt x="5365" y="9726"/>
                    <a:pt x="5404" y="9706"/>
                    <a:pt x="5439" y="9684"/>
                  </a:cubicBezTo>
                  <a:lnTo>
                    <a:pt x="5580" y="9679"/>
                  </a:lnTo>
                  <a:cubicBezTo>
                    <a:pt x="5606" y="9609"/>
                    <a:pt x="5733" y="9808"/>
                    <a:pt x="5760" y="9738"/>
                  </a:cubicBezTo>
                  <a:lnTo>
                    <a:pt x="5918" y="9768"/>
                  </a:lnTo>
                  <a:lnTo>
                    <a:pt x="6270" y="9857"/>
                  </a:lnTo>
                  <a:cubicBezTo>
                    <a:pt x="6305" y="9757"/>
                    <a:pt x="6341" y="9658"/>
                    <a:pt x="6376" y="9558"/>
                  </a:cubicBezTo>
                  <a:lnTo>
                    <a:pt x="6483" y="9645"/>
                  </a:lnTo>
                  <a:cubicBezTo>
                    <a:pt x="6531" y="9735"/>
                    <a:pt x="6580" y="9675"/>
                    <a:pt x="6628" y="9765"/>
                  </a:cubicBezTo>
                  <a:cubicBezTo>
                    <a:pt x="6665" y="9675"/>
                    <a:pt x="6696" y="9800"/>
                    <a:pt x="6738" y="9795"/>
                  </a:cubicBezTo>
                  <a:cubicBezTo>
                    <a:pt x="6780" y="9790"/>
                    <a:pt x="6831" y="9735"/>
                    <a:pt x="6878" y="9735"/>
                  </a:cubicBezTo>
                  <a:cubicBezTo>
                    <a:pt x="6952" y="9856"/>
                    <a:pt x="7027" y="9737"/>
                    <a:pt x="7101" y="9858"/>
                  </a:cubicBezTo>
                  <a:lnTo>
                    <a:pt x="7351" y="9726"/>
                  </a:lnTo>
                  <a:lnTo>
                    <a:pt x="7486" y="9735"/>
                  </a:lnTo>
                  <a:cubicBezTo>
                    <a:pt x="7523" y="9795"/>
                    <a:pt x="7626" y="9615"/>
                    <a:pt x="7663" y="9675"/>
                  </a:cubicBezTo>
                  <a:cubicBezTo>
                    <a:pt x="7688" y="9745"/>
                    <a:pt x="7746" y="9635"/>
                    <a:pt x="7771" y="9705"/>
                  </a:cubicBezTo>
                  <a:cubicBezTo>
                    <a:pt x="7811" y="9684"/>
                    <a:pt x="7817" y="9991"/>
                    <a:pt x="7858" y="9970"/>
                  </a:cubicBezTo>
                  <a:cubicBezTo>
                    <a:pt x="7883" y="9983"/>
                    <a:pt x="8040" y="9785"/>
                    <a:pt x="8065" y="9798"/>
                  </a:cubicBezTo>
                  <a:lnTo>
                    <a:pt x="8386" y="9760"/>
                  </a:lnTo>
                  <a:lnTo>
                    <a:pt x="8586" y="9786"/>
                  </a:lnTo>
                  <a:cubicBezTo>
                    <a:pt x="8627" y="9941"/>
                    <a:pt x="8721" y="9649"/>
                    <a:pt x="8762" y="9804"/>
                  </a:cubicBezTo>
                  <a:cubicBezTo>
                    <a:pt x="8815" y="9764"/>
                    <a:pt x="8957" y="10015"/>
                    <a:pt x="9009" y="9975"/>
                  </a:cubicBezTo>
                  <a:cubicBezTo>
                    <a:pt x="9071" y="9825"/>
                    <a:pt x="9267" y="9942"/>
                    <a:pt x="9309" y="9877"/>
                  </a:cubicBezTo>
                  <a:cubicBezTo>
                    <a:pt x="9364" y="9816"/>
                    <a:pt x="9460" y="10015"/>
                    <a:pt x="9516" y="9954"/>
                  </a:cubicBezTo>
                  <a:cubicBezTo>
                    <a:pt x="9566" y="9850"/>
                    <a:pt x="9779" y="9726"/>
                    <a:pt x="9829" y="9622"/>
                  </a:cubicBezTo>
                  <a:cubicBezTo>
                    <a:pt x="9932" y="9327"/>
                    <a:pt x="9782" y="9122"/>
                    <a:pt x="9884" y="8827"/>
                  </a:cubicBezTo>
                  <a:cubicBezTo>
                    <a:pt x="9898" y="8736"/>
                    <a:pt x="9858" y="8137"/>
                    <a:pt x="9872" y="8045"/>
                  </a:cubicBezTo>
                  <a:cubicBezTo>
                    <a:pt x="9885" y="7886"/>
                    <a:pt x="9877" y="7517"/>
                    <a:pt x="9890" y="7359"/>
                  </a:cubicBezTo>
                  <a:cubicBezTo>
                    <a:pt x="9902" y="7272"/>
                    <a:pt x="9946" y="6859"/>
                    <a:pt x="9956" y="6772"/>
                  </a:cubicBezTo>
                  <a:cubicBezTo>
                    <a:pt x="9977" y="6630"/>
                    <a:pt x="9861" y="6130"/>
                    <a:pt x="9881" y="5988"/>
                  </a:cubicBezTo>
                  <a:cubicBezTo>
                    <a:pt x="9898" y="5795"/>
                    <a:pt x="9891" y="5662"/>
                    <a:pt x="9909" y="5470"/>
                  </a:cubicBezTo>
                  <a:cubicBezTo>
                    <a:pt x="9927" y="5301"/>
                    <a:pt x="9893" y="5080"/>
                    <a:pt x="9908" y="4944"/>
                  </a:cubicBezTo>
                  <a:cubicBezTo>
                    <a:pt x="9924" y="4817"/>
                    <a:pt x="9912" y="4721"/>
                    <a:pt x="9927" y="4594"/>
                  </a:cubicBezTo>
                  <a:cubicBezTo>
                    <a:pt x="9940" y="4491"/>
                    <a:pt x="9951" y="4387"/>
                    <a:pt x="9963" y="4284"/>
                  </a:cubicBezTo>
                  <a:cubicBezTo>
                    <a:pt x="9971" y="4221"/>
                    <a:pt x="9978" y="4158"/>
                    <a:pt x="9985" y="4095"/>
                  </a:cubicBezTo>
                  <a:cubicBezTo>
                    <a:pt x="9969" y="4030"/>
                    <a:pt x="9954" y="3964"/>
                    <a:pt x="9940" y="3899"/>
                  </a:cubicBezTo>
                  <a:cubicBezTo>
                    <a:pt x="9934" y="3840"/>
                    <a:pt x="9928" y="3781"/>
                    <a:pt x="9923" y="3721"/>
                  </a:cubicBezTo>
                  <a:cubicBezTo>
                    <a:pt x="9934" y="3636"/>
                    <a:pt x="9945" y="3553"/>
                    <a:pt x="9956" y="3469"/>
                  </a:cubicBezTo>
                  <a:cubicBezTo>
                    <a:pt x="9966" y="3374"/>
                    <a:pt x="10000" y="3280"/>
                    <a:pt x="9989" y="3154"/>
                  </a:cubicBezTo>
                  <a:cubicBezTo>
                    <a:pt x="9956" y="3007"/>
                    <a:pt x="9923" y="2858"/>
                    <a:pt x="9890" y="2711"/>
                  </a:cubicBezTo>
                  <a:cubicBezTo>
                    <a:pt x="9862" y="2648"/>
                    <a:pt x="9968" y="2376"/>
                    <a:pt x="9937" y="2313"/>
                  </a:cubicBezTo>
                  <a:cubicBezTo>
                    <a:pt x="9936" y="2178"/>
                    <a:pt x="9882" y="1266"/>
                    <a:pt x="9881" y="1131"/>
                  </a:cubicBezTo>
                  <a:cubicBezTo>
                    <a:pt x="9856" y="949"/>
                    <a:pt x="9686" y="558"/>
                    <a:pt x="9662" y="376"/>
                  </a:cubicBezTo>
                  <a:cubicBezTo>
                    <a:pt x="9630" y="355"/>
                    <a:pt x="9475" y="393"/>
                    <a:pt x="9444" y="373"/>
                  </a:cubicBezTo>
                  <a:cubicBezTo>
                    <a:pt x="9416" y="311"/>
                    <a:pt x="9236" y="370"/>
                    <a:pt x="9208" y="308"/>
                  </a:cubicBezTo>
                  <a:cubicBezTo>
                    <a:pt x="9180" y="425"/>
                    <a:pt x="9096" y="243"/>
                    <a:pt x="9067" y="360"/>
                  </a:cubicBezTo>
                  <a:cubicBezTo>
                    <a:pt x="9051" y="116"/>
                    <a:pt x="8860" y="828"/>
                    <a:pt x="8844" y="584"/>
                  </a:cubicBezTo>
                  <a:cubicBezTo>
                    <a:pt x="8848" y="345"/>
                    <a:pt x="8690" y="793"/>
                    <a:pt x="8694" y="554"/>
                  </a:cubicBezTo>
                  <a:cubicBezTo>
                    <a:pt x="8688" y="471"/>
                    <a:pt x="8683" y="389"/>
                    <a:pt x="8677" y="306"/>
                  </a:cubicBezTo>
                  <a:cubicBezTo>
                    <a:pt x="8717" y="76"/>
                    <a:pt x="8485" y="742"/>
                    <a:pt x="8525" y="512"/>
                  </a:cubicBezTo>
                  <a:cubicBezTo>
                    <a:pt x="8440" y="742"/>
                    <a:pt x="8486" y="135"/>
                    <a:pt x="8401" y="365"/>
                  </a:cubicBezTo>
                  <a:cubicBezTo>
                    <a:pt x="8376" y="185"/>
                    <a:pt x="8221" y="690"/>
                    <a:pt x="8196" y="510"/>
                  </a:cubicBezTo>
                  <a:cubicBezTo>
                    <a:pt x="8150" y="450"/>
                    <a:pt x="8081" y="392"/>
                    <a:pt x="8034" y="333"/>
                  </a:cubicBezTo>
                  <a:cubicBezTo>
                    <a:pt x="7961" y="170"/>
                    <a:pt x="7811" y="635"/>
                    <a:pt x="7738" y="472"/>
                  </a:cubicBezTo>
                  <a:lnTo>
                    <a:pt x="7532" y="257"/>
                  </a:lnTo>
                  <a:cubicBezTo>
                    <a:pt x="7513" y="322"/>
                    <a:pt x="7353" y="448"/>
                    <a:pt x="7334" y="513"/>
                  </a:cubicBezTo>
                  <a:cubicBezTo>
                    <a:pt x="7306" y="450"/>
                    <a:pt x="7146" y="266"/>
                    <a:pt x="7117" y="203"/>
                  </a:cubicBezTo>
                  <a:cubicBezTo>
                    <a:pt x="7080" y="392"/>
                    <a:pt x="6955" y="223"/>
                    <a:pt x="6918" y="412"/>
                  </a:cubicBezTo>
                  <a:cubicBezTo>
                    <a:pt x="6912" y="530"/>
                    <a:pt x="6906" y="318"/>
                    <a:pt x="6900" y="436"/>
                  </a:cubicBezTo>
                  <a:cubicBezTo>
                    <a:pt x="6887" y="503"/>
                    <a:pt x="6790" y="361"/>
                    <a:pt x="6778" y="427"/>
                  </a:cubicBezTo>
                  <a:cubicBezTo>
                    <a:pt x="6722" y="321"/>
                    <a:pt x="6754" y="483"/>
                    <a:pt x="6697" y="376"/>
                  </a:cubicBezTo>
                  <a:lnTo>
                    <a:pt x="6492" y="252"/>
                  </a:lnTo>
                  <a:cubicBezTo>
                    <a:pt x="6485" y="360"/>
                    <a:pt x="6425" y="170"/>
                    <a:pt x="6418" y="278"/>
                  </a:cubicBezTo>
                  <a:lnTo>
                    <a:pt x="6056" y="392"/>
                  </a:lnTo>
                  <a:cubicBezTo>
                    <a:pt x="6011" y="369"/>
                    <a:pt x="5965" y="347"/>
                    <a:pt x="5920" y="324"/>
                  </a:cubicBezTo>
                  <a:cubicBezTo>
                    <a:pt x="5902" y="280"/>
                    <a:pt x="5881" y="236"/>
                    <a:pt x="5862" y="192"/>
                  </a:cubicBezTo>
                  <a:lnTo>
                    <a:pt x="5510" y="208"/>
                  </a:lnTo>
                  <a:lnTo>
                    <a:pt x="5353" y="4"/>
                  </a:lnTo>
                  <a:cubicBezTo>
                    <a:pt x="5322" y="0"/>
                    <a:pt x="5237" y="196"/>
                    <a:pt x="5206" y="192"/>
                  </a:cubicBezTo>
                  <a:lnTo>
                    <a:pt x="4976" y="203"/>
                  </a:lnTo>
                  <a:lnTo>
                    <a:pt x="4872" y="208"/>
                  </a:lnTo>
                  <a:lnTo>
                    <a:pt x="4752" y="45"/>
                  </a:lnTo>
                  <a:cubicBezTo>
                    <a:pt x="4732" y="99"/>
                    <a:pt x="4712" y="154"/>
                    <a:pt x="4692" y="208"/>
                  </a:cubicBezTo>
                  <a:lnTo>
                    <a:pt x="4312" y="312"/>
                  </a:lnTo>
                  <a:cubicBezTo>
                    <a:pt x="4193" y="49"/>
                    <a:pt x="4343" y="261"/>
                    <a:pt x="4064" y="358"/>
                  </a:cubicBezTo>
                  <a:lnTo>
                    <a:pt x="3861" y="392"/>
                  </a:lnTo>
                  <a:cubicBezTo>
                    <a:pt x="3829" y="390"/>
                    <a:pt x="3623" y="210"/>
                    <a:pt x="3591" y="208"/>
                  </a:cubicBezTo>
                  <a:lnTo>
                    <a:pt x="3460" y="192"/>
                  </a:lnTo>
                  <a:lnTo>
                    <a:pt x="3242" y="208"/>
                  </a:lnTo>
                  <a:lnTo>
                    <a:pt x="3098" y="208"/>
                  </a:lnTo>
                  <a:lnTo>
                    <a:pt x="3023" y="187"/>
                  </a:lnTo>
                  <a:lnTo>
                    <a:pt x="2748" y="447"/>
                  </a:lnTo>
                  <a:lnTo>
                    <a:pt x="2606" y="203"/>
                  </a:lnTo>
                  <a:lnTo>
                    <a:pt x="2495" y="208"/>
                  </a:lnTo>
                  <a:lnTo>
                    <a:pt x="2232" y="249"/>
                  </a:lnTo>
                  <a:lnTo>
                    <a:pt x="1988" y="79"/>
                  </a:lnTo>
                  <a:lnTo>
                    <a:pt x="1541" y="220"/>
                  </a:lnTo>
                  <a:cubicBezTo>
                    <a:pt x="1500" y="262"/>
                    <a:pt x="1469" y="154"/>
                    <a:pt x="1428" y="197"/>
                  </a:cubicBezTo>
                  <a:cubicBezTo>
                    <a:pt x="1392" y="97"/>
                    <a:pt x="1346" y="446"/>
                    <a:pt x="1310" y="346"/>
                  </a:cubicBezTo>
                  <a:cubicBezTo>
                    <a:pt x="1285" y="323"/>
                    <a:pt x="1259" y="301"/>
                    <a:pt x="1233" y="278"/>
                  </a:cubicBezTo>
                  <a:cubicBezTo>
                    <a:pt x="1175" y="404"/>
                    <a:pt x="1042" y="321"/>
                    <a:pt x="984" y="447"/>
                  </a:cubicBezTo>
                  <a:cubicBezTo>
                    <a:pt x="935" y="470"/>
                    <a:pt x="875" y="492"/>
                    <a:pt x="826" y="515"/>
                  </a:cubicBezTo>
                  <a:cubicBezTo>
                    <a:pt x="806" y="577"/>
                    <a:pt x="624" y="340"/>
                    <a:pt x="605" y="402"/>
                  </a:cubicBezTo>
                  <a:cubicBezTo>
                    <a:pt x="615" y="660"/>
                    <a:pt x="484" y="21"/>
                    <a:pt x="495" y="279"/>
                  </a:cubicBezTo>
                  <a:cubicBezTo>
                    <a:pt x="488" y="312"/>
                    <a:pt x="439" y="346"/>
                    <a:pt x="433" y="379"/>
                  </a:cubicBezTo>
                  <a:cubicBezTo>
                    <a:pt x="412" y="466"/>
                    <a:pt x="269" y="614"/>
                    <a:pt x="247" y="701"/>
                  </a:cubicBezTo>
                  <a:cubicBezTo>
                    <a:pt x="203" y="785"/>
                    <a:pt x="192" y="1139"/>
                    <a:pt x="147" y="1223"/>
                  </a:cubicBezTo>
                  <a:cubicBezTo>
                    <a:pt x="119" y="1275"/>
                    <a:pt x="189" y="1955"/>
                    <a:pt x="160" y="2007"/>
                  </a:cubicBezTo>
                  <a:cubicBezTo>
                    <a:pt x="161" y="2183"/>
                    <a:pt x="76" y="2149"/>
                    <a:pt x="77" y="2324"/>
                  </a:cubicBezTo>
                  <a:cubicBezTo>
                    <a:pt x="69" y="2409"/>
                    <a:pt x="191" y="2673"/>
                    <a:pt x="183" y="2757"/>
                  </a:cubicBezTo>
                  <a:cubicBezTo>
                    <a:pt x="201" y="2819"/>
                    <a:pt x="217" y="2881"/>
                    <a:pt x="234" y="2943"/>
                  </a:cubicBezTo>
                  <a:cubicBezTo>
                    <a:pt x="203" y="3007"/>
                    <a:pt x="124" y="3401"/>
                    <a:pt x="93" y="3466"/>
                  </a:cubicBezTo>
                  <a:cubicBezTo>
                    <a:pt x="58" y="3555"/>
                    <a:pt x="253" y="3585"/>
                    <a:pt x="217" y="3674"/>
                  </a:cubicBezTo>
                  <a:cubicBezTo>
                    <a:pt x="209" y="3839"/>
                    <a:pt x="202" y="4003"/>
                    <a:pt x="193" y="4168"/>
                  </a:cubicBezTo>
                  <a:cubicBezTo>
                    <a:pt x="154" y="4185"/>
                    <a:pt x="116" y="4203"/>
                    <a:pt x="77" y="4220"/>
                  </a:cubicBezTo>
                  <a:cubicBezTo>
                    <a:pt x="94" y="4296"/>
                    <a:pt x="111" y="4371"/>
                    <a:pt x="128" y="4447"/>
                  </a:cubicBezTo>
                  <a:cubicBezTo>
                    <a:pt x="104" y="4436"/>
                    <a:pt x="80" y="4426"/>
                    <a:pt x="57" y="4416"/>
                  </a:cubicBezTo>
                  <a:cubicBezTo>
                    <a:pt x="90" y="4507"/>
                    <a:pt x="121" y="4597"/>
                    <a:pt x="155" y="4688"/>
                  </a:cubicBezTo>
                  <a:cubicBezTo>
                    <a:pt x="130" y="4720"/>
                    <a:pt x="106" y="4752"/>
                    <a:pt x="81" y="4784"/>
                  </a:cubicBezTo>
                  <a:cubicBezTo>
                    <a:pt x="73" y="4869"/>
                    <a:pt x="143" y="4985"/>
                    <a:pt x="133" y="5071"/>
                  </a:cubicBezTo>
                  <a:cubicBezTo>
                    <a:pt x="112" y="5258"/>
                    <a:pt x="133" y="5356"/>
                    <a:pt x="110" y="5544"/>
                  </a:cubicBezTo>
                  <a:cubicBezTo>
                    <a:pt x="105" y="5586"/>
                    <a:pt x="131" y="5747"/>
                    <a:pt x="126" y="5790"/>
                  </a:cubicBezTo>
                  <a:cubicBezTo>
                    <a:pt x="117" y="5877"/>
                    <a:pt x="108" y="6114"/>
                    <a:pt x="99" y="6201"/>
                  </a:cubicBezTo>
                  <a:cubicBezTo>
                    <a:pt x="132" y="6348"/>
                    <a:pt x="35" y="6554"/>
                    <a:pt x="68" y="6700"/>
                  </a:cubicBezTo>
                  <a:cubicBezTo>
                    <a:pt x="27" y="6801"/>
                    <a:pt x="53" y="6902"/>
                    <a:pt x="11" y="7003"/>
                  </a:cubicBezTo>
                  <a:cubicBezTo>
                    <a:pt x="0" y="7088"/>
                    <a:pt x="66" y="7171"/>
                    <a:pt x="55" y="7255"/>
                  </a:cubicBezTo>
                  <a:cubicBezTo>
                    <a:pt x="46" y="7338"/>
                    <a:pt x="82" y="7151"/>
                    <a:pt x="74" y="7234"/>
                  </a:cubicBezTo>
                  <a:cubicBezTo>
                    <a:pt x="91" y="7328"/>
                    <a:pt x="107" y="7423"/>
                    <a:pt x="123" y="7517"/>
                  </a:cubicBezTo>
                  <a:cubicBezTo>
                    <a:pt x="111" y="7632"/>
                    <a:pt x="85" y="7836"/>
                    <a:pt x="71" y="7952"/>
                  </a:cubicBezTo>
                  <a:cubicBezTo>
                    <a:pt x="91" y="8029"/>
                    <a:pt x="109" y="8106"/>
                    <a:pt x="130" y="8183"/>
                  </a:cubicBezTo>
                  <a:cubicBezTo>
                    <a:pt x="115" y="8293"/>
                    <a:pt x="149" y="8567"/>
                    <a:pt x="66" y="8640"/>
                  </a:cubicBezTo>
                  <a:close/>
                </a:path>
              </a:pathLst>
            </a:custGeom>
            <a:blipFill dpi="0" rotWithShape="1">
              <a:blip r:embed="rId3" cstate="print">
                <a:lum bright="78000" contrast="-90000"/>
              </a:blip>
              <a:srcRect/>
              <a:tile tx="0" ty="0" sx="100000" sy="100000" flip="none" algn="tl"/>
            </a:blipFill>
            <a:ln w="3175">
              <a:noFill/>
              <a:round/>
              <a:headEnd/>
              <a:tailEnd/>
            </a:ln>
            <a:effectLst>
              <a:outerShdw blurRad="50800" dist="38100" dir="2700000" algn="tl" rotWithShape="0">
                <a:prstClr val="black">
                  <a:alpha val="40000"/>
                </a:prstClr>
              </a:outerShdw>
            </a:effectLst>
          </p:spPr>
          <p:txBody>
            <a:bodyPr vert="horz" wrap="square" lIns="361157" tIns="90295" rIns="180590" bIns="90295" numCol="1" anchor="t" anchorCtr="0" compatLnSpc="1">
              <a:prstTxWarp prst="textNoShape">
                <a:avLst/>
              </a:prstTxWarp>
            </a:bodyPr>
            <a:lstStyle/>
            <a:p>
              <a:pPr marL="1344613" marR="0" lvl="0" defTabSz="914186" eaLnBrk="1" fontAlgn="auto" latinLnBrk="0" hangingPunct="1">
                <a:lnSpc>
                  <a:spcPct val="105000"/>
                </a:lnSpc>
                <a:spcBef>
                  <a:spcPts val="600"/>
                </a:spcBef>
                <a:spcAft>
                  <a:spcPts val="0"/>
                </a:spcAft>
                <a:buClrTx/>
                <a:buSzTx/>
                <a:buFontTx/>
                <a:buNone/>
                <a:tabLst/>
                <a:defRPr/>
              </a:pPr>
              <a:endParaRPr kumimoji="0" lang="en-US" sz="1200" b="0" i="1" u="none" strike="noStrike" kern="0" cap="none" spc="0" normalizeH="0" baseline="0" noProof="0">
                <a:ln>
                  <a:noFill/>
                </a:ln>
                <a:solidFill>
                  <a:srgbClr val="000000"/>
                </a:solidFill>
                <a:effectLst/>
                <a:uLnTx/>
                <a:uFillTx/>
                <a:latin typeface="Palatino Linotype" panose="02040502050505030304" pitchFamily="18" charset="0"/>
              </a:endParaRPr>
            </a:p>
          </p:txBody>
        </p:sp>
        <p:sp>
          <p:nvSpPr>
            <p:cNvPr id="1089" name="TextBox 1088">
              <a:extLst>
                <a:ext uri="{FF2B5EF4-FFF2-40B4-BE49-F238E27FC236}">
                  <a16:creationId xmlns:a16="http://schemas.microsoft.com/office/drawing/2014/main" id="{5E1CEA0A-73D5-DB5B-D64B-AA54AC232116}"/>
                </a:ext>
              </a:extLst>
            </p:cNvPr>
            <p:cNvSpPr txBox="1"/>
            <p:nvPr/>
          </p:nvSpPr>
          <p:spPr>
            <a:xfrm>
              <a:off x="4758776" y="2354816"/>
              <a:ext cx="3920896" cy="210881"/>
            </a:xfrm>
            <a:prstGeom prst="rect">
              <a:avLst/>
            </a:prstGeom>
            <a:noFill/>
          </p:spPr>
          <p:txBody>
            <a:bodyPr wrap="square" rtlCol="0" anchor="ctr">
              <a:spAutoFit/>
            </a:bodyPr>
            <a:lstStyle/>
            <a:p>
              <a:pPr algn="just"/>
              <a:r>
                <a:rPr lang="en-US" sz="1050" i="1" dirty="0">
                  <a:latin typeface="Palatino Linotype" panose="02040502050505030304" pitchFamily="18" charset="0"/>
                </a:rPr>
                <a:t>“Quote”</a:t>
              </a:r>
            </a:p>
          </p:txBody>
        </p:sp>
        <p:sp>
          <p:nvSpPr>
            <p:cNvPr id="1090" name="TextBox 1089">
              <a:extLst>
                <a:ext uri="{FF2B5EF4-FFF2-40B4-BE49-F238E27FC236}">
                  <a16:creationId xmlns:a16="http://schemas.microsoft.com/office/drawing/2014/main" id="{ECC69798-7E1E-627A-CB7B-1ED86EEC6132}"/>
                </a:ext>
              </a:extLst>
            </p:cNvPr>
            <p:cNvSpPr txBox="1"/>
            <p:nvPr/>
          </p:nvSpPr>
          <p:spPr>
            <a:xfrm>
              <a:off x="4758776" y="1930653"/>
              <a:ext cx="3920896" cy="233353"/>
            </a:xfrm>
            <a:prstGeom prst="rect">
              <a:avLst/>
            </a:prstGeom>
            <a:noFill/>
          </p:spPr>
          <p:txBody>
            <a:bodyPr wrap="square" rtlCol="0" anchor="ctr">
              <a:spAutoFit/>
            </a:bodyPr>
            <a:lstStyle/>
            <a:p>
              <a:pPr algn="just">
                <a:lnSpc>
                  <a:spcPct val="119000"/>
                </a:lnSpc>
                <a:spcBef>
                  <a:spcPts val="100"/>
                </a:spcBef>
                <a:spcAft>
                  <a:spcPts val="100"/>
                </a:spcAft>
              </a:pPr>
              <a:r>
                <a:rPr lang="en-US" sz="1100" b="1" u="sng" dirty="0">
                  <a:latin typeface="Palatino Linotype" panose="02040502050505030304" pitchFamily="18" charset="0"/>
                </a:rPr>
                <a:t>[Name] – [Role]</a:t>
              </a:r>
            </a:p>
          </p:txBody>
        </p:sp>
      </p:grpSp>
      <p:sp>
        <p:nvSpPr>
          <p:cNvPr id="1112" name="Rectangle 1111">
            <a:extLst>
              <a:ext uri="{FF2B5EF4-FFF2-40B4-BE49-F238E27FC236}">
                <a16:creationId xmlns:a16="http://schemas.microsoft.com/office/drawing/2014/main" id="{1A4517D6-DBB5-A9F5-D1FE-FC647C20410D}"/>
              </a:ext>
            </a:extLst>
          </p:cNvPr>
          <p:cNvSpPr/>
          <p:nvPr/>
        </p:nvSpPr>
        <p:spPr>
          <a:xfrm>
            <a:off x="324000" y="5688544"/>
            <a:ext cx="4140000" cy="574799"/>
          </a:xfrm>
          <a:prstGeom prst="rect">
            <a:avLst/>
          </a:prstGeom>
          <a:solidFill>
            <a:srgbClr val="EEE7DA">
              <a:alpha val="45098"/>
            </a:srgbClr>
          </a:solidFill>
          <a:ln w="12700" cap="flat" cmpd="sng" algn="ctr">
            <a:solidFill>
              <a:schemeClr val="accent4"/>
            </a:solidFill>
            <a:prstDash val="solid"/>
            <a:miter lim="800000"/>
          </a:ln>
          <a:effectLst/>
        </p:spPr>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u="none" strike="noStrike" kern="0" cap="none" spc="0" normalizeH="0" baseline="0" noProof="0" dirty="0">
                <a:ln>
                  <a:noFill/>
                </a:ln>
                <a:solidFill>
                  <a:schemeClr val="accent4"/>
                </a:solidFill>
                <a:effectLst/>
                <a:uLnTx/>
                <a:uFillTx/>
                <a:latin typeface="Palatino Linotype" panose="02040502050505030304" pitchFamily="18" charset="0"/>
                <a:ea typeface="+mn-ea"/>
                <a:cs typeface="+mn-cs"/>
              </a:rPr>
              <a:t>[x]</a:t>
            </a:r>
          </a:p>
        </p:txBody>
      </p:sp>
    </p:spTree>
    <p:extLst>
      <p:ext uri="{BB962C8B-B14F-4D97-AF65-F5344CB8AC3E}">
        <p14:creationId xmlns:p14="http://schemas.microsoft.com/office/powerpoint/2010/main" val="41273111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200" dirty="0"/>
              <a:t>Disclaimer</a:t>
            </a:r>
            <a:endParaRPr lang="en-CA" sz="2200" dirty="0"/>
          </a:p>
        </p:txBody>
      </p:sp>
      <p:sp>
        <p:nvSpPr>
          <p:cNvPr id="3" name="Slide Number Placeholder 2">
            <a:extLst>
              <a:ext uri="{FF2B5EF4-FFF2-40B4-BE49-F238E27FC236}">
                <a16:creationId xmlns:a16="http://schemas.microsoft.com/office/drawing/2014/main" id="{481D63B8-3C1D-452B-8013-85AF06885BDE}"/>
              </a:ext>
            </a:extLst>
          </p:cNvPr>
          <p:cNvSpPr>
            <a:spLocks noGrp="1"/>
          </p:cNvSpPr>
          <p:nvPr>
            <p:ph type="sldNum" sz="quarter" idx="10"/>
          </p:nvPr>
        </p:nvSpPr>
        <p:spPr/>
        <p:txBody>
          <a:bodyPr/>
          <a:lstStyle/>
          <a:p>
            <a:fld id="{B0BBF262-6B1A-47DC-B7A7-A92B0DCA2A1B}" type="slidenum">
              <a:rPr lang="en-CA" smtClean="0"/>
              <a:pPr/>
              <a:t>3</a:t>
            </a:fld>
            <a:endParaRPr lang="en-CA" dirty="0"/>
          </a:p>
        </p:txBody>
      </p:sp>
      <p:sp>
        <p:nvSpPr>
          <p:cNvPr id="5" name="TextBox 4"/>
          <p:cNvSpPr txBox="1"/>
          <p:nvPr/>
        </p:nvSpPr>
        <p:spPr>
          <a:xfrm>
            <a:off x="324000" y="1023670"/>
            <a:ext cx="8496000" cy="2296160"/>
          </a:xfrm>
          <a:prstGeom prst="rect">
            <a:avLst/>
          </a:prstGeom>
          <a:noFill/>
        </p:spPr>
        <p:txBody>
          <a:bodyPr wrap="square" lIns="36000" tIns="36000" rIns="36000" bIns="36000" rtlCol="0">
            <a:noAutofit/>
          </a:bodyPr>
          <a:lstStyle/>
          <a:p>
            <a:pPr algn="just">
              <a:lnSpc>
                <a:spcPct val="150000"/>
              </a:lnSpc>
              <a:spcAft>
                <a:spcPts val="1200"/>
              </a:spcAft>
            </a:pPr>
            <a:r>
              <a:rPr lang="en-CA" sz="1000" dirty="0">
                <a:latin typeface="Palatino Linotype" panose="02040502050505030304" pitchFamily="18" charset="0"/>
              </a:rPr>
              <a:t>These materials are confidential and proprietary to, and may not be reproduced, disseminated or referred to, in whole or in part without the prior consent of INFOR Financial Inc. (“INFOR”). These materials have been prepared exclusively for the INFOR client or potential client to which such materials are delivered and may not be used for any purpose other than as authorized in writing by INFOR. INFOR assumes no responsibility for verification of the information in these materials, and no representation or warranty is made as to the accuracy or completeness of such information. INFOR assumes no obligation to correct or update these materials. These materials do not contain all information that may be required to evaluate, and do not constitute a recommendation with respect to, any transaction or matter. Any recipient of these materials should conduct its own independent analysis of the matters referred to herein. </a:t>
            </a:r>
          </a:p>
          <a:p>
            <a:pPr algn="just">
              <a:lnSpc>
                <a:spcPct val="150000"/>
              </a:lnSpc>
              <a:spcAft>
                <a:spcPts val="1200"/>
              </a:spcAft>
            </a:pPr>
            <a:r>
              <a:rPr lang="en-CA" sz="1000" dirty="0">
                <a:latin typeface="Palatino Linotype" panose="02040502050505030304" pitchFamily="18" charset="0"/>
              </a:rPr>
              <a:t>INFOR does not provide tax or legal advice. Any discussion of tax matters in these materials (i) is not intended to be used, and cannot be used or relied upon, for the purposes of avoiding any tax penalties and (ii) may have been written in connection with the “promotion or marketing” of the transaction or matter described herein. Accordingly, the recipient should seek advice based on its particular circumstances from an independent tax advisor. </a:t>
            </a:r>
          </a:p>
        </p:txBody>
      </p:sp>
    </p:spTree>
    <p:extLst>
      <p:ext uri="{BB962C8B-B14F-4D97-AF65-F5344CB8AC3E}">
        <p14:creationId xmlns:p14="http://schemas.microsoft.com/office/powerpoint/2010/main" val="35525260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vert="horz" lIns="91440" tIns="45720" rIns="91440" bIns="45720" rtlCol="0" anchor="b">
            <a:normAutofit/>
          </a:bodyPr>
          <a:lstStyle/>
          <a:p>
            <a:r>
              <a:rPr lang="en-CA" sz="2200" dirty="0"/>
              <a:t>Contact </a:t>
            </a:r>
          </a:p>
        </p:txBody>
      </p:sp>
      <p:sp>
        <p:nvSpPr>
          <p:cNvPr id="2" name="Slide Number Placeholder 1">
            <a:extLst>
              <a:ext uri="{FF2B5EF4-FFF2-40B4-BE49-F238E27FC236}">
                <a16:creationId xmlns:a16="http://schemas.microsoft.com/office/drawing/2014/main" id="{2CBB5616-94B6-4F87-A35E-2750121ADE65}"/>
              </a:ext>
            </a:extLst>
          </p:cNvPr>
          <p:cNvSpPr>
            <a:spLocks noGrp="1"/>
          </p:cNvSpPr>
          <p:nvPr>
            <p:ph type="sldNum" sz="quarter" idx="10"/>
          </p:nvPr>
        </p:nvSpPr>
        <p:spPr/>
        <p:txBody>
          <a:bodyPr/>
          <a:lstStyle/>
          <a:p>
            <a:fld id="{B0BBF262-6B1A-47DC-B7A7-A92B0DCA2A1B}" type="slidenum">
              <a:rPr lang="en-CA" smtClean="0"/>
              <a:pPr/>
              <a:t>4</a:t>
            </a:fld>
            <a:endParaRPr lang="en-CA" dirty="0"/>
          </a:p>
        </p:txBody>
      </p:sp>
      <p:graphicFrame>
        <p:nvGraphicFramePr>
          <p:cNvPr id="12" name="Table 11"/>
          <p:cNvGraphicFramePr>
            <a:graphicFrameLocks noGrp="1"/>
          </p:cNvGraphicFramePr>
          <p:nvPr/>
        </p:nvGraphicFramePr>
        <p:xfrm>
          <a:off x="2772000" y="1957287"/>
          <a:ext cx="3600000" cy="701040"/>
        </p:xfrm>
        <a:graphic>
          <a:graphicData uri="http://schemas.openxmlformats.org/drawingml/2006/table">
            <a:tbl>
              <a:tblPr firstRow="1" bandRow="1">
                <a:tableStyleId>{5C22544A-7EE6-4342-B048-85BDC9FD1C3A}</a:tableStyleId>
              </a:tblPr>
              <a:tblGrid>
                <a:gridCol w="3600000">
                  <a:extLst>
                    <a:ext uri="{9D8B030D-6E8A-4147-A177-3AD203B41FA5}">
                      <a16:colId xmlns:a16="http://schemas.microsoft.com/office/drawing/2014/main" val="20000"/>
                    </a:ext>
                  </a:extLst>
                </a:gridCol>
              </a:tblGrid>
              <a:tr h="43200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CA" sz="1000" b="0" dirty="0">
                          <a:solidFill>
                            <a:schemeClr val="tx1"/>
                          </a:solidFill>
                          <a:latin typeface="Palatino Linotype" panose="02040502050505030304" pitchFamily="18" charset="0"/>
                        </a:rPr>
                        <a:t>200 Bay</a:t>
                      </a:r>
                      <a:r>
                        <a:rPr lang="en-CA" sz="1000" b="0" baseline="0" dirty="0">
                          <a:solidFill>
                            <a:schemeClr val="tx1"/>
                          </a:solidFill>
                          <a:latin typeface="Palatino Linotype" panose="02040502050505030304" pitchFamily="18" charset="0"/>
                        </a:rPr>
                        <a:t> Street, Suite 2350</a:t>
                      </a:r>
                      <a:endParaRPr lang="en-CA" sz="1000" b="0" dirty="0">
                        <a:solidFill>
                          <a:schemeClr val="tx1"/>
                        </a:solidFill>
                        <a:latin typeface="Palatino Linotype" panose="02040502050505030304" pitchFamily="18" charset="0"/>
                      </a:endParaRPr>
                    </a:p>
                    <a:p>
                      <a:pPr algn="ctr"/>
                      <a:r>
                        <a:rPr lang="en-CA" sz="1000" b="0" baseline="0" dirty="0">
                          <a:solidFill>
                            <a:schemeClr val="tx1"/>
                          </a:solidFill>
                          <a:latin typeface="Palatino Linotype" panose="02040502050505030304" pitchFamily="18" charset="0"/>
                        </a:rPr>
                        <a:t> Toronto, Ontario</a:t>
                      </a:r>
                    </a:p>
                    <a:p>
                      <a:pPr algn="ctr"/>
                      <a:r>
                        <a:rPr lang="en-CA" sz="1000" b="0" baseline="0" dirty="0">
                          <a:solidFill>
                            <a:schemeClr val="tx1"/>
                          </a:solidFill>
                          <a:latin typeface="Palatino Linotype" panose="02040502050505030304" pitchFamily="18" charset="0"/>
                        </a:rPr>
                        <a:t>Canada</a:t>
                      </a:r>
                    </a:p>
                    <a:p>
                      <a:pPr algn="ctr"/>
                      <a:r>
                        <a:rPr lang="en-CA" sz="1000" b="0" baseline="0" dirty="0">
                          <a:solidFill>
                            <a:schemeClr val="tx1"/>
                          </a:solidFill>
                          <a:latin typeface="Palatino Linotype" panose="02040502050505030304" pitchFamily="18" charset="0"/>
                        </a:rPr>
                        <a:t>M5J 2J2</a:t>
                      </a:r>
                    </a:p>
                  </a:txBody>
                  <a:tcPr anchor="ctr">
                    <a:noFill/>
                  </a:tcPr>
                </a:tc>
                <a:extLst>
                  <a:ext uri="{0D108BD9-81ED-4DB2-BD59-A6C34878D82A}">
                    <a16:rowId xmlns:a16="http://schemas.microsoft.com/office/drawing/2014/main" val="10000"/>
                  </a:ext>
                </a:extLst>
              </a:tr>
            </a:tbl>
          </a:graphicData>
        </a:graphic>
      </p:graphicFrame>
      <p:pic>
        <p:nvPicPr>
          <p:cNvPr id="3" name="Picture 2">
            <a:extLst>
              <a:ext uri="{FF2B5EF4-FFF2-40B4-BE49-F238E27FC236}">
                <a16:creationId xmlns:a16="http://schemas.microsoft.com/office/drawing/2014/main" id="{F8CBA8D7-B0E2-9623-134E-756BDC52D2B2}"/>
              </a:ext>
            </a:extLst>
          </p:cNvPr>
          <p:cNvPicPr>
            <a:picLocks noChangeAspect="1"/>
          </p:cNvPicPr>
          <p:nvPr/>
        </p:nvPicPr>
        <p:blipFill>
          <a:blip r:embed="rId3"/>
          <a:srcRect/>
          <a:stretch/>
        </p:blipFill>
        <p:spPr>
          <a:xfrm>
            <a:off x="3303982" y="1310634"/>
            <a:ext cx="2536041" cy="590325"/>
          </a:xfrm>
          <a:prstGeom prst="rect">
            <a:avLst/>
          </a:prstGeom>
        </p:spPr>
      </p:pic>
      <p:graphicFrame>
        <p:nvGraphicFramePr>
          <p:cNvPr id="5" name="Table 4">
            <a:extLst>
              <a:ext uri="{FF2B5EF4-FFF2-40B4-BE49-F238E27FC236}">
                <a16:creationId xmlns:a16="http://schemas.microsoft.com/office/drawing/2014/main" id="{7F882C32-D763-B1B4-D68D-071FCC73C4B6}"/>
              </a:ext>
            </a:extLst>
          </p:cNvPr>
          <p:cNvGraphicFramePr>
            <a:graphicFrameLocks noGrp="1"/>
          </p:cNvGraphicFramePr>
          <p:nvPr>
            <p:extLst>
              <p:ext uri="{D42A27DB-BD31-4B8C-83A1-F6EECF244321}">
                <p14:modId xmlns:p14="http://schemas.microsoft.com/office/powerpoint/2010/main" val="3297461245"/>
              </p:ext>
            </p:extLst>
          </p:nvPr>
        </p:nvGraphicFramePr>
        <p:xfrm>
          <a:off x="1586096" y="3076771"/>
          <a:ext cx="2880000" cy="1160771"/>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tblGrid>
              <a:tr h="440771">
                <a:tc>
                  <a:txBody>
                    <a:bodyPr/>
                    <a:lstStyle/>
                    <a:p>
                      <a:pPr algn="ctr"/>
                      <a:r>
                        <a:rPr lang="en-CA" sz="1200" dirty="0">
                          <a:latin typeface="Palatino Linotype" panose="02040502050505030304" pitchFamily="18" charset="0"/>
                        </a:rPr>
                        <a:t>Neil Selfe,</a:t>
                      </a:r>
                      <a:r>
                        <a:rPr lang="en-CA" sz="1200" baseline="0" dirty="0">
                          <a:latin typeface="Palatino Linotype" panose="02040502050505030304" pitchFamily="18" charset="0"/>
                        </a:rPr>
                        <a:t> Managing Principal</a:t>
                      </a:r>
                      <a:endParaRPr lang="en-CA" sz="1200" dirty="0">
                        <a:latin typeface="Palatino Linotype" panose="02040502050505030304" pitchFamily="18" charset="0"/>
                      </a:endParaRPr>
                    </a:p>
                  </a:txBody>
                  <a:tcPr anchor="ctr">
                    <a:solidFill>
                      <a:schemeClr val="accent1"/>
                    </a:solidFill>
                  </a:tcPr>
                </a:tc>
                <a:extLst>
                  <a:ext uri="{0D108BD9-81ED-4DB2-BD59-A6C34878D82A}">
                    <a16:rowId xmlns:a16="http://schemas.microsoft.com/office/drawing/2014/main" val="10000"/>
                  </a:ext>
                </a:extLst>
              </a:tr>
              <a:tr h="360000">
                <a:tc>
                  <a:txBody>
                    <a:bodyPr/>
                    <a:lstStyle/>
                    <a:p>
                      <a:pPr algn="ctr"/>
                      <a:r>
                        <a:rPr lang="en-CA" sz="1000" dirty="0">
                          <a:latin typeface="Palatino Linotype" panose="02040502050505030304" pitchFamily="18" charset="0"/>
                        </a:rPr>
                        <a:t>(416) 560-5551</a:t>
                      </a:r>
                    </a:p>
                  </a:txBody>
                  <a:tcPr anchor="ctr">
                    <a:solidFill>
                      <a:schemeClr val="bg1">
                        <a:lumMod val="95000"/>
                      </a:schemeClr>
                    </a:solidFill>
                  </a:tcPr>
                </a:tc>
                <a:extLst>
                  <a:ext uri="{0D108BD9-81ED-4DB2-BD59-A6C34878D82A}">
                    <a16:rowId xmlns:a16="http://schemas.microsoft.com/office/drawing/2014/main" val="10001"/>
                  </a:ext>
                </a:extLst>
              </a:tr>
              <a:tr h="360000">
                <a:tc>
                  <a:txBody>
                    <a:bodyPr/>
                    <a:lstStyle/>
                    <a:p>
                      <a:pPr algn="ctr"/>
                      <a:r>
                        <a:rPr lang="en-CA" sz="1000" dirty="0">
                          <a:latin typeface="Palatino Linotype" panose="02040502050505030304" pitchFamily="18" charset="0"/>
                        </a:rPr>
                        <a:t>nselfe@inforfg.com</a:t>
                      </a:r>
                    </a:p>
                  </a:txBody>
                  <a:tcPr anchor="ctr">
                    <a:solidFill>
                      <a:schemeClr val="bg1">
                        <a:lumMod val="95000"/>
                      </a:schemeClr>
                    </a:solidFill>
                  </a:tcPr>
                </a:tc>
                <a:extLst>
                  <a:ext uri="{0D108BD9-81ED-4DB2-BD59-A6C34878D82A}">
                    <a16:rowId xmlns:a16="http://schemas.microsoft.com/office/drawing/2014/main" val="10002"/>
                  </a:ext>
                </a:extLst>
              </a:tr>
            </a:tbl>
          </a:graphicData>
        </a:graphic>
      </p:graphicFrame>
      <p:graphicFrame>
        <p:nvGraphicFramePr>
          <p:cNvPr id="6" name="Table 5">
            <a:extLst>
              <a:ext uri="{FF2B5EF4-FFF2-40B4-BE49-F238E27FC236}">
                <a16:creationId xmlns:a16="http://schemas.microsoft.com/office/drawing/2014/main" id="{180866D5-A2B9-8E14-54E3-819109C821AD}"/>
              </a:ext>
            </a:extLst>
          </p:cNvPr>
          <p:cNvGraphicFramePr>
            <a:graphicFrameLocks noGrp="1"/>
          </p:cNvGraphicFramePr>
          <p:nvPr>
            <p:extLst>
              <p:ext uri="{D42A27DB-BD31-4B8C-83A1-F6EECF244321}">
                <p14:modId xmlns:p14="http://schemas.microsoft.com/office/powerpoint/2010/main" val="4237722181"/>
              </p:ext>
            </p:extLst>
          </p:nvPr>
        </p:nvGraphicFramePr>
        <p:xfrm>
          <a:off x="4683540" y="3076771"/>
          <a:ext cx="2880000" cy="1160771"/>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tblGrid>
              <a:tr h="440771">
                <a:tc>
                  <a:txBody>
                    <a:bodyPr/>
                    <a:lstStyle/>
                    <a:p>
                      <a:pPr algn="ctr"/>
                      <a:r>
                        <a:rPr lang="en-US" sz="1200" dirty="0">
                          <a:latin typeface="Palatino Linotype" panose="02040502050505030304" pitchFamily="18" charset="0"/>
                        </a:rPr>
                        <a:t>[x]</a:t>
                      </a:r>
                      <a:endParaRPr lang="en-CA" sz="1200" dirty="0">
                        <a:latin typeface="Palatino Linotype" panose="02040502050505030304" pitchFamily="18" charset="0"/>
                      </a:endParaRPr>
                    </a:p>
                  </a:txBody>
                  <a:tcPr anchor="ctr">
                    <a:solidFill>
                      <a:schemeClr val="accent1"/>
                    </a:solidFill>
                  </a:tcPr>
                </a:tc>
                <a:extLst>
                  <a:ext uri="{0D108BD9-81ED-4DB2-BD59-A6C34878D82A}">
                    <a16:rowId xmlns:a16="http://schemas.microsoft.com/office/drawing/2014/main" val="10000"/>
                  </a:ext>
                </a:extLst>
              </a:tr>
              <a:tr h="360000">
                <a:tc>
                  <a:txBody>
                    <a:bodyPr/>
                    <a:lstStyle/>
                    <a:p>
                      <a:pPr algn="ctr"/>
                      <a:r>
                        <a:rPr lang="en-US" sz="1000" dirty="0">
                          <a:latin typeface="Palatino Linotype" panose="02040502050505030304" pitchFamily="18" charset="0"/>
                        </a:rPr>
                        <a:t>[x]</a:t>
                      </a:r>
                      <a:endParaRPr lang="en-CA" sz="1000" dirty="0">
                        <a:latin typeface="Palatino Linotype" panose="02040502050505030304" pitchFamily="18" charset="0"/>
                      </a:endParaRPr>
                    </a:p>
                  </a:txBody>
                  <a:tcPr marL="91467" marR="91467" marT="45667" marB="45667" anchor="ctr">
                    <a:solidFill>
                      <a:schemeClr val="bg1">
                        <a:lumMod val="95000"/>
                      </a:schemeClr>
                    </a:solidFill>
                  </a:tcPr>
                </a:tc>
                <a:extLst>
                  <a:ext uri="{0D108BD9-81ED-4DB2-BD59-A6C34878D82A}">
                    <a16:rowId xmlns:a16="http://schemas.microsoft.com/office/drawing/2014/main" val="10001"/>
                  </a:ext>
                </a:extLst>
              </a:tr>
              <a:tr h="360000">
                <a:tc>
                  <a:txBody>
                    <a:bodyPr/>
                    <a:lstStyle/>
                    <a:p>
                      <a:pPr algn="ctr"/>
                      <a:r>
                        <a:rPr lang="en-US" sz="1000" u="none" kern="1200" dirty="0">
                          <a:solidFill>
                            <a:schemeClr val="dk1"/>
                          </a:solidFill>
                          <a:latin typeface="Palatino Linotype" panose="02040502050505030304" pitchFamily="18" charset="0"/>
                          <a:ea typeface="+mn-ea"/>
                          <a:cs typeface="+mn-cs"/>
                        </a:rPr>
                        <a:t>[x]</a:t>
                      </a:r>
                      <a:endParaRPr lang="en-CA" sz="1000" u="none" kern="1200" dirty="0">
                        <a:solidFill>
                          <a:schemeClr val="dk1"/>
                        </a:solidFill>
                        <a:latin typeface="Palatino Linotype" panose="02040502050505030304" pitchFamily="18" charset="0"/>
                        <a:ea typeface="+mn-ea"/>
                        <a:cs typeface="+mn-cs"/>
                      </a:endParaRPr>
                    </a:p>
                  </a:txBody>
                  <a:tcPr marL="91467" marR="91467" marT="45667" marB="45667" anchor="ctr">
                    <a:solidFill>
                      <a:schemeClr val="bg1">
                        <a:lumMod val="95000"/>
                      </a:schemeClr>
                    </a:solidFill>
                  </a:tcPr>
                </a:tc>
                <a:extLst>
                  <a:ext uri="{0D108BD9-81ED-4DB2-BD59-A6C34878D82A}">
                    <a16:rowId xmlns:a16="http://schemas.microsoft.com/office/drawing/2014/main" val="10002"/>
                  </a:ext>
                </a:extLst>
              </a:tr>
            </a:tbl>
          </a:graphicData>
        </a:graphic>
      </p:graphicFrame>
      <p:graphicFrame>
        <p:nvGraphicFramePr>
          <p:cNvPr id="9" name="Table 8">
            <a:extLst>
              <a:ext uri="{FF2B5EF4-FFF2-40B4-BE49-F238E27FC236}">
                <a16:creationId xmlns:a16="http://schemas.microsoft.com/office/drawing/2014/main" id="{7805F148-3EFD-8510-E0E0-B306EA836108}"/>
              </a:ext>
            </a:extLst>
          </p:cNvPr>
          <p:cNvGraphicFramePr>
            <a:graphicFrameLocks noGrp="1"/>
          </p:cNvGraphicFramePr>
          <p:nvPr>
            <p:extLst>
              <p:ext uri="{D42A27DB-BD31-4B8C-83A1-F6EECF244321}">
                <p14:modId xmlns:p14="http://schemas.microsoft.com/office/powerpoint/2010/main" val="3427748429"/>
              </p:ext>
            </p:extLst>
          </p:nvPr>
        </p:nvGraphicFramePr>
        <p:xfrm>
          <a:off x="1586096" y="4655003"/>
          <a:ext cx="2880000" cy="1160771"/>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tblGrid>
              <a:tr h="440771">
                <a:tc>
                  <a:txBody>
                    <a:bodyPr/>
                    <a:lstStyle/>
                    <a:p>
                      <a:pPr algn="ctr"/>
                      <a:r>
                        <a:rPr lang="en-US" sz="1200" dirty="0">
                          <a:latin typeface="Palatino Linotype" panose="02040502050505030304" pitchFamily="18" charset="0"/>
                        </a:rPr>
                        <a:t>[x]</a:t>
                      </a:r>
                      <a:endParaRPr lang="en-CA" sz="1200" dirty="0">
                        <a:latin typeface="Palatino Linotype" panose="02040502050505030304" pitchFamily="18" charset="0"/>
                      </a:endParaRPr>
                    </a:p>
                  </a:txBody>
                  <a:tcPr anchor="ctr">
                    <a:solidFill>
                      <a:schemeClr val="accent1"/>
                    </a:solidFill>
                  </a:tcPr>
                </a:tc>
                <a:extLst>
                  <a:ext uri="{0D108BD9-81ED-4DB2-BD59-A6C34878D82A}">
                    <a16:rowId xmlns:a16="http://schemas.microsoft.com/office/drawing/2014/main" val="10000"/>
                  </a:ext>
                </a:extLst>
              </a:tr>
              <a:tr h="360000">
                <a:tc>
                  <a:txBody>
                    <a:bodyPr/>
                    <a:lstStyle/>
                    <a:p>
                      <a:pPr algn="ctr"/>
                      <a:r>
                        <a:rPr lang="en-US" sz="1000" dirty="0">
                          <a:latin typeface="Palatino Linotype" panose="02040502050505030304" pitchFamily="18" charset="0"/>
                        </a:rPr>
                        <a:t>[x]</a:t>
                      </a:r>
                      <a:endParaRPr lang="en-CA" sz="1000" dirty="0">
                        <a:latin typeface="Palatino Linotype" panose="02040502050505030304" pitchFamily="18" charset="0"/>
                      </a:endParaRPr>
                    </a:p>
                  </a:txBody>
                  <a:tcPr marL="91467" marR="91467" marT="45667" marB="45667" anchor="ctr">
                    <a:solidFill>
                      <a:schemeClr val="bg1">
                        <a:lumMod val="95000"/>
                      </a:schemeClr>
                    </a:solidFill>
                  </a:tcPr>
                </a:tc>
                <a:extLst>
                  <a:ext uri="{0D108BD9-81ED-4DB2-BD59-A6C34878D82A}">
                    <a16:rowId xmlns:a16="http://schemas.microsoft.com/office/drawing/2014/main" val="10001"/>
                  </a:ext>
                </a:extLst>
              </a:tr>
              <a:tr h="360000">
                <a:tc>
                  <a:txBody>
                    <a:bodyPr/>
                    <a:lstStyle/>
                    <a:p>
                      <a:pPr algn="ctr"/>
                      <a:r>
                        <a:rPr lang="en-US" sz="1000" u="none" kern="1200" dirty="0">
                          <a:solidFill>
                            <a:schemeClr val="dk1"/>
                          </a:solidFill>
                          <a:latin typeface="Palatino Linotype" panose="02040502050505030304" pitchFamily="18" charset="0"/>
                          <a:ea typeface="+mn-ea"/>
                          <a:cs typeface="+mn-cs"/>
                        </a:rPr>
                        <a:t>[x]</a:t>
                      </a:r>
                      <a:endParaRPr lang="en-CA" sz="1000" u="none" kern="1200" dirty="0">
                        <a:solidFill>
                          <a:schemeClr val="dk1"/>
                        </a:solidFill>
                        <a:latin typeface="Palatino Linotype" panose="02040502050505030304" pitchFamily="18" charset="0"/>
                        <a:ea typeface="+mn-ea"/>
                        <a:cs typeface="+mn-cs"/>
                      </a:endParaRPr>
                    </a:p>
                  </a:txBody>
                  <a:tcPr marL="91467" marR="91467" marT="45667" marB="45667" anchor="ctr">
                    <a:solidFill>
                      <a:schemeClr val="bg1">
                        <a:lumMod val="95000"/>
                      </a:schemeClr>
                    </a:solidFill>
                  </a:tcPr>
                </a:tc>
                <a:extLst>
                  <a:ext uri="{0D108BD9-81ED-4DB2-BD59-A6C34878D82A}">
                    <a16:rowId xmlns:a16="http://schemas.microsoft.com/office/drawing/2014/main" val="10002"/>
                  </a:ext>
                </a:extLst>
              </a:tr>
            </a:tbl>
          </a:graphicData>
        </a:graphic>
      </p:graphicFrame>
      <p:graphicFrame>
        <p:nvGraphicFramePr>
          <p:cNvPr id="10" name="Table 9">
            <a:extLst>
              <a:ext uri="{FF2B5EF4-FFF2-40B4-BE49-F238E27FC236}">
                <a16:creationId xmlns:a16="http://schemas.microsoft.com/office/drawing/2014/main" id="{41FBB528-7B5E-60C6-727B-E340D6229264}"/>
              </a:ext>
            </a:extLst>
          </p:cNvPr>
          <p:cNvGraphicFramePr>
            <a:graphicFrameLocks noGrp="1"/>
          </p:cNvGraphicFramePr>
          <p:nvPr>
            <p:extLst>
              <p:ext uri="{D42A27DB-BD31-4B8C-83A1-F6EECF244321}">
                <p14:modId xmlns:p14="http://schemas.microsoft.com/office/powerpoint/2010/main" val="1382840924"/>
              </p:ext>
            </p:extLst>
          </p:nvPr>
        </p:nvGraphicFramePr>
        <p:xfrm>
          <a:off x="4683540" y="4655003"/>
          <a:ext cx="2880000" cy="1160771"/>
        </p:xfrm>
        <a:graphic>
          <a:graphicData uri="http://schemas.openxmlformats.org/drawingml/2006/table">
            <a:tbl>
              <a:tblPr firstRow="1" bandRow="1">
                <a:tableStyleId>{5C22544A-7EE6-4342-B048-85BDC9FD1C3A}</a:tableStyleId>
              </a:tblPr>
              <a:tblGrid>
                <a:gridCol w="2880000">
                  <a:extLst>
                    <a:ext uri="{9D8B030D-6E8A-4147-A177-3AD203B41FA5}">
                      <a16:colId xmlns:a16="http://schemas.microsoft.com/office/drawing/2014/main" val="20000"/>
                    </a:ext>
                  </a:extLst>
                </a:gridCol>
              </a:tblGrid>
              <a:tr h="440771">
                <a:tc>
                  <a:txBody>
                    <a:bodyPr/>
                    <a:lstStyle/>
                    <a:p>
                      <a:pPr algn="ctr"/>
                      <a:r>
                        <a:rPr lang="en-US" sz="1200" dirty="0">
                          <a:latin typeface="Palatino Linotype" panose="02040502050505030304" pitchFamily="18" charset="0"/>
                        </a:rPr>
                        <a:t>[x]</a:t>
                      </a:r>
                      <a:endParaRPr lang="en-CA" sz="1200" dirty="0">
                        <a:latin typeface="Palatino Linotype" panose="02040502050505030304" pitchFamily="18" charset="0"/>
                      </a:endParaRPr>
                    </a:p>
                  </a:txBody>
                  <a:tcPr anchor="ctr">
                    <a:solidFill>
                      <a:schemeClr val="accent1"/>
                    </a:solidFill>
                  </a:tcPr>
                </a:tc>
                <a:extLst>
                  <a:ext uri="{0D108BD9-81ED-4DB2-BD59-A6C34878D82A}">
                    <a16:rowId xmlns:a16="http://schemas.microsoft.com/office/drawing/2014/main" val="10000"/>
                  </a:ext>
                </a:extLst>
              </a:tr>
              <a:tr h="360000">
                <a:tc>
                  <a:txBody>
                    <a:bodyPr/>
                    <a:lstStyle/>
                    <a:p>
                      <a:pPr algn="ctr"/>
                      <a:r>
                        <a:rPr lang="en-US" sz="1000" dirty="0">
                          <a:latin typeface="Palatino Linotype" panose="02040502050505030304" pitchFamily="18" charset="0"/>
                        </a:rPr>
                        <a:t>[x]</a:t>
                      </a:r>
                      <a:endParaRPr lang="en-CA" sz="1000" dirty="0">
                        <a:latin typeface="Palatino Linotype" panose="02040502050505030304" pitchFamily="18" charset="0"/>
                      </a:endParaRPr>
                    </a:p>
                  </a:txBody>
                  <a:tcPr marL="91467" marR="91467" marT="45667" marB="45667" anchor="ctr">
                    <a:solidFill>
                      <a:schemeClr val="bg1">
                        <a:lumMod val="95000"/>
                      </a:schemeClr>
                    </a:solidFill>
                  </a:tcPr>
                </a:tc>
                <a:extLst>
                  <a:ext uri="{0D108BD9-81ED-4DB2-BD59-A6C34878D82A}">
                    <a16:rowId xmlns:a16="http://schemas.microsoft.com/office/drawing/2014/main" val="10001"/>
                  </a:ext>
                </a:extLst>
              </a:tr>
              <a:tr h="360000">
                <a:tc>
                  <a:txBody>
                    <a:bodyPr/>
                    <a:lstStyle/>
                    <a:p>
                      <a:pPr algn="ctr"/>
                      <a:r>
                        <a:rPr lang="en-US" sz="1000" u="none" kern="1200" dirty="0">
                          <a:solidFill>
                            <a:schemeClr val="dk1"/>
                          </a:solidFill>
                          <a:latin typeface="Palatino Linotype" panose="02040502050505030304" pitchFamily="18" charset="0"/>
                          <a:ea typeface="+mn-ea"/>
                          <a:cs typeface="+mn-cs"/>
                        </a:rPr>
                        <a:t>[x]</a:t>
                      </a:r>
                      <a:endParaRPr lang="en-CA" sz="1000" u="none" kern="1200" dirty="0">
                        <a:solidFill>
                          <a:schemeClr val="dk1"/>
                        </a:solidFill>
                        <a:latin typeface="Palatino Linotype" panose="02040502050505030304" pitchFamily="18" charset="0"/>
                        <a:ea typeface="+mn-ea"/>
                        <a:cs typeface="+mn-cs"/>
                      </a:endParaRPr>
                    </a:p>
                  </a:txBody>
                  <a:tcPr marL="91467" marR="91467" marT="45667" marB="45667" anchor="ctr">
                    <a:solidFill>
                      <a:schemeClr val="bg1">
                        <a:lumMod val="95000"/>
                      </a:schemeClr>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1298349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AGENDA_COLLAPSE" val="1"/>
  <p:tag name="DH_AGENDA_OMIT" val="0"/>
  <p:tag name="DH_AGENDA_SKIP" val="1"/>
  <p:tag name="DH_FLYSHEET_STYLE" val="1"/>
  <p:tag name="DH_TOC_SUBSECTIONS" val="0"/>
  <p:tag name="MM_SECTION_CONVERTED" val="True"/>
  <p:tag name="MM_STAMP_CONVERTED" val="True"/>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ags/tag4.xml><?xml version="1.0" encoding="utf-8"?>
<p:tagLst xmlns:a="http://schemas.openxmlformats.org/drawingml/2006/main" xmlns:r="http://schemas.openxmlformats.org/officeDocument/2006/relationships" xmlns:p="http://schemas.openxmlformats.org/presentationml/2006/main">
  <p:tag name="MM_SLIDE_TYPE" val="6"/>
</p:tagLst>
</file>

<file path=ppt/tags/tag5.xml><?xml version="1.0" encoding="utf-8"?>
<p:tagLst xmlns:a="http://schemas.openxmlformats.org/drawingml/2006/main" xmlns:r="http://schemas.openxmlformats.org/officeDocument/2006/relationships" xmlns:p="http://schemas.openxmlformats.org/presentationml/2006/main">
  <p:tag name="MM_SLIDE_TYPE" val="6"/>
</p:tagLst>
</file>

<file path=ppt/tags/tag6.xml><?xml version="1.0" encoding="utf-8"?>
<p:tagLst xmlns:a="http://schemas.openxmlformats.org/drawingml/2006/main" xmlns:r="http://schemas.openxmlformats.org/officeDocument/2006/relationships" xmlns:p="http://schemas.openxmlformats.org/presentationml/2006/main">
  <p:tag name="MM_SLIDE_TYPE" val="6"/>
</p:tagLst>
</file>

<file path=ppt/tags/tag7.xml><?xml version="1.0" encoding="utf-8"?>
<p:tagLst xmlns:a="http://schemas.openxmlformats.org/drawingml/2006/main" xmlns:r="http://schemas.openxmlformats.org/officeDocument/2006/relationships" xmlns:p="http://schemas.openxmlformats.org/presentationml/2006/main">
  <p:tag name="MM_SLIDE_TYPE" val="6"/>
</p:tagLst>
</file>

<file path=ppt/tags/tag8.xml><?xml version="1.0" encoding="utf-8"?>
<p:tagLst xmlns:a="http://schemas.openxmlformats.org/drawingml/2006/main" xmlns:r="http://schemas.openxmlformats.org/officeDocument/2006/relationships" xmlns:p="http://schemas.openxmlformats.org/presentationml/2006/main">
  <p:tag name="MM_SLIDE_TYPE" val="6"/>
</p:tagLst>
</file>

<file path=ppt/tags/tag9.xml><?xml version="1.0" encoding="utf-8"?>
<p:tagLst xmlns:a="http://schemas.openxmlformats.org/drawingml/2006/main" xmlns:r="http://schemas.openxmlformats.org/officeDocument/2006/relationships" xmlns:p="http://schemas.openxmlformats.org/presentationml/2006/main">
  <p:tag name="MM_SLIDE_TYPE" val="6"/>
</p:tagLst>
</file>

<file path=ppt/tags/tag10.xml><?xml version="1.0" encoding="utf-8"?>
<p:tagLst xmlns:a="http://schemas.openxmlformats.org/drawingml/2006/main" xmlns:r="http://schemas.openxmlformats.org/officeDocument/2006/relationships" xmlns:p="http://schemas.openxmlformats.org/presentationml/2006/main">
  <p:tag name="MM_SLIDE_TYPE" val="6"/>
</p:tagLst>
</file>

<file path=ppt/tags/tag11.xml><?xml version="1.0" encoding="utf-8"?>
<p:tagLst xmlns:a="http://schemas.openxmlformats.org/drawingml/2006/main" xmlns:r="http://schemas.openxmlformats.org/officeDocument/2006/relationships" xmlns:p="http://schemas.openxmlformats.org/presentationml/2006/main">
  <p:tag name="MM_SLIDE_TYPE" val="6"/>
</p:tagLst>
</file>

<file path=ppt/tags/tag12.xml><?xml version="1.0" encoding="utf-8"?>
<p:tagLst xmlns:a="http://schemas.openxmlformats.org/drawingml/2006/main" xmlns:r="http://schemas.openxmlformats.org/officeDocument/2006/relationships" xmlns:p="http://schemas.openxmlformats.org/presentationml/2006/main">
  <p:tag name="MM_SLIDE_TYPE" val="6"/>
</p:tagLst>
</file>

<file path=ppt/tags/tag13.xml><?xml version="1.0" encoding="utf-8"?>
<p:tagLst xmlns:a="http://schemas.openxmlformats.org/drawingml/2006/main" xmlns:r="http://schemas.openxmlformats.org/officeDocument/2006/relationships" xmlns:p="http://schemas.openxmlformats.org/presentationml/2006/main">
  <p:tag name="MM_SLIDE_TYPE" val="6"/>
</p:tagLst>
</file>

<file path=ppt/tags/tag14.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Office Theme">
  <a:themeElements>
    <a:clrScheme name="INFOR (New)">
      <a:dk1>
        <a:sysClr val="windowText" lastClr="000000"/>
      </a:dk1>
      <a:lt1>
        <a:sysClr val="window" lastClr="FFFFFF"/>
      </a:lt1>
      <a:dk2>
        <a:srgbClr val="000000"/>
      </a:dk2>
      <a:lt2>
        <a:srgbClr val="FFFFFF"/>
      </a:lt2>
      <a:accent1>
        <a:srgbClr val="0E213F"/>
      </a:accent1>
      <a:accent2>
        <a:srgbClr val="46566E"/>
      </a:accent2>
      <a:accent3>
        <a:srgbClr val="ADB9CA"/>
      </a:accent3>
      <a:accent4>
        <a:srgbClr val="A4844B"/>
      </a:accent4>
      <a:accent5>
        <a:srgbClr val="767171"/>
      </a:accent5>
      <a:accent6>
        <a:srgbClr val="E5E3E3"/>
      </a:accent6>
      <a:hlink>
        <a:srgbClr val="800000"/>
      </a:hlink>
      <a:folHlink>
        <a:srgbClr val="333300"/>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rtlCol="0">
        <a:spAutoFit/>
      </a:bodyPr>
      <a:lstStyle>
        <a:defPPr>
          <a:defRPr dirty="0" smtClean="0"/>
        </a:defPPr>
      </a:lstStyle>
    </a:txDef>
  </a:objectDefaults>
  <a:extraClrSchemeLst/>
  <a:extLst>
    <a:ext uri="{05A4C25C-085E-4340-85A3-A5531E510DB2}">
      <thm15:themeFamily xmlns:thm15="http://schemas.microsoft.com/office/thememl/2012/main" name="INFOR Master Slide Template [Read-Only]" id="{A28BFA56-E9F4-4E5C-AF69-0DACACC32728}" vid="{01A3D815-FE74-4684-A7FD-184B6D201BC0}"/>
    </a:ext>
  </a:extLst>
</a:theme>
</file>

<file path=ppt/theme/theme2.xml><?xml version="1.0" encoding="utf-8"?>
<a:theme xmlns:a="http://schemas.openxmlformats.org/drawingml/2006/main" name="2_Custom Design">
  <a:themeElements>
    <a:clrScheme name="INFOR (New)">
      <a:dk1>
        <a:sysClr val="windowText" lastClr="000000"/>
      </a:dk1>
      <a:lt1>
        <a:sysClr val="window" lastClr="FFFFFF"/>
      </a:lt1>
      <a:dk2>
        <a:srgbClr val="000000"/>
      </a:dk2>
      <a:lt2>
        <a:srgbClr val="FFFFFF"/>
      </a:lt2>
      <a:accent1>
        <a:srgbClr val="0E213F"/>
      </a:accent1>
      <a:accent2>
        <a:srgbClr val="46566E"/>
      </a:accent2>
      <a:accent3>
        <a:srgbClr val="ADB9CA"/>
      </a:accent3>
      <a:accent4>
        <a:srgbClr val="A4844B"/>
      </a:accent4>
      <a:accent5>
        <a:srgbClr val="767171"/>
      </a:accent5>
      <a:accent6>
        <a:srgbClr val="E5E3E3"/>
      </a:accent6>
      <a:hlink>
        <a:srgbClr val="800000"/>
      </a:hlink>
      <a:folHlink>
        <a:srgbClr val="3333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R Master Slide Template [Read-Only]" id="{A28BFA56-E9F4-4E5C-AF69-0DACACC32728}" vid="{656B5F5D-0BBD-4C1C-BF00-B7AEB2D774B8}"/>
    </a:ext>
  </a:extLst>
</a:theme>
</file>

<file path=ppt/theme/theme3.xml><?xml version="1.0" encoding="utf-8"?>
<a:theme xmlns:a="http://schemas.openxmlformats.org/drawingml/2006/main" name="3_Custom Design">
  <a:themeElements>
    <a:clrScheme name="INFOR (New)">
      <a:dk1>
        <a:sysClr val="windowText" lastClr="000000"/>
      </a:dk1>
      <a:lt1>
        <a:sysClr val="window" lastClr="FFFFFF"/>
      </a:lt1>
      <a:dk2>
        <a:srgbClr val="000000"/>
      </a:dk2>
      <a:lt2>
        <a:srgbClr val="FFFFFF"/>
      </a:lt2>
      <a:accent1>
        <a:srgbClr val="0E213F"/>
      </a:accent1>
      <a:accent2>
        <a:srgbClr val="46566E"/>
      </a:accent2>
      <a:accent3>
        <a:srgbClr val="ADB9CA"/>
      </a:accent3>
      <a:accent4>
        <a:srgbClr val="A4844B"/>
      </a:accent4>
      <a:accent5>
        <a:srgbClr val="767171"/>
      </a:accent5>
      <a:accent6>
        <a:srgbClr val="E5E3E3"/>
      </a:accent6>
      <a:hlink>
        <a:srgbClr val="800000"/>
      </a:hlink>
      <a:folHlink>
        <a:srgbClr val="3333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FOR Master Slide Template [Read-Only]" id="{A28BFA56-E9F4-4E5C-AF69-0DACACC32728}" vid="{656B5F5D-0BBD-4C1C-BF00-B7AEB2D774B8}"/>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_rels/item28.xml.rels><?xml version="1.0" encoding="UTF-8" standalone="yes"?>
<Relationships xmlns="http://schemas.openxmlformats.org/package/2006/relationships"><Relationship Id="rId1" Type="http://schemas.openxmlformats.org/officeDocument/2006/relationships/customXmlProps" Target="itemProps28.xml"/></Relationships>
</file>

<file path=customXml/_rels/item29.xml.rels><?xml version="1.0" encoding="UTF-8" standalone="yes"?>
<Relationships xmlns="http://schemas.openxmlformats.org/package/2006/relationships"><Relationship Id="rId1" Type="http://schemas.openxmlformats.org/officeDocument/2006/relationships/customXmlProps" Target="itemProps29.xml"/></Relationships>
</file>

<file path=customXml/_rels/item30.xml.rels><?xml version="1.0" encoding="UTF-8" standalone="yes"?>
<Relationships xmlns="http://schemas.openxmlformats.org/package/2006/relationships"><Relationship Id="rId1" Type="http://schemas.openxmlformats.org/officeDocument/2006/relationships/customXmlProps" Target="itemProps30.xml"/></Relationships>
</file>

<file path=customXml/_rels/item31.xml.rels><?xml version="1.0" encoding="UTF-8" standalone="yes"?>
<Relationships xmlns="http://schemas.openxmlformats.org/package/2006/relationships"><Relationship Id="rId1" Type="http://schemas.openxmlformats.org/officeDocument/2006/relationships/customXmlProps" Target="itemProps31.xml"/></Relationships>
</file>

<file path=customXml/_rels/item32.xml.rels><?xml version="1.0" encoding="UTF-8" standalone="yes"?>
<Relationships xmlns="http://schemas.openxmlformats.org/package/2006/relationships"><Relationship Id="rId1" Type="http://schemas.openxmlformats.org/officeDocument/2006/relationships/customXmlProps" Target="itemProps32.xml"/></Relationships>
</file>

<file path=customXml/_rels/item33.xml.rels><?xml version="1.0" encoding="UTF-8" standalone="yes"?>
<Relationships xmlns="http://schemas.openxmlformats.org/package/2006/relationships"><Relationship Id="rId1" Type="http://schemas.openxmlformats.org/officeDocument/2006/relationships/customXmlProps" Target="itemProps33.xml"/></Relationships>
</file>

<file path=customXml/_rels/item34.xml.rels><?xml version="1.0" encoding="UTF-8" standalone="yes"?>
<Relationships xmlns="http://schemas.openxmlformats.org/package/2006/relationships"><Relationship Id="rId1" Type="http://schemas.openxmlformats.org/officeDocument/2006/relationships/customXmlProps" Target="itemProps34.xml"/></Relationships>
</file>

<file path=customXml/_rels/item35.xml.rels><?xml version="1.0" encoding="UTF-8" standalone="yes"?>
<Relationships xmlns="http://schemas.openxmlformats.org/package/2006/relationships"><Relationship Id="rId1" Type="http://schemas.openxmlformats.org/officeDocument/2006/relationships/customXmlProps" Target="itemProps35.xml"/></Relationships>
</file>

<file path=customXml/_rels/item36.xml.rels><?xml version="1.0" encoding="UTF-8" standalone="yes"?>
<Relationships xmlns="http://schemas.openxmlformats.org/package/2006/relationships"><Relationship Id="rId1" Type="http://schemas.openxmlformats.org/officeDocument/2006/relationships/customXmlProps" Target="itemProps36.xml"/></Relationships>
</file>

<file path=customXml/_rels/item37.xml.rels><?xml version="1.0" encoding="UTF-8" standalone="yes"?>
<Relationships xmlns="http://schemas.openxmlformats.org/package/2006/relationships"><Relationship Id="rId1" Type="http://schemas.openxmlformats.org/officeDocument/2006/relationships/customXmlProps" Target="itemProps37.xml"/></Relationships>
</file>

<file path=customXml/_rels/item38.xml.rels><?xml version="1.0" encoding="UTF-8" standalone="yes"?>
<Relationships xmlns="http://schemas.openxmlformats.org/package/2006/relationships"><Relationship Id="rId1" Type="http://schemas.openxmlformats.org/officeDocument/2006/relationships/customXmlProps" Target="itemProps38.xml"/></Relationships>
</file>

<file path=customXml/_rels/item39.xml.rels><?xml version="1.0" encoding="UTF-8" standalone="yes"?>
<Relationships xmlns="http://schemas.openxmlformats.org/package/2006/relationships"><Relationship Id="rId1" Type="http://schemas.openxmlformats.org/officeDocument/2006/relationships/customXmlProps" Target="itemProps39.xml"/></Relationships>
</file>

<file path=customXml/_rels/item40.xml.rels><?xml version="1.0" encoding="UTF-8" standalone="yes"?>
<Relationships xmlns="http://schemas.openxmlformats.org/package/2006/relationships"><Relationship Id="rId1" Type="http://schemas.openxmlformats.org/officeDocument/2006/relationships/customXmlProps" Target="itemProps40.xml"/></Relationships>
</file>

<file path=customXml/_rels/item41.xml.rels><?xml version="1.0" encoding="UTF-8" standalone="yes"?>
<Relationships xmlns="http://schemas.openxmlformats.org/package/2006/relationships"><Relationship Id="rId1" Type="http://schemas.openxmlformats.org/officeDocument/2006/relationships/customXmlProps" Target="itemProps41.xml"/></Relationships>
</file>

<file path=customXml/_rels/item42.xml.rels><?xml version="1.0" encoding="UTF-8" standalone="yes"?>
<Relationships xmlns="http://schemas.openxmlformats.org/package/2006/relationships"><Relationship Id="rId1" Type="http://schemas.openxmlformats.org/officeDocument/2006/relationships/customXmlProps" Target="itemProps42.xml"/></Relationships>
</file>

<file path=customXml/_rels/item43.xml.rels><?xml version="1.0" encoding="UTF-8" standalone="yes"?>
<Relationships xmlns="http://schemas.openxmlformats.org/package/2006/relationships"><Relationship Id="rId1" Type="http://schemas.openxmlformats.org/officeDocument/2006/relationships/customXmlProps" Target="itemProps43.xml"/></Relationships>
</file>

<file path=customXml/_rels/item44.xml.rels><?xml version="1.0" encoding="UTF-8" standalone="yes"?>
<Relationships xmlns="http://schemas.openxmlformats.org/package/2006/relationships"><Relationship Id="rId1" Type="http://schemas.openxmlformats.org/officeDocument/2006/relationships/customXmlProps" Target="itemProps44.xml"/></Relationships>
</file>

<file path=customXml/_rels/item45.xml.rels><?xml version="1.0" encoding="UTF-8" standalone="yes"?>
<Relationships xmlns="http://schemas.openxmlformats.org/package/2006/relationships"><Relationship Id="rId1" Type="http://schemas.openxmlformats.org/officeDocument/2006/relationships/customXmlProps" Target="itemProps45.xml"/></Relationships>
</file>

<file path=customXml/_rels/item46.xml.rels><?xml version="1.0" encoding="UTF-8" standalone="yes"?>
<Relationships xmlns="http://schemas.openxmlformats.org/package/2006/relationships"><Relationship Id="rId1" Type="http://schemas.openxmlformats.org/officeDocument/2006/relationships/customXmlProps" Target="itemProps46.xml"/></Relationships>
</file>

<file path=customXml/_rels/item47.xml.rels><?xml version="1.0" encoding="UTF-8" standalone="yes"?>
<Relationships xmlns="http://schemas.openxmlformats.org/package/2006/relationships"><Relationship Id="rId1" Type="http://schemas.openxmlformats.org/officeDocument/2006/relationships/customXmlProps" Target="itemProps47.xml"/></Relationships>
</file>

<file path=customXml/_rels/item48.xml.rels><?xml version="1.0" encoding="UTF-8" standalone="yes"?>
<Relationships xmlns="http://schemas.openxmlformats.org/package/2006/relationships"><Relationship Id="rId1" Type="http://schemas.openxmlformats.org/officeDocument/2006/relationships/customXmlProps" Target="itemProps48.xml"/></Relationships>
</file>

<file path=customXml/_rels/item49.xml.rels><?xml version="1.0" encoding="UTF-8" standalone="yes"?>
<Relationships xmlns="http://schemas.openxmlformats.org/package/2006/relationships"><Relationship Id="rId1" Type="http://schemas.openxmlformats.org/officeDocument/2006/relationships/customXmlProps" Target="itemProps49.xml"/></Relationships>
</file>

<file path=customXml/_rels/item50.xml.rels><?xml version="1.0" encoding="UTF-8" standalone="yes"?>
<Relationships xmlns="http://schemas.openxmlformats.org/package/2006/relationships"><Relationship Id="rId1" Type="http://schemas.openxmlformats.org/officeDocument/2006/relationships/customXmlProps" Target="itemProps50.xml"/></Relationships>
</file>

<file path=customXml/_rels/item51.xml.rels><?xml version="1.0" encoding="UTF-8" standalone="yes"?>
<Relationships xmlns="http://schemas.openxmlformats.org/package/2006/relationships"><Relationship Id="rId1" Type="http://schemas.openxmlformats.org/officeDocument/2006/relationships/customXmlProps" Target="itemProps51.xml"/></Relationships>
</file>

<file path=customXml/_rels/item52.xml.rels><?xml version="1.0" encoding="UTF-8" standalone="yes"?>
<Relationships xmlns="http://schemas.openxmlformats.org/package/2006/relationships"><Relationship Id="rId1" Type="http://schemas.openxmlformats.org/officeDocument/2006/relationships/customXmlProps" Target="itemProps52.xml"/></Relationships>
</file>

<file path=customXml/_rels/item53.xml.rels><?xml version="1.0" encoding="UTF-8" standalone="yes"?>
<Relationships xmlns="http://schemas.openxmlformats.org/package/2006/relationships"><Relationship Id="rId1" Type="http://schemas.openxmlformats.org/officeDocument/2006/relationships/customXmlProps" Target="itemProps53.xml"/></Relationships>
</file>

<file path=customXml/_rels/item54.xml.rels><?xml version="1.0" encoding="UTF-8" standalone="yes"?>
<Relationships xmlns="http://schemas.openxmlformats.org/package/2006/relationships"><Relationship Id="rId1" Type="http://schemas.openxmlformats.org/officeDocument/2006/relationships/customXmlProps" Target="itemProps54.xml"/></Relationships>
</file>

<file path=customXml/_rels/item55.xml.rels><?xml version="1.0" encoding="UTF-8" standalone="yes"?>
<Relationships xmlns="http://schemas.openxmlformats.org/package/2006/relationships"><Relationship Id="rId1" Type="http://schemas.openxmlformats.org/officeDocument/2006/relationships/customXmlProps" Target="itemProps55.xml"/></Relationships>
</file>

<file path=customXml/_rels/item56.xml.rels><?xml version="1.0" encoding="UTF-8" standalone="yes"?>
<Relationships xmlns="http://schemas.openxmlformats.org/package/2006/relationships"><Relationship Id="rId1" Type="http://schemas.openxmlformats.org/officeDocument/2006/relationships/customXmlProps" Target="itemProps56.xml"/></Relationships>
</file>

<file path=customXml/_rels/item57.xml.rels><?xml version="1.0" encoding="UTF-8" standalone="yes"?>
<Relationships xmlns="http://schemas.openxmlformats.org/package/2006/relationships"><Relationship Id="rId1" Type="http://schemas.openxmlformats.org/officeDocument/2006/relationships/customXmlProps" Target="itemProps57.xml"/></Relationships>
</file>

<file path=customXml/_rels/item58.xml.rels><?xml version="1.0" encoding="UTF-8" standalone="yes"?>
<Relationships xmlns="http://schemas.openxmlformats.org/package/2006/relationships"><Relationship Id="rId1" Type="http://schemas.openxmlformats.org/officeDocument/2006/relationships/customXmlProps" Target="itemProps58.xml"/></Relationships>
</file>

<file path=customXml/_rels/item59.xml.rels><?xml version="1.0" encoding="UTF-8" standalone="yes"?>
<Relationships xmlns="http://schemas.openxmlformats.org/package/2006/relationships"><Relationship Id="rId1" Type="http://schemas.openxmlformats.org/officeDocument/2006/relationships/customXmlProps" Target="itemProps59.xml"/></Relationships>
</file>

<file path=customXml/_rels/item60.xml.rels><?xml version="1.0" encoding="UTF-8" standalone="yes"?>
<Relationships xmlns="http://schemas.openxmlformats.org/package/2006/relationships"><Relationship Id="rId1" Type="http://schemas.openxmlformats.org/officeDocument/2006/relationships/customXmlProps" Target="itemProps60.xml"/></Relationships>
</file>

<file path=customXml/_rels/item61.xml.rels><?xml version="1.0" encoding="UTF-8" standalone="yes"?>
<Relationships xmlns="http://schemas.openxmlformats.org/package/2006/relationships"><Relationship Id="rId1" Type="http://schemas.openxmlformats.org/officeDocument/2006/relationships/customXmlProps" Target="itemProps61.xml"/></Relationships>
</file>

<file path=customXml/_rels/item62.xml.rels><?xml version="1.0" encoding="UTF-8" standalone="yes"?>
<Relationships xmlns="http://schemas.openxmlformats.org/package/2006/relationships"><Relationship Id="rId1" Type="http://schemas.openxmlformats.org/officeDocument/2006/relationships/customXmlProps" Target="itemProps62.xml"/></Relationships>
</file>

<file path=customXml/_rels/item63.xml.rels><?xml version="1.0" encoding="UTF-8" standalone="yes"?>
<Relationships xmlns="http://schemas.openxmlformats.org/package/2006/relationships"><Relationship Id="rId1" Type="http://schemas.openxmlformats.org/officeDocument/2006/relationships/customXmlProps" Target="itemProps63.xml"/></Relationships>
</file>

<file path=customXml/_rels/item64.xml.rels><?xml version="1.0" encoding="UTF-8" standalone="yes"?>
<Relationships xmlns="http://schemas.openxmlformats.org/package/2006/relationships"><Relationship Id="rId1" Type="http://schemas.openxmlformats.org/officeDocument/2006/relationships/customXmlProps" Target="itemProps64.xml"/></Relationships>
</file>

<file path=customXml/_rels/item65.xml.rels><?xml version="1.0" encoding="UTF-8" standalone="yes"?>
<Relationships xmlns="http://schemas.openxmlformats.org/package/2006/relationships"><Relationship Id="rId1" Type="http://schemas.openxmlformats.org/officeDocument/2006/relationships/customXmlProps" Target="itemProps65.xml"/></Relationships>
</file>

<file path=customXml/_rels/item66.xml.rels><?xml version="1.0" encoding="UTF-8" standalone="yes"?>
<Relationships xmlns="http://schemas.openxmlformats.org/package/2006/relationships"><Relationship Id="rId1" Type="http://schemas.openxmlformats.org/officeDocument/2006/relationships/customXmlProps" Target="itemProps66.xml"/></Relationships>
</file>

<file path=customXml/_rels/item67.xml.rels><?xml version="1.0" encoding="UTF-8" standalone="yes"?>
<Relationships xmlns="http://schemas.openxmlformats.org/package/2006/relationships"><Relationship Id="rId1" Type="http://schemas.openxmlformats.org/officeDocument/2006/relationships/customXmlProps" Target="itemProps67.xml"/></Relationships>
</file>

<file path=customXml/_rels/item68.xml.rels><?xml version="1.0" encoding="UTF-8" standalone="yes"?>
<Relationships xmlns="http://schemas.openxmlformats.org/package/2006/relationships"><Relationship Id="rId1" Type="http://schemas.openxmlformats.org/officeDocument/2006/relationships/customXmlProps" Target="itemProps68.xml"/></Relationships>
</file>

<file path=customXml/_rels/item69.xml.rels><?xml version="1.0" encoding="UTF-8" standalone="yes"?>
<Relationships xmlns="http://schemas.openxmlformats.org/package/2006/relationships"><Relationship Id="rId1" Type="http://schemas.openxmlformats.org/officeDocument/2006/relationships/customXmlProps" Target="itemProps69.xml"/></Relationships>
</file>

<file path=customXml/_rels/item70.xml.rels><?xml version="1.0" encoding="UTF-8" standalone="yes"?>
<Relationships xmlns="http://schemas.openxmlformats.org/package/2006/relationships"><Relationship Id="rId1" Type="http://schemas.openxmlformats.org/officeDocument/2006/relationships/customXmlProps" Target="itemProps70.xml"/></Relationships>
</file>

<file path=customXml/_rels/item71.xml.rels><?xml version="1.0" encoding="UTF-8" standalone="yes"?>
<Relationships xmlns="http://schemas.openxmlformats.org/package/2006/relationships"><Relationship Id="rId1" Type="http://schemas.openxmlformats.org/officeDocument/2006/relationships/customXmlProps" Target="itemProps71.xml"/></Relationships>
</file>

<file path=customXml/_rels/item72.xml.rels><?xml version="1.0" encoding="UTF-8" standalone="yes"?>
<Relationships xmlns="http://schemas.openxmlformats.org/package/2006/relationships"><Relationship Id="rId1" Type="http://schemas.openxmlformats.org/officeDocument/2006/relationships/customXmlProps" Target="itemProps72.xml"/></Relationships>
</file>

<file path=customXml/_rels/item73.xml.rels><?xml version="1.0" encoding="UTF-8" standalone="yes"?>
<Relationships xmlns="http://schemas.openxmlformats.org/package/2006/relationships"><Relationship Id="rId1" Type="http://schemas.openxmlformats.org/officeDocument/2006/relationships/customXmlProps" Target="itemProps73.xml"/></Relationships>
</file>

<file path=customXml/_rels/item74.xml.rels><?xml version="1.0" encoding="UTF-8" standalone="yes"?>
<Relationships xmlns="http://schemas.openxmlformats.org/package/2006/relationships"><Relationship Id="rId1" Type="http://schemas.openxmlformats.org/officeDocument/2006/relationships/customXmlProps" Target="itemProps74.xml"/></Relationships>
</file>

<file path=customXml/_rels/item75.xml.rels><?xml version="1.0" encoding="UTF-8" standalone="yes"?>
<Relationships xmlns="http://schemas.openxmlformats.org/package/2006/relationships"><Relationship Id="rId1" Type="http://schemas.openxmlformats.org/officeDocument/2006/relationships/customXmlProps" Target="itemProps75.xml"/></Relationships>
</file>

<file path=customXml/_rels/item76.xml.rels><?xml version="1.0" encoding="UTF-8" standalone="yes"?>
<Relationships xmlns="http://schemas.openxmlformats.org/package/2006/relationships"><Relationship Id="rId1" Type="http://schemas.openxmlformats.org/officeDocument/2006/relationships/customXmlProps" Target="itemProps76.xml"/></Relationships>
</file>

<file path=customXml/_rels/item77.xml.rels><?xml version="1.0" encoding="UTF-8" standalone="yes"?>
<Relationships xmlns="http://schemas.openxmlformats.org/package/2006/relationships"><Relationship Id="rId1" Type="http://schemas.openxmlformats.org/officeDocument/2006/relationships/customXmlProps" Target="itemProps77.xml"/></Relationships>
</file>

<file path=customXml/_rels/item78.xml.rels><?xml version="1.0" encoding="UTF-8" standalone="yes"?>
<Relationships xmlns="http://schemas.openxmlformats.org/package/2006/relationships"><Relationship Id="rId1" Type="http://schemas.openxmlformats.org/officeDocument/2006/relationships/customXmlProps" Target="itemProps78.xml"/></Relationships>
</file>

<file path=customXml/_rels/item79.xml.rels><?xml version="1.0" encoding="UTF-8" standalone="yes"?>
<Relationships xmlns="http://schemas.openxmlformats.org/package/2006/relationships"><Relationship Id="rId1" Type="http://schemas.openxmlformats.org/officeDocument/2006/relationships/customXmlProps" Target="itemProps79.xml"/></Relationships>
</file>

<file path=customXml/_rels/item80.xml.rels><?xml version="1.0" encoding="UTF-8" standalone="yes"?>
<Relationships xmlns="http://schemas.openxmlformats.org/package/2006/relationships"><Relationship Id="rId1" Type="http://schemas.openxmlformats.org/officeDocument/2006/relationships/customXmlProps" Target="itemProps80.xml"/></Relationships>
</file>

<file path=customXml/_rels/item81.xml.rels><?xml version="1.0" encoding="UTF-8" standalone="yes"?>
<Relationships xmlns="http://schemas.openxmlformats.org/package/2006/relationships"><Relationship Id="rId1" Type="http://schemas.openxmlformats.org/officeDocument/2006/relationships/customXmlProps" Target="itemProps81.xml"/></Relationships>
</file>

<file path=customXml/_rels/item82.xml.rels><?xml version="1.0" encoding="UTF-8" standalone="yes"?>
<Relationships xmlns="http://schemas.openxmlformats.org/package/2006/relationships"><Relationship Id="rId1" Type="http://schemas.openxmlformats.org/officeDocument/2006/relationships/customXmlProps" Target="itemProps82.xml"/></Relationships>
</file>

<file path=customXml/_rels/item83.xml.rels><?xml version="1.0" encoding="UTF-8" standalone="yes"?>
<Relationships xmlns="http://schemas.openxmlformats.org/package/2006/relationships"><Relationship Id="rId1" Type="http://schemas.openxmlformats.org/officeDocument/2006/relationships/customXmlProps" Target="itemProps83.xml"/></Relationships>
</file>

<file path=customXml/_rels/item84.xml.rels><?xml version="1.0" encoding="UTF-8" standalone="yes"?>
<Relationships xmlns="http://schemas.openxmlformats.org/package/2006/relationships"><Relationship Id="rId1" Type="http://schemas.openxmlformats.org/officeDocument/2006/relationships/customXmlProps" Target="itemProps84.xml"/></Relationships>
</file>

<file path=customXml/_rels/item85.xml.rels><?xml version="1.0" encoding="UTF-8" standalone="yes"?>
<Relationships xmlns="http://schemas.openxmlformats.org/package/2006/relationships"><Relationship Id="rId1" Type="http://schemas.openxmlformats.org/officeDocument/2006/relationships/customXmlProps" Target="itemProps85.xml"/></Relationships>
</file>

<file path=customXml/_rels/item86.xml.rels><?xml version="1.0" encoding="UTF-8" standalone="yes"?>
<Relationships xmlns="http://schemas.openxmlformats.org/package/2006/relationships"><Relationship Id="rId1" Type="http://schemas.openxmlformats.org/officeDocument/2006/relationships/customXmlProps" Target="itemProps86.xml"/></Relationships>
</file>

<file path=customXml/_rels/item87.xml.rels><?xml version="1.0" encoding="UTF-8" standalone="yes"?>
<Relationships xmlns="http://schemas.openxmlformats.org/package/2006/relationships"><Relationship Id="rId1" Type="http://schemas.openxmlformats.org/officeDocument/2006/relationships/customXmlProps" Target="itemProps87.xml"/></Relationships>
</file>

<file path=customXml/_rels/item88.xml.rels><?xml version="1.0" encoding="UTF-8" standalone="yes"?>
<Relationships xmlns="http://schemas.openxmlformats.org/package/2006/relationships"><Relationship Id="rId1" Type="http://schemas.openxmlformats.org/officeDocument/2006/relationships/customXmlProps" Target="itemProps88.xml"/></Relationships>
</file>

<file path=customXml/_rels/item89.xml.rels><?xml version="1.0" encoding="UTF-8" standalone="yes"?>
<Relationships xmlns="http://schemas.openxmlformats.org/package/2006/relationships"><Relationship Id="rId1" Type="http://schemas.openxmlformats.org/officeDocument/2006/relationships/customXmlProps" Target="itemProps89.xml"/></Relationships>
</file>

<file path=customXml/_rels/item90.xml.rels><?xml version="1.0" encoding="UTF-8" standalone="yes"?>
<Relationships xmlns="http://schemas.openxmlformats.org/package/2006/relationships"><Relationship Id="rId1" Type="http://schemas.openxmlformats.org/officeDocument/2006/relationships/customXmlProps" Target="itemProps90.xml"/></Relationships>
</file>

<file path=customXml/_rels/item91.xml.rels><?xml version="1.0" encoding="UTF-8" standalone="yes"?>
<Relationships xmlns="http://schemas.openxmlformats.org/package/2006/relationships"><Relationship Id="rId1" Type="http://schemas.openxmlformats.org/officeDocument/2006/relationships/customXmlProps" Target="itemProps91.xml"/></Relationships>
</file>

<file path=customXml/_rels/item92.xml.rels><?xml version="1.0" encoding="UTF-8" standalone="yes"?>
<Relationships xmlns="http://schemas.openxmlformats.org/package/2006/relationships"><Relationship Id="rId1" Type="http://schemas.openxmlformats.org/officeDocument/2006/relationships/customXmlProps" Target="itemProps92.xml"/></Relationships>
</file>

<file path=customXml/_rels/item93.xml.rels><?xml version="1.0" encoding="UTF-8" standalone="yes"?>
<Relationships xmlns="http://schemas.openxmlformats.org/package/2006/relationships"><Relationship Id="rId1" Type="http://schemas.openxmlformats.org/officeDocument/2006/relationships/customXmlProps" Target="itemProps93.xml"/></Relationships>
</file>

<file path=customXml/_rels/item94.xml.rels><?xml version="1.0" encoding="UTF-8" standalone="yes"?>
<Relationships xmlns="http://schemas.openxmlformats.org/package/2006/relationships"><Relationship Id="rId1" Type="http://schemas.openxmlformats.org/officeDocument/2006/relationships/customXmlProps" Target="itemProps94.xml"/></Relationships>
</file>

<file path=customXml/_rels/item95.xml.rels><?xml version="1.0" encoding="UTF-8" standalone="yes"?>
<Relationships xmlns="http://schemas.openxmlformats.org/package/2006/relationships"><Relationship Id="rId1" Type="http://schemas.openxmlformats.org/officeDocument/2006/relationships/customXmlProps" Target="itemProps95.xml"/></Relationships>
</file>

<file path=customXml/_rels/item96.xml.rels><?xml version="1.0" encoding="UTF-8" standalone="yes"?>
<Relationships xmlns="http://schemas.openxmlformats.org/package/2006/relationships"><Relationship Id="rId1" Type="http://schemas.openxmlformats.org/officeDocument/2006/relationships/customXmlProps" Target="itemProps96.xml"/></Relationships>
</file>

<file path=customXml/_rels/item97.xml.rels><?xml version="1.0" encoding="UTF-8" standalone="yes"?>
<Relationships xmlns="http://schemas.openxmlformats.org/package/2006/relationships"><Relationship Id="rId1" Type="http://schemas.openxmlformats.org/officeDocument/2006/relationships/customXmlProps" Target="itemProps97.xml"/></Relationships>
</file>

<file path=customXml/_rels/item98.xml.rels><?xml version="1.0" encoding="UTF-8" standalone="yes"?>
<Relationships xmlns="http://schemas.openxmlformats.org/package/2006/relationships"><Relationship Id="rId1" Type="http://schemas.openxmlformats.org/officeDocument/2006/relationships/customXmlProps" Target="itemProps98.xml"/></Relationships>
</file>

<file path=customXml/_rels/item99.xml.rels><?xml version="1.0" encoding="UTF-8" standalone="yes"?>
<Relationships xmlns="http://schemas.openxmlformats.org/package/2006/relationships"><Relationship Id="rId1" Type="http://schemas.openxmlformats.org/officeDocument/2006/relationships/customXmlProps" Target="itemProps99.xml"/></Relationships>
</file>

<file path=customXml/_rels/item100.xml.rels><?xml version="1.0" encoding="UTF-8" standalone="yes"?>
<Relationships xmlns="http://schemas.openxmlformats.org/package/2006/relationships"><Relationship Id="rId1" Type="http://schemas.openxmlformats.org/officeDocument/2006/relationships/customXmlProps" Target="itemProps100.xml"/></Relationships>
</file>

<file path=customXml/_rels/item101.xml.rels><?xml version="1.0" encoding="UTF-8" standalone="yes"?>
<Relationships xmlns="http://schemas.openxmlformats.org/package/2006/relationships"><Relationship Id="rId1" Type="http://schemas.openxmlformats.org/officeDocument/2006/relationships/customXmlProps" Target="itemProps101.xml"/></Relationships>
</file>

<file path=customXml/_rels/item102.xml.rels><?xml version="1.0" encoding="UTF-8" standalone="yes"?>
<Relationships xmlns="http://schemas.openxmlformats.org/package/2006/relationships"><Relationship Id="rId1" Type="http://schemas.openxmlformats.org/officeDocument/2006/relationships/customXmlProps" Target="itemProps102.xml"/></Relationships>
</file>

<file path=customXml/_rels/item103.xml.rels><?xml version="1.0" encoding="UTF-8" standalone="yes"?>
<Relationships xmlns="http://schemas.openxmlformats.org/package/2006/relationships"><Relationship Id="rId1" Type="http://schemas.openxmlformats.org/officeDocument/2006/relationships/customXmlProps" Target="itemProps103.xml"/></Relationships>
</file>

<file path=customXml/_rels/item104.xml.rels><?xml version="1.0" encoding="UTF-8" standalone="yes"?>
<Relationships xmlns="http://schemas.openxmlformats.org/package/2006/relationships"><Relationship Id="rId1" Type="http://schemas.openxmlformats.org/officeDocument/2006/relationships/customXmlProps" Target="itemProps104.xml"/></Relationships>
</file>

<file path=customXml/_rels/item105.xml.rels><?xml version="1.0" encoding="UTF-8" standalone="yes"?>
<Relationships xmlns="http://schemas.openxmlformats.org/package/2006/relationships"><Relationship Id="rId1" Type="http://schemas.openxmlformats.org/officeDocument/2006/relationships/customXmlProps" Target="itemProps105.xml"/></Relationships>
</file>

<file path=customXml/_rels/item106.xml.rels><?xml version="1.0" encoding="UTF-8" standalone="yes"?>
<Relationships xmlns="http://schemas.openxmlformats.org/package/2006/relationships"><Relationship Id="rId1" Type="http://schemas.openxmlformats.org/officeDocument/2006/relationships/customXmlProps" Target="itemProps106.xml"/></Relationships>
</file>

<file path=customXml/_rels/item107.xml.rels><?xml version="1.0" encoding="UTF-8" standalone="yes"?>
<Relationships xmlns="http://schemas.openxmlformats.org/package/2006/relationships"><Relationship Id="rId1" Type="http://schemas.openxmlformats.org/officeDocument/2006/relationships/customXmlProps" Target="itemProps107.xml"/></Relationships>
</file>

<file path=customXml/_rels/item108.xml.rels><?xml version="1.0" encoding="UTF-8" standalone="yes"?>
<Relationships xmlns="http://schemas.openxmlformats.org/package/2006/relationships"><Relationship Id="rId1" Type="http://schemas.openxmlformats.org/officeDocument/2006/relationships/customXmlProps" Target="itemProps108.xml"/></Relationships>
</file>

<file path=customXml/_rels/item109.xml.rels><?xml version="1.0" encoding="UTF-8" standalone="yes"?>
<Relationships xmlns="http://schemas.openxmlformats.org/package/2006/relationships"><Relationship Id="rId1" Type="http://schemas.openxmlformats.org/officeDocument/2006/relationships/customXmlProps" Target="itemProps109.xml"/></Relationships>
</file>

<file path=customXml/_rels/item110.xml.rels><?xml version="1.0" encoding="UTF-8" standalone="yes"?>
<Relationships xmlns="http://schemas.openxmlformats.org/package/2006/relationships"><Relationship Id="rId1" Type="http://schemas.openxmlformats.org/officeDocument/2006/relationships/customXmlProps" Target="itemProps110.xml"/></Relationships>
</file>

<file path=customXml/_rels/item111.xml.rels><?xml version="1.0" encoding="UTF-8" standalone="yes"?>
<Relationships xmlns="http://schemas.openxmlformats.org/package/2006/relationships"><Relationship Id="rId1" Type="http://schemas.openxmlformats.org/officeDocument/2006/relationships/customXmlProps" Target="itemProps111.xml"/></Relationships>
</file>

<file path=customXml/_rels/item112.xml.rels><?xml version="1.0" encoding="UTF-8" standalone="yes"?>
<Relationships xmlns="http://schemas.openxmlformats.org/package/2006/relationships"><Relationship Id="rId1" Type="http://schemas.openxmlformats.org/officeDocument/2006/relationships/customXmlProps" Target="itemProps112.xml"/></Relationships>
</file>

<file path=customXml/_rels/item113.xml.rels><?xml version="1.0" encoding="UTF-8" standalone="yes"?>
<Relationships xmlns="http://schemas.openxmlformats.org/package/2006/relationships"><Relationship Id="rId1" Type="http://schemas.openxmlformats.org/officeDocument/2006/relationships/customXmlProps" Target="itemProps113.xml"/></Relationships>
</file>

<file path=customXml/_rels/item114.xml.rels><?xml version="1.0" encoding="UTF-8" standalone="yes"?>
<Relationships xmlns="http://schemas.openxmlformats.org/package/2006/relationships"><Relationship Id="rId1" Type="http://schemas.openxmlformats.org/officeDocument/2006/relationships/customXmlProps" Target="itemProps114.xml"/></Relationships>
</file>

<file path=customXml/_rels/item115.xml.rels><?xml version="1.0" encoding="UTF-8" standalone="yes"?>
<Relationships xmlns="http://schemas.openxmlformats.org/package/2006/relationships"><Relationship Id="rId1" Type="http://schemas.openxmlformats.org/officeDocument/2006/relationships/customXmlProps" Target="itemProps115.xml"/></Relationships>
</file>

<file path=customXml/_rels/item116.xml.rels><?xml version="1.0" encoding="UTF-8" standalone="yes"?>
<Relationships xmlns="http://schemas.openxmlformats.org/package/2006/relationships"><Relationship Id="rId1" Type="http://schemas.openxmlformats.org/officeDocument/2006/relationships/customXmlProps" Target="itemProps116.xml"/></Relationships>
</file>

<file path=customXml/_rels/item117.xml.rels><?xml version="1.0" encoding="UTF-8" standalone="yes"?>
<Relationships xmlns="http://schemas.openxmlformats.org/package/2006/relationships"><Relationship Id="rId1" Type="http://schemas.openxmlformats.org/officeDocument/2006/relationships/customXmlProps" Target="itemProps117.xml"/></Relationships>
</file>

<file path=customXml/_rels/item118.xml.rels><?xml version="1.0" encoding="UTF-8" standalone="yes"?>
<Relationships xmlns="http://schemas.openxmlformats.org/package/2006/relationships"><Relationship Id="rId1" Type="http://schemas.openxmlformats.org/officeDocument/2006/relationships/customXmlProps" Target="itemProps118.xml"/></Relationships>
</file>

<file path=customXml/_rels/item119.xml.rels><?xml version="1.0" encoding="UTF-8" standalone="yes"?>
<Relationships xmlns="http://schemas.openxmlformats.org/package/2006/relationships"><Relationship Id="rId1" Type="http://schemas.openxmlformats.org/officeDocument/2006/relationships/customXmlProps" Target="itemProps119.xml"/></Relationships>
</file>

<file path=customXml/_rels/item120.xml.rels><?xml version="1.0" encoding="UTF-8" standalone="yes"?>
<Relationships xmlns="http://schemas.openxmlformats.org/package/2006/relationships"><Relationship Id="rId1" Type="http://schemas.openxmlformats.org/officeDocument/2006/relationships/customXmlProps" Target="itemProps120.xml"/></Relationships>
</file>

<file path=customXml/_rels/item121.xml.rels><?xml version="1.0" encoding="UTF-8" standalone="yes"?>
<Relationships xmlns="http://schemas.openxmlformats.org/package/2006/relationships"><Relationship Id="rId1" Type="http://schemas.openxmlformats.org/officeDocument/2006/relationships/customXmlProps" Target="itemProps121.xml"/></Relationships>
</file>

<file path=customXml/_rels/item122.xml.rels><?xml version="1.0" encoding="UTF-8" standalone="yes"?>
<Relationships xmlns="http://schemas.openxmlformats.org/package/2006/relationships"><Relationship Id="rId1" Type="http://schemas.openxmlformats.org/officeDocument/2006/relationships/customXmlProps" Target="itemProps122.xml"/></Relationships>
</file>

<file path=customXml/_rels/item123.xml.rels><?xml version="1.0" encoding="UTF-8" standalone="yes"?>
<Relationships xmlns="http://schemas.openxmlformats.org/package/2006/relationships"><Relationship Id="rId1" Type="http://schemas.openxmlformats.org/officeDocument/2006/relationships/customXmlProps" Target="itemProps123.xml"/></Relationships>
</file>

<file path=customXml/_rels/item124.xml.rels><?xml version="1.0" encoding="UTF-8" standalone="yes"?>
<Relationships xmlns="http://schemas.openxmlformats.org/package/2006/relationships"><Relationship Id="rId1" Type="http://schemas.openxmlformats.org/officeDocument/2006/relationships/customXmlProps" Target="itemProps124.xml"/></Relationships>
</file>

<file path=customXml/_rels/item125.xml.rels><?xml version="1.0" encoding="UTF-8" standalone="yes"?>
<Relationships xmlns="http://schemas.openxmlformats.org/package/2006/relationships"><Relationship Id="rId1" Type="http://schemas.openxmlformats.org/officeDocument/2006/relationships/customXmlProps" Target="itemProps125.xml"/></Relationships>
</file>

<file path=customXml/_rels/item126.xml.rels><?xml version="1.0" encoding="UTF-8" standalone="yes"?>
<Relationships xmlns="http://schemas.openxmlformats.org/package/2006/relationships"><Relationship Id="rId1" Type="http://schemas.openxmlformats.org/officeDocument/2006/relationships/customXmlProps" Target="itemProps126.xml"/></Relationships>
</file>

<file path=customXml/_rels/item127.xml.rels><?xml version="1.0" encoding="UTF-8" standalone="yes"?>
<Relationships xmlns="http://schemas.openxmlformats.org/package/2006/relationships"><Relationship Id="rId1" Type="http://schemas.openxmlformats.org/officeDocument/2006/relationships/customXmlProps" Target="itemProps127.xml"/></Relationships>
</file>

<file path=customXml/_rels/item128.xml.rels><?xml version="1.0" encoding="UTF-8" standalone="yes"?>
<Relationships xmlns="http://schemas.openxmlformats.org/package/2006/relationships"><Relationship Id="rId1" Type="http://schemas.openxmlformats.org/officeDocument/2006/relationships/customXmlProps" Target="itemProps128.xml"/></Relationships>
</file>

<file path=customXml/_rels/item129.xml.rels><?xml version="1.0" encoding="UTF-8" standalone="yes"?>
<Relationships xmlns="http://schemas.openxmlformats.org/package/2006/relationships"><Relationship Id="rId1" Type="http://schemas.openxmlformats.org/officeDocument/2006/relationships/customXmlProps" Target="itemProps129.xml"/></Relationships>
</file>

<file path=customXml/_rels/item130.xml.rels><?xml version="1.0" encoding="UTF-8" standalone="yes"?>
<Relationships xmlns="http://schemas.openxmlformats.org/package/2006/relationships"><Relationship Id="rId1" Type="http://schemas.openxmlformats.org/officeDocument/2006/relationships/customXmlProps" Target="itemProps130.xml"/></Relationships>
</file>

<file path=customXml/_rels/item131.xml.rels><?xml version="1.0" encoding="UTF-8" standalone="yes"?>
<Relationships xmlns="http://schemas.openxmlformats.org/package/2006/relationships"><Relationship Id="rId1" Type="http://schemas.openxmlformats.org/officeDocument/2006/relationships/customXmlProps" Target="itemProps131.xml"/></Relationships>
</file>

<file path=customXml/_rels/item132.xml.rels><?xml version="1.0" encoding="UTF-8" standalone="yes"?>
<Relationships xmlns="http://schemas.openxmlformats.org/package/2006/relationships"><Relationship Id="rId1" Type="http://schemas.openxmlformats.org/officeDocument/2006/relationships/customXmlProps" Target="itemProps132.xml"/></Relationships>
</file>

<file path=customXml/_rels/item133.xml.rels><?xml version="1.0" encoding="UTF-8" standalone="yes"?>
<Relationships xmlns="http://schemas.openxmlformats.org/package/2006/relationships"><Relationship Id="rId1" Type="http://schemas.openxmlformats.org/officeDocument/2006/relationships/customXmlProps" Target="itemProps133.xml"/></Relationships>
</file>

<file path=customXml/item1.xml>��
</file>

<file path=customXml/item2.xml>��
</file>

<file path=customXml/item3.xml>��
</file>

<file path=customXml/item4.xml>��
</file>

<file path=customXml/item5.xml>��
</file>

<file path=customXml/item6.xml>��
</file>

<file path=customXml/item7.xml>��
</file>

<file path=customXml/item8.xml><?xml version="1.0" encoding="utf-8"?>
<ct:contentTypeSchema xmlns:ct="http://schemas.microsoft.com/office/2006/metadata/contentType" xmlns:ma="http://schemas.microsoft.com/office/2006/metadata/properties/metaAttributes" ct:_="" ma:_="" ma:contentTypeName="Document" ma:contentTypeID="0x0101001CC90450323BF944A056C05D9632F2E1" ma:contentTypeVersion="6" ma:contentTypeDescription="Create a new document." ma:contentTypeScope="" ma:versionID="8ad0cff02f8856c8d358cfd7a8c4d22b">
  <xsd:schema xmlns:xsd="http://www.w3.org/2001/XMLSchema" xmlns:xs="http://www.w3.org/2001/XMLSchema" xmlns:p="http://schemas.microsoft.com/office/2006/metadata/properties" xmlns:ns2="32a12548-025c-4113-be0a-5de40f156b7f" xmlns:ns3="ad0c4147-2d43-4434-966d-a4e58ac9e85a" targetNamespace="http://schemas.microsoft.com/office/2006/metadata/properties" ma:root="true" ma:fieldsID="128fac691a6137bf2e25af61c0b4437e" ns2:_="" ns3:_="">
    <xsd:import namespace="32a12548-025c-4113-be0a-5de40f156b7f"/>
    <xsd:import namespace="ad0c4147-2d43-4434-966d-a4e58ac9e85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2a12548-025c-4113-be0a-5de40f156b7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d0c4147-2d43-4434-966d-a4e58ac9e85a"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9.xml>��
</file>

<file path=customXml/item10.xml>��
</file>

<file path=customXml/item11.xml>��
</file>

<file path=customXml/item12.xml>��
</file>

<file path=customXml/item13.xml>��
</file>

<file path=customXml/item14.xml>��
</file>

<file path=customXml/item15.xml>��
</file>

<file path=customXml/item16.xml><?xml version="1.0" encoding="utf-8"?>
<BBSettings xmlns="http://schemas.bloomberg.com/settings/1.0">
  <Item name="DocumentId_Charts">{57D20FD1-DD65-44A6-AE44-DE886E94B2A9}</Item>
  <Item xmlns="" name="ShapesMap_Charts">{"{57D20FD1-DD65-44A6-AE44-DE886E94B2A9}":{"3758":{},"3785":{},"3787":{},"3788":{},"3789":{},"3790":{},"3791":{},"3796":{},"3797":{},"3798":{},"3799":{},"3800":{},"3801":{},"3802":{},"3805":{},"3806":{},"3807":{},"3808":{},"3809":{},"3810":{},"3811":{},"3812":{},"451":{},"468":{},"989":{}}}</Item>
</BBSettings>
</file>

<file path=customXml/item17.xml>��
</file>

<file path=customXml/item18.xml>��
</file>

<file path=customXml/item19.xml>��
</file>

<file path=customXml/item20.xml>��
</file>

<file path=customXml/item21.xml>��
</file>

<file path=customXml/item22.xml>��
</file>

<file path=customXml/item23.xml>��
</file>

<file path=customXml/item24.xml>��
</file>

<file path=customXml/item25.xml>��
</file>

<file path=customXml/item26.xml>��
</file>

<file path=customXml/item27.xml>��
</file>

<file path=customXml/item28.xml>��
</file>

<file path=customXml/item29.xml>��
</file>

<file path=customXml/item30.xml>��
</file>

<file path=customXml/item31.xml>��
</file>

<file path=customXml/item32.xml>��
</file>

<file path=customXml/item33.xml>��
</file>

<file path=customXml/item34.xml>��
</file>

<file path=customXml/item35.xml>��
</file>

<file path=customXml/item36.xml>��
</file>

<file path=customXml/item37.xml>��
</file>

<file path=customXml/item38.xml>��
</file>

<file path=customXml/item39.xml>��
</file>

<file path=customXml/item40.xml>��
</file>

<file path=customXml/item41.xml>��
</file>

<file path=customXml/item42.xml>��
</file>

<file path=customXml/item43.xml>��
</file>

<file path=customXml/item44.xml>��
</file>

<file path=customXml/item45.xml>��
</file>

<file path=customXml/item46.xml>��
</file>

<file path=customXml/item47.xml>��
</file>

<file path=customXml/item48.xml>��
</file>

<file path=customXml/item49.xml>��
</file>

<file path=customXml/item50.xml>��
</file>

<file path=customXml/item51.xml>��
</file>

<file path=customXml/item52.xml>��
</file>

<file path=customXml/item53.xml>��
</file>

<file path=customXml/item54.xml><?xml version="1.0" encoding="utf-8"?>
<p:properties xmlns:p="http://schemas.microsoft.com/office/2006/metadata/properties" xmlns:xsi="http://www.w3.org/2001/XMLSchema-instance" xmlns:pc="http://schemas.microsoft.com/office/infopath/2007/PartnerControls">
  <documentManagement/>
</p:properties>
</file>

<file path=customXml/item55.xml>��
</file>

<file path=customXml/item56.xml>��
</file>

<file path=customXml/item57.xml>��
</file>

<file path=customXml/item58.xml>��
</file>

<file path=customXml/item59.xml>��
</file>

<file path=customXml/item60.xml>��
</file>

<file path=customXml/item61.xml>��
</file>

<file path=customXml/item62.xml>��
</file>

<file path=customXml/item63.xml>��
</file>

<file path=customXml/item64.xml>��
</file>

<file path=customXml/item65.xml>��
</file>

<file path=customXml/item66.xml>��
</file>

<file path=customXml/item67.xml>��
</file>

<file path=customXml/item68.xml>��
</file>

<file path=customXml/item69.xml>��
</file>

<file path=customXml/item70.xml>��
</file>

<file path=customXml/item71.xml>��
</file>

<file path=customXml/item72.xml>��
</file>

<file path=customXml/item73.xml>��
</file>

<file path=customXml/item74.xml>��
</file>

<file path=customXml/item75.xml>��
</file>

<file path=customXml/item76.xml>��
</file>

<file path=customXml/item77.xml>��
</file>

<file path=customXml/item78.xml>��
</file>

<file path=customXml/item79.xml>��
</file>

<file path=customXml/item80.xml>��
</file>

<file path=customXml/item81.xml>��
</file>

<file path=customXml/item82.xml>��
</file>

<file path=customXml/item83.xml>��
</file>

<file path=customXml/item84.xml>��
</file>

<file path=customXml/item85.xml>��
</file>

<file path=customXml/item86.xml>��
</file>

<file path=customXml/item87.xml>��
</file>

<file path=customXml/item88.xml>��
</file>

<file path=customXml/item89.xml>��
</file>

<file path=customXml/item90.xml>��
</file>

<file path=customXml/item91.xml>��
</file>

<file path=customXml/item92.xml>��
</file>

<file path=customXml/item93.xml>��
</file>

<file path=customXml/item94.xml>��
</file>

<file path=customXml/item95.xml>��
</file>

<file path=customXml/item96.xml>��
</file>

<file path=customXml/item97.xml>��
</file>

<file path=customXml/item98.xml>��
</file>

<file path=customXml/item99.xml>��
</file>

<file path=customXml/item100.xml>��
</file>

<file path=customXml/item101.xml>��
</file>

<file path=customXml/item102.xml>��
</file>

<file path=customXml/item103.xml>��
</file>

<file path=customXml/item104.xml>��
</file>

<file path=customXml/item105.xml>��
</file>

<file path=customXml/item106.xml>��
</file>

<file path=customXml/item107.xml>��
</file>

<file path=customXml/item108.xml>��
</file>

<file path=customXml/item109.xml>��
</file>

<file path=customXml/item110.xml>��
</file>

<file path=customXml/item111.xml>��
</file>

<file path=customXml/item112.xml>��
</file>

<file path=customXml/item113.xml>��
</file>

<file path=customXml/item114.xml>��
</file>

<file path=customXml/item115.xml>��
</file>

<file path=customXml/item116.xml>��
</file>

<file path=customXml/item117.xml>��
</file>

<file path=customXml/item118.xml>��
</file>

<file path=customXml/item119.xml>��
</file>

<file path=customXml/item120.xml>��
</file>

<file path=customXml/item121.xml>��
</file>

<file path=customXml/item122.xml>��
</file>

<file path=customXml/item123.xml>��
</file>

<file path=customXml/item124.xml>��
</file>

<file path=customXml/item125.xml>��
</file>

<file path=customXml/item126.xml><?xml version="1.0" encoding="utf-8"?>
<?mso-contentType ?>
<FormTemplates xmlns="http://schemas.microsoft.com/sharepoint/v3/contenttype/forms">
  <Display>DocumentLibraryForm</Display>
  <Edit>DocumentLibraryForm</Edit>
  <New>DocumentLibraryForm</New>
</FormTemplates>
</file>

<file path=customXml/item127.xml>��
</file>

<file path=customXml/item128.xml>��
</file>

<file path=customXml/item129.xml>��
</file>

<file path=customXml/item130.xml>��
</file>

<file path=customXml/item131.xml>��
</file>

<file path=customXml/item132.xml>��
</file>

<file path=customXml/item133.xml>��
</file>

<file path=customXml/itemProps1.xml><?xml version="1.0" encoding="utf-8"?>
<ds:datastoreItem xmlns:ds="http://schemas.openxmlformats.org/officeDocument/2006/customXml" ds:itemID="{AFDAF6D5-468B-4C41-BB33-F8C62B0740C6}">
  <ds:schemaRefs>
    <ds:schemaRef ds:uri="http://macabacus.com"/>
  </ds:schemaRefs>
</ds:datastoreItem>
</file>

<file path=customXml/itemProps2.xml><?xml version="1.0" encoding="utf-8"?>
<ds:datastoreItem xmlns:ds="http://schemas.openxmlformats.org/officeDocument/2006/customXml" ds:itemID="{A15087E0-4D39-4D26-957A-F9BF8AB7CD15}">
  <ds:schemaRefs>
    <ds:schemaRef ds:uri="http://macabacus.com"/>
  </ds:schemaRefs>
</ds:datastoreItem>
</file>

<file path=customXml/itemProps3.xml><?xml version="1.0" encoding="utf-8"?>
<ds:datastoreItem xmlns:ds="http://schemas.openxmlformats.org/officeDocument/2006/customXml" ds:itemID="{94AEEB49-1FF7-4848-94DC-D56CBDC3194B}">
  <ds:schemaRefs>
    <ds:schemaRef ds:uri="http://macabacus.com"/>
  </ds:schemaRefs>
</ds:datastoreItem>
</file>

<file path=customXml/itemProps4.xml><?xml version="1.0" encoding="utf-8"?>
<ds:datastoreItem xmlns:ds="http://schemas.openxmlformats.org/officeDocument/2006/customXml" ds:itemID="{A8C7D7F7-ECFD-4E99-B9F0-75E068103563}">
  <ds:schemaRefs>
    <ds:schemaRef ds:uri="http://macabacus.com"/>
  </ds:schemaRefs>
</ds:datastoreItem>
</file>

<file path=customXml/itemProps5.xml><?xml version="1.0" encoding="utf-8"?>
<ds:datastoreItem xmlns:ds="http://schemas.openxmlformats.org/officeDocument/2006/customXml" ds:itemID="{24886683-8F5D-4A66-977D-67B7EB883013}">
  <ds:schemaRefs>
    <ds:schemaRef ds:uri="http://macabacus.com"/>
  </ds:schemaRefs>
</ds:datastoreItem>
</file>

<file path=customXml/itemProps6.xml><?xml version="1.0" encoding="utf-8"?>
<ds:datastoreItem xmlns:ds="http://schemas.openxmlformats.org/officeDocument/2006/customXml" ds:itemID="{4E7DBD33-61D1-40AC-854D-8450BED07E7A}">
  <ds:schemaRefs>
    <ds:schemaRef ds:uri="http://macabacus.com"/>
  </ds:schemaRefs>
</ds:datastoreItem>
</file>

<file path=customXml/itemProps7.xml><?xml version="1.0" encoding="utf-8"?>
<ds:datastoreItem xmlns:ds="http://schemas.openxmlformats.org/officeDocument/2006/customXml" ds:itemID="{D014C11A-0CB9-479C-B3CC-CF3C2287EE75}">
  <ds:schemaRefs>
    <ds:schemaRef ds:uri="http://macabacus.com"/>
  </ds:schemaRefs>
</ds:datastoreItem>
</file>

<file path=customXml/itemProps8.xml><?xml version="1.0" encoding="utf-8"?>
<ds:datastoreItem xmlns:ds="http://schemas.openxmlformats.org/officeDocument/2006/customXml" ds:itemID="{6657102E-5085-4889-845D-E39E46B8C980}">
  <ds:schemaRefs>
    <ds:schemaRef ds:uri="32a12548-025c-4113-be0a-5de40f156b7f"/>
    <ds:schemaRef ds:uri="ad0c4147-2d43-4434-966d-a4e58ac9e85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9.xml><?xml version="1.0" encoding="utf-8"?>
<ds:datastoreItem xmlns:ds="http://schemas.openxmlformats.org/officeDocument/2006/customXml" ds:itemID="{D395FDE2-DCDA-44FB-99D6-EB6FCC6A5548}">
  <ds:schemaRefs>
    <ds:schemaRef ds:uri="http://macabacus.com"/>
  </ds:schemaRefs>
</ds:datastoreItem>
</file>

<file path=customXml/itemProps10.xml><?xml version="1.0" encoding="utf-8"?>
<ds:datastoreItem xmlns:ds="http://schemas.openxmlformats.org/officeDocument/2006/customXml" ds:itemID="{C9507455-816F-4254-9CF8-8B9C4EB1431B}">
  <ds:schemaRefs>
    <ds:schemaRef ds:uri="http://macabacus.com"/>
  </ds:schemaRefs>
</ds:datastoreItem>
</file>

<file path=customXml/itemProps11.xml><?xml version="1.0" encoding="utf-8"?>
<ds:datastoreItem xmlns:ds="http://schemas.openxmlformats.org/officeDocument/2006/customXml" ds:itemID="{0278805A-B6E0-4ACE-B365-E5FC9EC16178}">
  <ds:schemaRefs>
    <ds:schemaRef ds:uri="http://macabacus.com"/>
  </ds:schemaRefs>
</ds:datastoreItem>
</file>

<file path=customXml/itemProps12.xml><?xml version="1.0" encoding="utf-8"?>
<ds:datastoreItem xmlns:ds="http://schemas.openxmlformats.org/officeDocument/2006/customXml" ds:itemID="{9E9D5AF6-EDD7-4950-BDCC-2FED30665885}">
  <ds:schemaRefs>
    <ds:schemaRef ds:uri="http://macabacus.com"/>
  </ds:schemaRefs>
</ds:datastoreItem>
</file>

<file path=customXml/itemProps13.xml><?xml version="1.0" encoding="utf-8"?>
<ds:datastoreItem xmlns:ds="http://schemas.openxmlformats.org/officeDocument/2006/customXml" ds:itemID="{828BBFB9-B2F5-4A23-8821-8D98CCD5379F}">
  <ds:schemaRefs>
    <ds:schemaRef ds:uri="http://macabacus.com"/>
  </ds:schemaRefs>
</ds:datastoreItem>
</file>

<file path=customXml/itemProps14.xml><?xml version="1.0" encoding="utf-8"?>
<ds:datastoreItem xmlns:ds="http://schemas.openxmlformats.org/officeDocument/2006/customXml" ds:itemID="{6F74B883-01D0-491F-AC29-F1B1F36A687B}">
  <ds:schemaRefs>
    <ds:schemaRef ds:uri="http://macabacus.com"/>
  </ds:schemaRefs>
</ds:datastoreItem>
</file>

<file path=customXml/itemProps15.xml><?xml version="1.0" encoding="utf-8"?>
<ds:datastoreItem xmlns:ds="http://schemas.openxmlformats.org/officeDocument/2006/customXml" ds:itemID="{91EEAC99-15C0-42ED-AD86-D2686EBF1DA2}">
  <ds:schemaRefs>
    <ds:schemaRef ds:uri="http://macabacus.com"/>
  </ds:schemaRefs>
</ds:datastoreItem>
</file>

<file path=customXml/itemProps16.xml><?xml version="1.0" encoding="utf-8"?>
<ds:datastoreItem xmlns:ds="http://schemas.openxmlformats.org/officeDocument/2006/customXml" ds:itemID="{A610CDE8-7690-4B65-88AE-83661C6FA315}">
  <ds:schemaRefs>
    <ds:schemaRef ds:uri=""/>
    <ds:schemaRef ds:uri="http://schemas.bloomberg.com/settings/1.0"/>
  </ds:schemaRefs>
</ds:datastoreItem>
</file>

<file path=customXml/itemProps17.xml><?xml version="1.0" encoding="utf-8"?>
<ds:datastoreItem xmlns:ds="http://schemas.openxmlformats.org/officeDocument/2006/customXml" ds:itemID="{4E49E78D-54E1-4A7E-AA90-39082CD5CBA2}">
  <ds:schemaRefs>
    <ds:schemaRef ds:uri="http://macabacus.com"/>
  </ds:schemaRefs>
</ds:datastoreItem>
</file>

<file path=customXml/itemProps18.xml><?xml version="1.0" encoding="utf-8"?>
<ds:datastoreItem xmlns:ds="http://schemas.openxmlformats.org/officeDocument/2006/customXml" ds:itemID="{04A274B0-93FC-47F0-870B-502F2F0F7326}">
  <ds:schemaRefs>
    <ds:schemaRef ds:uri="http://macabacus.com"/>
  </ds:schemaRefs>
</ds:datastoreItem>
</file>

<file path=customXml/itemProps19.xml><?xml version="1.0" encoding="utf-8"?>
<ds:datastoreItem xmlns:ds="http://schemas.openxmlformats.org/officeDocument/2006/customXml" ds:itemID="{AC3D7D10-DA7B-4C46-A440-D35FBEEB613C}">
  <ds:schemaRefs>
    <ds:schemaRef ds:uri="http://macabacus.com"/>
  </ds:schemaRefs>
</ds:datastoreItem>
</file>

<file path=customXml/itemProps20.xml><?xml version="1.0" encoding="utf-8"?>
<ds:datastoreItem xmlns:ds="http://schemas.openxmlformats.org/officeDocument/2006/customXml" ds:itemID="{0EE1E98B-F3F6-4C3A-B3F4-D56F144C0ED1}">
  <ds:schemaRefs>
    <ds:schemaRef ds:uri="http://macabacus.com"/>
  </ds:schemaRefs>
</ds:datastoreItem>
</file>

<file path=customXml/itemProps21.xml><?xml version="1.0" encoding="utf-8"?>
<ds:datastoreItem xmlns:ds="http://schemas.openxmlformats.org/officeDocument/2006/customXml" ds:itemID="{0A92F38C-85E9-4AC0-BF0E-E22A4AD79D09}">
  <ds:schemaRefs>
    <ds:schemaRef ds:uri="http://macabacus.com"/>
  </ds:schemaRefs>
</ds:datastoreItem>
</file>

<file path=customXml/itemProps22.xml><?xml version="1.0" encoding="utf-8"?>
<ds:datastoreItem xmlns:ds="http://schemas.openxmlformats.org/officeDocument/2006/customXml" ds:itemID="{C9D376EA-5B2C-48DC-ADAC-7A4A4950557F}">
  <ds:schemaRefs>
    <ds:schemaRef ds:uri="http://macabacus.com"/>
  </ds:schemaRefs>
</ds:datastoreItem>
</file>

<file path=customXml/itemProps23.xml><?xml version="1.0" encoding="utf-8"?>
<ds:datastoreItem xmlns:ds="http://schemas.openxmlformats.org/officeDocument/2006/customXml" ds:itemID="{A2C983DD-E8B1-49FB-BF06-72675BD1246C}">
  <ds:schemaRefs>
    <ds:schemaRef ds:uri="http://macabacus.com"/>
  </ds:schemaRefs>
</ds:datastoreItem>
</file>

<file path=customXml/itemProps24.xml><?xml version="1.0" encoding="utf-8"?>
<ds:datastoreItem xmlns:ds="http://schemas.openxmlformats.org/officeDocument/2006/customXml" ds:itemID="{653109CF-558B-4EDB-AF2E-1C87DE3D1396}">
  <ds:schemaRefs>
    <ds:schemaRef ds:uri="http://macabacus.com"/>
  </ds:schemaRefs>
</ds:datastoreItem>
</file>

<file path=customXml/itemProps25.xml><?xml version="1.0" encoding="utf-8"?>
<ds:datastoreItem xmlns:ds="http://schemas.openxmlformats.org/officeDocument/2006/customXml" ds:itemID="{6557C92F-E465-4DFF-8A7E-DBA031979CE3}">
  <ds:schemaRefs>
    <ds:schemaRef ds:uri="http://macabacus.com"/>
  </ds:schemaRefs>
</ds:datastoreItem>
</file>

<file path=customXml/itemProps26.xml><?xml version="1.0" encoding="utf-8"?>
<ds:datastoreItem xmlns:ds="http://schemas.openxmlformats.org/officeDocument/2006/customXml" ds:itemID="{96315420-B635-4BA3-AD64-ED3197249883}">
  <ds:schemaRefs>
    <ds:schemaRef ds:uri="http://macabacus.com"/>
  </ds:schemaRefs>
</ds:datastoreItem>
</file>

<file path=customXml/itemProps27.xml><?xml version="1.0" encoding="utf-8"?>
<ds:datastoreItem xmlns:ds="http://schemas.openxmlformats.org/officeDocument/2006/customXml" ds:itemID="{6C499524-575A-4CC8-BB3E-4BD9850A135B}">
  <ds:schemaRefs>
    <ds:schemaRef ds:uri="http://macabacus.com"/>
  </ds:schemaRefs>
</ds:datastoreItem>
</file>

<file path=customXml/itemProps28.xml><?xml version="1.0" encoding="utf-8"?>
<ds:datastoreItem xmlns:ds="http://schemas.openxmlformats.org/officeDocument/2006/customXml" ds:itemID="{193BF2A5-6AC1-41F0-9A65-CE83FA056F80}">
  <ds:schemaRefs>
    <ds:schemaRef ds:uri="http://macabacus.com"/>
  </ds:schemaRefs>
</ds:datastoreItem>
</file>

<file path=customXml/itemProps29.xml><?xml version="1.0" encoding="utf-8"?>
<ds:datastoreItem xmlns:ds="http://schemas.openxmlformats.org/officeDocument/2006/customXml" ds:itemID="{D8700D8D-62CA-481B-B998-7BE282AEF742}">
  <ds:schemaRefs>
    <ds:schemaRef ds:uri="http://macabacus.com"/>
  </ds:schemaRefs>
</ds:datastoreItem>
</file>

<file path=customXml/itemProps30.xml><?xml version="1.0" encoding="utf-8"?>
<ds:datastoreItem xmlns:ds="http://schemas.openxmlformats.org/officeDocument/2006/customXml" ds:itemID="{2EA9E129-ED27-466E-BF86-590A6D772B04}">
  <ds:schemaRefs>
    <ds:schemaRef ds:uri="http://macabacus.com"/>
  </ds:schemaRefs>
</ds:datastoreItem>
</file>

<file path=customXml/itemProps31.xml><?xml version="1.0" encoding="utf-8"?>
<ds:datastoreItem xmlns:ds="http://schemas.openxmlformats.org/officeDocument/2006/customXml" ds:itemID="{8A23D2F2-04A4-4EE7-A793-E0543ECBBCF9}">
  <ds:schemaRefs>
    <ds:schemaRef ds:uri="http://macabacus.com"/>
  </ds:schemaRefs>
</ds:datastoreItem>
</file>

<file path=customXml/itemProps32.xml><?xml version="1.0" encoding="utf-8"?>
<ds:datastoreItem xmlns:ds="http://schemas.openxmlformats.org/officeDocument/2006/customXml" ds:itemID="{21D6C46F-170C-4F46-AF8C-B5348FCFC490}">
  <ds:schemaRefs>
    <ds:schemaRef ds:uri="http://macabacus.com"/>
  </ds:schemaRefs>
</ds:datastoreItem>
</file>

<file path=customXml/itemProps33.xml><?xml version="1.0" encoding="utf-8"?>
<ds:datastoreItem xmlns:ds="http://schemas.openxmlformats.org/officeDocument/2006/customXml" ds:itemID="{A02840BE-FEC0-4982-AC1C-360DB1E54A68}">
  <ds:schemaRefs>
    <ds:schemaRef ds:uri="http://macabacus.com"/>
  </ds:schemaRefs>
</ds:datastoreItem>
</file>

<file path=customXml/itemProps34.xml><?xml version="1.0" encoding="utf-8"?>
<ds:datastoreItem xmlns:ds="http://schemas.openxmlformats.org/officeDocument/2006/customXml" ds:itemID="{48A0D701-53B6-4964-BFAD-B8FCAB125AF3}">
  <ds:schemaRefs>
    <ds:schemaRef ds:uri="http://macabacus.com"/>
  </ds:schemaRefs>
</ds:datastoreItem>
</file>

<file path=customXml/itemProps35.xml><?xml version="1.0" encoding="utf-8"?>
<ds:datastoreItem xmlns:ds="http://schemas.openxmlformats.org/officeDocument/2006/customXml" ds:itemID="{060E31B7-EAAB-4D10-BD59-6966D23424AD}">
  <ds:schemaRefs>
    <ds:schemaRef ds:uri="http://macabacus.com"/>
  </ds:schemaRefs>
</ds:datastoreItem>
</file>

<file path=customXml/itemProps36.xml><?xml version="1.0" encoding="utf-8"?>
<ds:datastoreItem xmlns:ds="http://schemas.openxmlformats.org/officeDocument/2006/customXml" ds:itemID="{04DEB12B-8F62-49EF-AA9D-6ECE1CD23AA0}">
  <ds:schemaRefs>
    <ds:schemaRef ds:uri="http://macabacus.com"/>
  </ds:schemaRefs>
</ds:datastoreItem>
</file>

<file path=customXml/itemProps37.xml><?xml version="1.0" encoding="utf-8"?>
<ds:datastoreItem xmlns:ds="http://schemas.openxmlformats.org/officeDocument/2006/customXml" ds:itemID="{52778C26-298A-42D0-A002-BFD67249CC89}">
  <ds:schemaRefs>
    <ds:schemaRef ds:uri="http://macabacus.com"/>
  </ds:schemaRefs>
</ds:datastoreItem>
</file>

<file path=customXml/itemProps38.xml><?xml version="1.0" encoding="utf-8"?>
<ds:datastoreItem xmlns:ds="http://schemas.openxmlformats.org/officeDocument/2006/customXml" ds:itemID="{4DB1A4AD-FB36-45D2-93DE-E792E1C1DE15}">
  <ds:schemaRefs>
    <ds:schemaRef ds:uri="http://macabacus.com"/>
  </ds:schemaRefs>
</ds:datastoreItem>
</file>

<file path=customXml/itemProps39.xml><?xml version="1.0" encoding="utf-8"?>
<ds:datastoreItem xmlns:ds="http://schemas.openxmlformats.org/officeDocument/2006/customXml" ds:itemID="{99387AD8-6435-4031-AED1-B765E693B6D8}">
  <ds:schemaRefs>
    <ds:schemaRef ds:uri="http://macabacus.com"/>
  </ds:schemaRefs>
</ds:datastoreItem>
</file>

<file path=customXml/itemProps40.xml><?xml version="1.0" encoding="utf-8"?>
<ds:datastoreItem xmlns:ds="http://schemas.openxmlformats.org/officeDocument/2006/customXml" ds:itemID="{326E4EF2-6C1C-4D86-9022-5819E0A56E05}">
  <ds:schemaRefs>
    <ds:schemaRef ds:uri="http://macabacus.com"/>
  </ds:schemaRefs>
</ds:datastoreItem>
</file>

<file path=customXml/itemProps41.xml><?xml version="1.0" encoding="utf-8"?>
<ds:datastoreItem xmlns:ds="http://schemas.openxmlformats.org/officeDocument/2006/customXml" ds:itemID="{96A42BE5-0098-4369-B3D2-88BA3C2D62E4}">
  <ds:schemaRefs>
    <ds:schemaRef ds:uri="http://macabacus.com"/>
  </ds:schemaRefs>
</ds:datastoreItem>
</file>

<file path=customXml/itemProps42.xml><?xml version="1.0" encoding="utf-8"?>
<ds:datastoreItem xmlns:ds="http://schemas.openxmlformats.org/officeDocument/2006/customXml" ds:itemID="{135AED11-E2E2-48F5-BD3B-9F087132F148}">
  <ds:schemaRefs>
    <ds:schemaRef ds:uri="http://macabacus.com"/>
  </ds:schemaRefs>
</ds:datastoreItem>
</file>

<file path=customXml/itemProps43.xml><?xml version="1.0" encoding="utf-8"?>
<ds:datastoreItem xmlns:ds="http://schemas.openxmlformats.org/officeDocument/2006/customXml" ds:itemID="{E87F85AD-EF6D-4F4B-8AD6-791F8294E1E1}">
  <ds:schemaRefs>
    <ds:schemaRef ds:uri="http://macabacus.com"/>
  </ds:schemaRefs>
</ds:datastoreItem>
</file>

<file path=customXml/itemProps44.xml><?xml version="1.0" encoding="utf-8"?>
<ds:datastoreItem xmlns:ds="http://schemas.openxmlformats.org/officeDocument/2006/customXml" ds:itemID="{27AA862D-5A85-4E8B-B77F-137484C22EEF}">
  <ds:schemaRefs>
    <ds:schemaRef ds:uri="http://macabacus.com"/>
  </ds:schemaRefs>
</ds:datastoreItem>
</file>

<file path=customXml/itemProps45.xml><?xml version="1.0" encoding="utf-8"?>
<ds:datastoreItem xmlns:ds="http://schemas.openxmlformats.org/officeDocument/2006/customXml" ds:itemID="{37AC0175-97FD-4709-BFA4-236FDE52EAD6}">
  <ds:schemaRefs>
    <ds:schemaRef ds:uri="http://macabacus.com"/>
  </ds:schemaRefs>
</ds:datastoreItem>
</file>

<file path=customXml/itemProps46.xml><?xml version="1.0" encoding="utf-8"?>
<ds:datastoreItem xmlns:ds="http://schemas.openxmlformats.org/officeDocument/2006/customXml" ds:itemID="{4FD8E487-F81B-4EE6-9364-ED05FF32A0B0}">
  <ds:schemaRefs>
    <ds:schemaRef ds:uri="http://macabacus.com"/>
  </ds:schemaRefs>
</ds:datastoreItem>
</file>

<file path=customXml/itemProps47.xml><?xml version="1.0" encoding="utf-8"?>
<ds:datastoreItem xmlns:ds="http://schemas.openxmlformats.org/officeDocument/2006/customXml" ds:itemID="{026E6971-A25B-4691-B6AB-872A4B216A56}">
  <ds:schemaRefs>
    <ds:schemaRef ds:uri="http://macabacus.com"/>
  </ds:schemaRefs>
</ds:datastoreItem>
</file>

<file path=customXml/itemProps48.xml><?xml version="1.0" encoding="utf-8"?>
<ds:datastoreItem xmlns:ds="http://schemas.openxmlformats.org/officeDocument/2006/customXml" ds:itemID="{C9A0195F-520C-464B-A87E-C3BAC10A9A4B}">
  <ds:schemaRefs>
    <ds:schemaRef ds:uri="http://macabacus.com"/>
  </ds:schemaRefs>
</ds:datastoreItem>
</file>

<file path=customXml/itemProps49.xml><?xml version="1.0" encoding="utf-8"?>
<ds:datastoreItem xmlns:ds="http://schemas.openxmlformats.org/officeDocument/2006/customXml" ds:itemID="{21E72A72-0F4B-4A03-BBA3-6A27C826890C}">
  <ds:schemaRefs>
    <ds:schemaRef ds:uri="http://macabacus.com"/>
  </ds:schemaRefs>
</ds:datastoreItem>
</file>

<file path=customXml/itemProps50.xml><?xml version="1.0" encoding="utf-8"?>
<ds:datastoreItem xmlns:ds="http://schemas.openxmlformats.org/officeDocument/2006/customXml" ds:itemID="{8224CE37-2AC9-4E57-A290-E612B28B1E29}">
  <ds:schemaRefs>
    <ds:schemaRef ds:uri="http://macabacus.com"/>
  </ds:schemaRefs>
</ds:datastoreItem>
</file>

<file path=customXml/itemProps51.xml><?xml version="1.0" encoding="utf-8"?>
<ds:datastoreItem xmlns:ds="http://schemas.openxmlformats.org/officeDocument/2006/customXml" ds:itemID="{FF53D666-BCA9-4939-B85D-F850F488C154}">
  <ds:schemaRefs>
    <ds:schemaRef ds:uri="http://macabacus.com"/>
  </ds:schemaRefs>
</ds:datastoreItem>
</file>

<file path=customXml/itemProps52.xml><?xml version="1.0" encoding="utf-8"?>
<ds:datastoreItem xmlns:ds="http://schemas.openxmlformats.org/officeDocument/2006/customXml" ds:itemID="{45633EBB-578B-4C7B-93AC-4E29E4D8C720}">
  <ds:schemaRefs>
    <ds:schemaRef ds:uri="http://macabacus.com"/>
  </ds:schemaRefs>
</ds:datastoreItem>
</file>

<file path=customXml/itemProps53.xml><?xml version="1.0" encoding="utf-8"?>
<ds:datastoreItem xmlns:ds="http://schemas.openxmlformats.org/officeDocument/2006/customXml" ds:itemID="{C6FE8F90-0EC5-42EE-A96E-E8FDE77EC9CA}">
  <ds:schemaRefs>
    <ds:schemaRef ds:uri="http://macabacus.com"/>
  </ds:schemaRefs>
</ds:datastoreItem>
</file>

<file path=customXml/itemProps54.xml><?xml version="1.0" encoding="utf-8"?>
<ds:datastoreItem xmlns:ds="http://schemas.openxmlformats.org/officeDocument/2006/customXml" ds:itemID="{966DE84E-BD51-4115-85D7-67C62A316FDF}">
  <ds:schemaRefs>
    <ds:schemaRef ds:uri="http://purl.org/dc/terms/"/>
    <ds:schemaRef ds:uri="http://schemas.microsoft.com/office/infopath/2007/PartnerControls"/>
    <ds:schemaRef ds:uri="http://purl.org/dc/dcmitype/"/>
    <ds:schemaRef ds:uri="ad0c4147-2d43-4434-966d-a4e58ac9e85a"/>
    <ds:schemaRef ds:uri="http://schemas.microsoft.com/office/2006/documentManagement/types"/>
    <ds:schemaRef ds:uri="http://www.w3.org/XML/1998/namespace"/>
    <ds:schemaRef ds:uri="http://purl.org/dc/elements/1.1/"/>
    <ds:schemaRef ds:uri="http://schemas.openxmlformats.org/package/2006/metadata/core-properties"/>
    <ds:schemaRef ds:uri="32a12548-025c-4113-be0a-5de40f156b7f"/>
    <ds:schemaRef ds:uri="http://schemas.microsoft.com/office/2006/metadata/properties"/>
  </ds:schemaRefs>
</ds:datastoreItem>
</file>

<file path=customXml/itemProps55.xml><?xml version="1.0" encoding="utf-8"?>
<ds:datastoreItem xmlns:ds="http://schemas.openxmlformats.org/officeDocument/2006/customXml" ds:itemID="{8A14217F-6C52-425C-B096-1E1D2690959E}">
  <ds:schemaRefs>
    <ds:schemaRef ds:uri="http://macabacus.com"/>
  </ds:schemaRefs>
</ds:datastoreItem>
</file>

<file path=customXml/itemProps56.xml><?xml version="1.0" encoding="utf-8"?>
<ds:datastoreItem xmlns:ds="http://schemas.openxmlformats.org/officeDocument/2006/customXml" ds:itemID="{2BE2369D-0F51-490B-967A-E772A297543D}">
  <ds:schemaRefs>
    <ds:schemaRef ds:uri="http://macabacus.com"/>
  </ds:schemaRefs>
</ds:datastoreItem>
</file>

<file path=customXml/itemProps57.xml><?xml version="1.0" encoding="utf-8"?>
<ds:datastoreItem xmlns:ds="http://schemas.openxmlformats.org/officeDocument/2006/customXml" ds:itemID="{5E380FEB-070E-4283-8187-4B93836E0F74}">
  <ds:schemaRefs>
    <ds:schemaRef ds:uri="http://macabacus.com"/>
  </ds:schemaRefs>
</ds:datastoreItem>
</file>

<file path=customXml/itemProps58.xml><?xml version="1.0" encoding="utf-8"?>
<ds:datastoreItem xmlns:ds="http://schemas.openxmlformats.org/officeDocument/2006/customXml" ds:itemID="{466ACEC2-36CC-405C-ACF5-E6D313DA275E}">
  <ds:schemaRefs>
    <ds:schemaRef ds:uri="http://macabacus.com"/>
  </ds:schemaRefs>
</ds:datastoreItem>
</file>

<file path=customXml/itemProps59.xml><?xml version="1.0" encoding="utf-8"?>
<ds:datastoreItem xmlns:ds="http://schemas.openxmlformats.org/officeDocument/2006/customXml" ds:itemID="{5056A744-3AA2-41D9-9520-DA4884EEB787}">
  <ds:schemaRefs>
    <ds:schemaRef ds:uri="http://macabacus.com"/>
  </ds:schemaRefs>
</ds:datastoreItem>
</file>

<file path=customXml/itemProps60.xml><?xml version="1.0" encoding="utf-8"?>
<ds:datastoreItem xmlns:ds="http://schemas.openxmlformats.org/officeDocument/2006/customXml" ds:itemID="{74A2F58B-1863-463B-9A17-9FD6002DF3EA}">
  <ds:schemaRefs>
    <ds:schemaRef ds:uri="http://macabacus.com"/>
  </ds:schemaRefs>
</ds:datastoreItem>
</file>

<file path=customXml/itemProps61.xml><?xml version="1.0" encoding="utf-8"?>
<ds:datastoreItem xmlns:ds="http://schemas.openxmlformats.org/officeDocument/2006/customXml" ds:itemID="{DAE1DB7B-35E0-4ECA-93EC-ECC5FE3E17EE}">
  <ds:schemaRefs>
    <ds:schemaRef ds:uri="http://macabacus.com"/>
  </ds:schemaRefs>
</ds:datastoreItem>
</file>

<file path=customXml/itemProps62.xml><?xml version="1.0" encoding="utf-8"?>
<ds:datastoreItem xmlns:ds="http://schemas.openxmlformats.org/officeDocument/2006/customXml" ds:itemID="{BEA8E2CE-36C8-4400-AFC6-BBFEFA1698F1}">
  <ds:schemaRefs>
    <ds:schemaRef ds:uri="http://macabacus.com"/>
  </ds:schemaRefs>
</ds:datastoreItem>
</file>

<file path=customXml/itemProps63.xml><?xml version="1.0" encoding="utf-8"?>
<ds:datastoreItem xmlns:ds="http://schemas.openxmlformats.org/officeDocument/2006/customXml" ds:itemID="{8335B9E6-8E9C-4193-B118-B8BCC70B74E9}">
  <ds:schemaRefs>
    <ds:schemaRef ds:uri="http://macabacus.com"/>
  </ds:schemaRefs>
</ds:datastoreItem>
</file>

<file path=customXml/itemProps64.xml><?xml version="1.0" encoding="utf-8"?>
<ds:datastoreItem xmlns:ds="http://schemas.openxmlformats.org/officeDocument/2006/customXml" ds:itemID="{05361EA6-CB62-40B6-9F3E-042F3E4B57AD}">
  <ds:schemaRefs>
    <ds:schemaRef ds:uri="http://macabacus.com"/>
  </ds:schemaRefs>
</ds:datastoreItem>
</file>

<file path=customXml/itemProps65.xml><?xml version="1.0" encoding="utf-8"?>
<ds:datastoreItem xmlns:ds="http://schemas.openxmlformats.org/officeDocument/2006/customXml" ds:itemID="{8EC9C2FB-156C-4C94-9EA1-947D106A7A1C}">
  <ds:schemaRefs>
    <ds:schemaRef ds:uri="http://macabacus.com"/>
  </ds:schemaRefs>
</ds:datastoreItem>
</file>

<file path=customXml/itemProps66.xml><?xml version="1.0" encoding="utf-8"?>
<ds:datastoreItem xmlns:ds="http://schemas.openxmlformats.org/officeDocument/2006/customXml" ds:itemID="{CF6370B2-B797-4A92-8D4E-6AB628AD784B}">
  <ds:schemaRefs>
    <ds:schemaRef ds:uri="http://macabacus.com"/>
  </ds:schemaRefs>
</ds:datastoreItem>
</file>

<file path=customXml/itemProps67.xml><?xml version="1.0" encoding="utf-8"?>
<ds:datastoreItem xmlns:ds="http://schemas.openxmlformats.org/officeDocument/2006/customXml" ds:itemID="{ECA05229-FA42-44D7-9C2F-E2408D0994AD}">
  <ds:schemaRefs>
    <ds:schemaRef ds:uri="http://macabacus.com"/>
  </ds:schemaRefs>
</ds:datastoreItem>
</file>

<file path=customXml/itemProps68.xml><?xml version="1.0" encoding="utf-8"?>
<ds:datastoreItem xmlns:ds="http://schemas.openxmlformats.org/officeDocument/2006/customXml" ds:itemID="{F268AA44-7F72-4408-9F14-9C65699ED944}">
  <ds:schemaRefs>
    <ds:schemaRef ds:uri="http://macabacus.com"/>
  </ds:schemaRefs>
</ds:datastoreItem>
</file>

<file path=customXml/itemProps69.xml><?xml version="1.0" encoding="utf-8"?>
<ds:datastoreItem xmlns:ds="http://schemas.openxmlformats.org/officeDocument/2006/customXml" ds:itemID="{F1E614D4-EFE9-43AE-9DE1-D0A67D6BB1F4}">
  <ds:schemaRefs>
    <ds:schemaRef ds:uri="http://macabacus.com"/>
  </ds:schemaRefs>
</ds:datastoreItem>
</file>

<file path=customXml/itemProps70.xml><?xml version="1.0" encoding="utf-8"?>
<ds:datastoreItem xmlns:ds="http://schemas.openxmlformats.org/officeDocument/2006/customXml" ds:itemID="{5A0E3FFC-BC1B-4313-8A6D-8AE2AE15BF53}">
  <ds:schemaRefs>
    <ds:schemaRef ds:uri="http://macabacus.com"/>
  </ds:schemaRefs>
</ds:datastoreItem>
</file>

<file path=customXml/itemProps71.xml><?xml version="1.0" encoding="utf-8"?>
<ds:datastoreItem xmlns:ds="http://schemas.openxmlformats.org/officeDocument/2006/customXml" ds:itemID="{75303608-EDD5-446E-9527-DD37A1396F94}">
  <ds:schemaRefs>
    <ds:schemaRef ds:uri="http://macabacus.com"/>
  </ds:schemaRefs>
</ds:datastoreItem>
</file>

<file path=customXml/itemProps72.xml><?xml version="1.0" encoding="utf-8"?>
<ds:datastoreItem xmlns:ds="http://schemas.openxmlformats.org/officeDocument/2006/customXml" ds:itemID="{4B5CD039-CA50-4F51-B46A-8DED96384D34}">
  <ds:schemaRefs>
    <ds:schemaRef ds:uri="http://macabacus.com"/>
  </ds:schemaRefs>
</ds:datastoreItem>
</file>

<file path=customXml/itemProps73.xml><?xml version="1.0" encoding="utf-8"?>
<ds:datastoreItem xmlns:ds="http://schemas.openxmlformats.org/officeDocument/2006/customXml" ds:itemID="{61CAF986-50B4-4EEB-B960-EA6507E45A95}">
  <ds:schemaRefs>
    <ds:schemaRef ds:uri="http://macabacus.com"/>
  </ds:schemaRefs>
</ds:datastoreItem>
</file>

<file path=customXml/itemProps74.xml><?xml version="1.0" encoding="utf-8"?>
<ds:datastoreItem xmlns:ds="http://schemas.openxmlformats.org/officeDocument/2006/customXml" ds:itemID="{30A181CB-C4A9-4042-9ABF-5A445AE688A4}">
  <ds:schemaRefs>
    <ds:schemaRef ds:uri="http://macabacus.com"/>
  </ds:schemaRefs>
</ds:datastoreItem>
</file>

<file path=customXml/itemProps75.xml><?xml version="1.0" encoding="utf-8"?>
<ds:datastoreItem xmlns:ds="http://schemas.openxmlformats.org/officeDocument/2006/customXml" ds:itemID="{F8D26A2D-69D9-4420-B593-4E039EC17DF5}">
  <ds:schemaRefs>
    <ds:schemaRef ds:uri="http://macabacus.com"/>
  </ds:schemaRefs>
</ds:datastoreItem>
</file>

<file path=customXml/itemProps76.xml><?xml version="1.0" encoding="utf-8"?>
<ds:datastoreItem xmlns:ds="http://schemas.openxmlformats.org/officeDocument/2006/customXml" ds:itemID="{550D905A-1840-4CB8-B248-18B4A80B80D6}">
  <ds:schemaRefs>
    <ds:schemaRef ds:uri="http://macabacus.com"/>
  </ds:schemaRefs>
</ds:datastoreItem>
</file>

<file path=customXml/itemProps77.xml><?xml version="1.0" encoding="utf-8"?>
<ds:datastoreItem xmlns:ds="http://schemas.openxmlformats.org/officeDocument/2006/customXml" ds:itemID="{3C2EE3FF-F903-4F4A-A361-687B89ADBF5D}">
  <ds:schemaRefs>
    <ds:schemaRef ds:uri="http://macabacus.com"/>
  </ds:schemaRefs>
</ds:datastoreItem>
</file>

<file path=customXml/itemProps78.xml><?xml version="1.0" encoding="utf-8"?>
<ds:datastoreItem xmlns:ds="http://schemas.openxmlformats.org/officeDocument/2006/customXml" ds:itemID="{9066CBFA-1D84-48FB-8F84-9A0C96FA636D}">
  <ds:schemaRefs>
    <ds:schemaRef ds:uri="http://macabacus.com"/>
  </ds:schemaRefs>
</ds:datastoreItem>
</file>

<file path=customXml/itemProps79.xml><?xml version="1.0" encoding="utf-8"?>
<ds:datastoreItem xmlns:ds="http://schemas.openxmlformats.org/officeDocument/2006/customXml" ds:itemID="{453648E7-00C6-44CE-8CCF-B935E9B1F836}">
  <ds:schemaRefs>
    <ds:schemaRef ds:uri="http://macabacus.com"/>
  </ds:schemaRefs>
</ds:datastoreItem>
</file>

<file path=customXml/itemProps80.xml><?xml version="1.0" encoding="utf-8"?>
<ds:datastoreItem xmlns:ds="http://schemas.openxmlformats.org/officeDocument/2006/customXml" ds:itemID="{6186ECD5-0432-4595-91D3-DE1C10DE85B0}">
  <ds:schemaRefs>
    <ds:schemaRef ds:uri="http://macabacus.com"/>
  </ds:schemaRefs>
</ds:datastoreItem>
</file>

<file path=customXml/itemProps81.xml><?xml version="1.0" encoding="utf-8"?>
<ds:datastoreItem xmlns:ds="http://schemas.openxmlformats.org/officeDocument/2006/customXml" ds:itemID="{3F306767-4664-4B14-B975-A5683092E94C}">
  <ds:schemaRefs>
    <ds:schemaRef ds:uri="http://macabacus.com"/>
  </ds:schemaRefs>
</ds:datastoreItem>
</file>

<file path=customXml/itemProps82.xml><?xml version="1.0" encoding="utf-8"?>
<ds:datastoreItem xmlns:ds="http://schemas.openxmlformats.org/officeDocument/2006/customXml" ds:itemID="{1A6767FF-8AAD-4940-8281-2C6331C33D96}">
  <ds:schemaRefs>
    <ds:schemaRef ds:uri="http://macabacus.com"/>
  </ds:schemaRefs>
</ds:datastoreItem>
</file>

<file path=customXml/itemProps83.xml><?xml version="1.0" encoding="utf-8"?>
<ds:datastoreItem xmlns:ds="http://schemas.openxmlformats.org/officeDocument/2006/customXml" ds:itemID="{3C45D92A-2DFF-480C-9B58-A1E452909B84}">
  <ds:schemaRefs>
    <ds:schemaRef ds:uri="http://macabacus.com"/>
  </ds:schemaRefs>
</ds:datastoreItem>
</file>

<file path=customXml/itemProps84.xml><?xml version="1.0" encoding="utf-8"?>
<ds:datastoreItem xmlns:ds="http://schemas.openxmlformats.org/officeDocument/2006/customXml" ds:itemID="{4AA0FDB8-0E01-4690-A96C-E8AA4B17154D}">
  <ds:schemaRefs>
    <ds:schemaRef ds:uri="http://macabacus.com"/>
  </ds:schemaRefs>
</ds:datastoreItem>
</file>

<file path=customXml/itemProps85.xml><?xml version="1.0" encoding="utf-8"?>
<ds:datastoreItem xmlns:ds="http://schemas.openxmlformats.org/officeDocument/2006/customXml" ds:itemID="{1551A933-4240-4E61-A1DD-C587CC4521E9}">
  <ds:schemaRefs>
    <ds:schemaRef ds:uri="http://macabacus.com"/>
  </ds:schemaRefs>
</ds:datastoreItem>
</file>

<file path=customXml/itemProps86.xml><?xml version="1.0" encoding="utf-8"?>
<ds:datastoreItem xmlns:ds="http://schemas.openxmlformats.org/officeDocument/2006/customXml" ds:itemID="{04BC8FFF-6C5B-4312-8C37-24B43E601E01}">
  <ds:schemaRefs>
    <ds:schemaRef ds:uri="http://macabacus.com"/>
  </ds:schemaRefs>
</ds:datastoreItem>
</file>

<file path=customXml/itemProps87.xml><?xml version="1.0" encoding="utf-8"?>
<ds:datastoreItem xmlns:ds="http://schemas.openxmlformats.org/officeDocument/2006/customXml" ds:itemID="{624ADC78-020B-4B98-9193-4D2D1A232A69}">
  <ds:schemaRefs>
    <ds:schemaRef ds:uri="http://macabacus.com"/>
  </ds:schemaRefs>
</ds:datastoreItem>
</file>

<file path=customXml/itemProps88.xml><?xml version="1.0" encoding="utf-8"?>
<ds:datastoreItem xmlns:ds="http://schemas.openxmlformats.org/officeDocument/2006/customXml" ds:itemID="{2A3C6A2B-B501-483D-8B09-45B406E80EB6}">
  <ds:schemaRefs>
    <ds:schemaRef ds:uri="http://macabacus.com"/>
  </ds:schemaRefs>
</ds:datastoreItem>
</file>

<file path=customXml/itemProps89.xml><?xml version="1.0" encoding="utf-8"?>
<ds:datastoreItem xmlns:ds="http://schemas.openxmlformats.org/officeDocument/2006/customXml" ds:itemID="{F0D091EA-36EC-42F8-A919-8F43F0BFC2C2}">
  <ds:schemaRefs>
    <ds:schemaRef ds:uri="http://macabacus.com"/>
  </ds:schemaRefs>
</ds:datastoreItem>
</file>

<file path=customXml/itemProps90.xml><?xml version="1.0" encoding="utf-8"?>
<ds:datastoreItem xmlns:ds="http://schemas.openxmlformats.org/officeDocument/2006/customXml" ds:itemID="{671443EC-75C3-4544-A289-D9D428578426}">
  <ds:schemaRefs>
    <ds:schemaRef ds:uri="http://macabacus.com"/>
  </ds:schemaRefs>
</ds:datastoreItem>
</file>

<file path=customXml/itemProps91.xml><?xml version="1.0" encoding="utf-8"?>
<ds:datastoreItem xmlns:ds="http://schemas.openxmlformats.org/officeDocument/2006/customXml" ds:itemID="{2957749B-F412-42E5-AF9C-8EFBB7EDFCFF}">
  <ds:schemaRefs>
    <ds:schemaRef ds:uri="http://macabacus.com"/>
  </ds:schemaRefs>
</ds:datastoreItem>
</file>

<file path=customXml/itemProps92.xml><?xml version="1.0" encoding="utf-8"?>
<ds:datastoreItem xmlns:ds="http://schemas.openxmlformats.org/officeDocument/2006/customXml" ds:itemID="{5CF2C4E1-6B68-45AA-A6FD-42AB4E713F35}">
  <ds:schemaRefs>
    <ds:schemaRef ds:uri="http://macabacus.com"/>
  </ds:schemaRefs>
</ds:datastoreItem>
</file>

<file path=customXml/itemProps93.xml><?xml version="1.0" encoding="utf-8"?>
<ds:datastoreItem xmlns:ds="http://schemas.openxmlformats.org/officeDocument/2006/customXml" ds:itemID="{903AD103-0EE8-4ECE-AAFC-8F6ACF825AC3}">
  <ds:schemaRefs>
    <ds:schemaRef ds:uri="http://macabacus.com"/>
  </ds:schemaRefs>
</ds:datastoreItem>
</file>

<file path=customXml/itemProps94.xml><?xml version="1.0" encoding="utf-8"?>
<ds:datastoreItem xmlns:ds="http://schemas.openxmlformats.org/officeDocument/2006/customXml" ds:itemID="{B66B62CF-60AD-46A3-AA4B-E25ECC580B08}">
  <ds:schemaRefs>
    <ds:schemaRef ds:uri="http://macabacus.com"/>
  </ds:schemaRefs>
</ds:datastoreItem>
</file>

<file path=customXml/itemProps95.xml><?xml version="1.0" encoding="utf-8"?>
<ds:datastoreItem xmlns:ds="http://schemas.openxmlformats.org/officeDocument/2006/customXml" ds:itemID="{34C00308-DC6B-4312-BC94-0453E0AC4D08}">
  <ds:schemaRefs>
    <ds:schemaRef ds:uri="http://macabacus.com"/>
  </ds:schemaRefs>
</ds:datastoreItem>
</file>

<file path=customXml/itemProps96.xml><?xml version="1.0" encoding="utf-8"?>
<ds:datastoreItem xmlns:ds="http://schemas.openxmlformats.org/officeDocument/2006/customXml" ds:itemID="{E9A9520D-252E-47D5-AE22-67DF5E6D8E89}">
  <ds:schemaRefs>
    <ds:schemaRef ds:uri="http://macabacus.com"/>
  </ds:schemaRefs>
</ds:datastoreItem>
</file>

<file path=customXml/itemProps97.xml><?xml version="1.0" encoding="utf-8"?>
<ds:datastoreItem xmlns:ds="http://schemas.openxmlformats.org/officeDocument/2006/customXml" ds:itemID="{E8EF96AF-4EB1-49DE-907B-BFAE887F46CE}">
  <ds:schemaRefs>
    <ds:schemaRef ds:uri="http://macabacus.com"/>
  </ds:schemaRefs>
</ds:datastoreItem>
</file>

<file path=customXml/itemProps98.xml><?xml version="1.0" encoding="utf-8"?>
<ds:datastoreItem xmlns:ds="http://schemas.openxmlformats.org/officeDocument/2006/customXml" ds:itemID="{6CAD533A-8DBA-4764-8659-BA8A46567EC7}">
  <ds:schemaRefs>
    <ds:schemaRef ds:uri="http://macabacus.com"/>
  </ds:schemaRefs>
</ds:datastoreItem>
</file>

<file path=customXml/itemProps99.xml><?xml version="1.0" encoding="utf-8"?>
<ds:datastoreItem xmlns:ds="http://schemas.openxmlformats.org/officeDocument/2006/customXml" ds:itemID="{737BA18B-C454-4325-855B-35E89164B159}">
  <ds:schemaRefs>
    <ds:schemaRef ds:uri="http://macabacus.com"/>
  </ds:schemaRefs>
</ds:datastoreItem>
</file>

<file path=customXml/itemProps100.xml><?xml version="1.0" encoding="utf-8"?>
<ds:datastoreItem xmlns:ds="http://schemas.openxmlformats.org/officeDocument/2006/customXml" ds:itemID="{B9979C64-7404-453B-8375-CBD269CA82DF}">
  <ds:schemaRefs>
    <ds:schemaRef ds:uri="http://macabacus.com"/>
  </ds:schemaRefs>
</ds:datastoreItem>
</file>

<file path=customXml/itemProps101.xml><?xml version="1.0" encoding="utf-8"?>
<ds:datastoreItem xmlns:ds="http://schemas.openxmlformats.org/officeDocument/2006/customXml" ds:itemID="{366104C4-CC19-40E5-9BBE-368DA0B50B87}">
  <ds:schemaRefs>
    <ds:schemaRef ds:uri="http://macabacus.com"/>
  </ds:schemaRefs>
</ds:datastoreItem>
</file>

<file path=customXml/itemProps102.xml><?xml version="1.0" encoding="utf-8"?>
<ds:datastoreItem xmlns:ds="http://schemas.openxmlformats.org/officeDocument/2006/customXml" ds:itemID="{DC051E33-C373-49B6-B473-0A96332C9C23}">
  <ds:schemaRefs>
    <ds:schemaRef ds:uri="http://macabacus.com"/>
  </ds:schemaRefs>
</ds:datastoreItem>
</file>

<file path=customXml/itemProps103.xml><?xml version="1.0" encoding="utf-8"?>
<ds:datastoreItem xmlns:ds="http://schemas.openxmlformats.org/officeDocument/2006/customXml" ds:itemID="{149A8EE8-FAF9-4F0F-A58D-DE805C526F65}">
  <ds:schemaRefs>
    <ds:schemaRef ds:uri="http://macabacus.com"/>
  </ds:schemaRefs>
</ds:datastoreItem>
</file>

<file path=customXml/itemProps104.xml><?xml version="1.0" encoding="utf-8"?>
<ds:datastoreItem xmlns:ds="http://schemas.openxmlformats.org/officeDocument/2006/customXml" ds:itemID="{777C1E19-D61D-4BD1-A54B-483E91D29678}">
  <ds:schemaRefs>
    <ds:schemaRef ds:uri="http://macabacus.com"/>
  </ds:schemaRefs>
</ds:datastoreItem>
</file>

<file path=customXml/itemProps105.xml><?xml version="1.0" encoding="utf-8"?>
<ds:datastoreItem xmlns:ds="http://schemas.openxmlformats.org/officeDocument/2006/customXml" ds:itemID="{5732FC22-B878-4CD7-A0E5-E150D751F040}">
  <ds:schemaRefs>
    <ds:schemaRef ds:uri="http://macabacus.com"/>
  </ds:schemaRefs>
</ds:datastoreItem>
</file>

<file path=customXml/itemProps106.xml><?xml version="1.0" encoding="utf-8"?>
<ds:datastoreItem xmlns:ds="http://schemas.openxmlformats.org/officeDocument/2006/customXml" ds:itemID="{B15DC8DE-4E41-49F2-BEB1-4C5F782A05C4}">
  <ds:schemaRefs>
    <ds:schemaRef ds:uri="http://macabacus.com"/>
  </ds:schemaRefs>
</ds:datastoreItem>
</file>

<file path=customXml/itemProps107.xml><?xml version="1.0" encoding="utf-8"?>
<ds:datastoreItem xmlns:ds="http://schemas.openxmlformats.org/officeDocument/2006/customXml" ds:itemID="{240A18A4-47C8-41F8-907A-BDD48939CB1E}">
  <ds:schemaRefs>
    <ds:schemaRef ds:uri="http://macabacus.com"/>
  </ds:schemaRefs>
</ds:datastoreItem>
</file>

<file path=customXml/itemProps108.xml><?xml version="1.0" encoding="utf-8"?>
<ds:datastoreItem xmlns:ds="http://schemas.openxmlformats.org/officeDocument/2006/customXml" ds:itemID="{79517373-9F58-42BE-A4F1-0098EF5D4D0C}">
  <ds:schemaRefs>
    <ds:schemaRef ds:uri="http://macabacus.com"/>
  </ds:schemaRefs>
</ds:datastoreItem>
</file>

<file path=customXml/itemProps109.xml><?xml version="1.0" encoding="utf-8"?>
<ds:datastoreItem xmlns:ds="http://schemas.openxmlformats.org/officeDocument/2006/customXml" ds:itemID="{2872A061-3A62-476F-A0A2-FE5B075CE8EF}">
  <ds:schemaRefs>
    <ds:schemaRef ds:uri="http://macabacus.com"/>
  </ds:schemaRefs>
</ds:datastoreItem>
</file>

<file path=customXml/itemProps110.xml><?xml version="1.0" encoding="utf-8"?>
<ds:datastoreItem xmlns:ds="http://schemas.openxmlformats.org/officeDocument/2006/customXml" ds:itemID="{92A90794-08F0-4B60-A689-04E998DC1D9F}">
  <ds:schemaRefs>
    <ds:schemaRef ds:uri="http://macabacus.com"/>
  </ds:schemaRefs>
</ds:datastoreItem>
</file>

<file path=customXml/itemProps111.xml><?xml version="1.0" encoding="utf-8"?>
<ds:datastoreItem xmlns:ds="http://schemas.openxmlformats.org/officeDocument/2006/customXml" ds:itemID="{D59F5F65-2F5B-4E00-92BD-12AEB232CBFB}">
  <ds:schemaRefs>
    <ds:schemaRef ds:uri="http://macabacus.com"/>
  </ds:schemaRefs>
</ds:datastoreItem>
</file>

<file path=customXml/itemProps112.xml><?xml version="1.0" encoding="utf-8"?>
<ds:datastoreItem xmlns:ds="http://schemas.openxmlformats.org/officeDocument/2006/customXml" ds:itemID="{CF6CBFF1-1DC0-45B0-9DAA-840B67239381}">
  <ds:schemaRefs>
    <ds:schemaRef ds:uri="http://macabacus.com"/>
  </ds:schemaRefs>
</ds:datastoreItem>
</file>

<file path=customXml/itemProps113.xml><?xml version="1.0" encoding="utf-8"?>
<ds:datastoreItem xmlns:ds="http://schemas.openxmlformats.org/officeDocument/2006/customXml" ds:itemID="{263CB93B-A20B-40C7-8137-66B2B7E81A48}">
  <ds:schemaRefs>
    <ds:schemaRef ds:uri="http://macabacus.com"/>
  </ds:schemaRefs>
</ds:datastoreItem>
</file>

<file path=customXml/itemProps114.xml><?xml version="1.0" encoding="utf-8"?>
<ds:datastoreItem xmlns:ds="http://schemas.openxmlformats.org/officeDocument/2006/customXml" ds:itemID="{5F0E317F-5CDD-4245-AC1A-C47048B1B28A}">
  <ds:schemaRefs>
    <ds:schemaRef ds:uri="http://macabacus.com"/>
  </ds:schemaRefs>
</ds:datastoreItem>
</file>

<file path=customXml/itemProps115.xml><?xml version="1.0" encoding="utf-8"?>
<ds:datastoreItem xmlns:ds="http://schemas.openxmlformats.org/officeDocument/2006/customXml" ds:itemID="{A336470F-4198-4394-90DE-357AD52A020A}">
  <ds:schemaRefs>
    <ds:schemaRef ds:uri="http://macabacus.com"/>
  </ds:schemaRefs>
</ds:datastoreItem>
</file>

<file path=customXml/itemProps116.xml><?xml version="1.0" encoding="utf-8"?>
<ds:datastoreItem xmlns:ds="http://schemas.openxmlformats.org/officeDocument/2006/customXml" ds:itemID="{9BBAE588-F412-4A99-B99D-83F512F6C267}">
  <ds:schemaRefs>
    <ds:schemaRef ds:uri="http://macabacus.com"/>
  </ds:schemaRefs>
</ds:datastoreItem>
</file>

<file path=customXml/itemProps117.xml><?xml version="1.0" encoding="utf-8"?>
<ds:datastoreItem xmlns:ds="http://schemas.openxmlformats.org/officeDocument/2006/customXml" ds:itemID="{695A3544-8374-4B68-8B56-9376732D7327}">
  <ds:schemaRefs>
    <ds:schemaRef ds:uri="http://macabacus.com"/>
  </ds:schemaRefs>
</ds:datastoreItem>
</file>

<file path=customXml/itemProps118.xml><?xml version="1.0" encoding="utf-8"?>
<ds:datastoreItem xmlns:ds="http://schemas.openxmlformats.org/officeDocument/2006/customXml" ds:itemID="{75E58F22-32D1-473D-873C-6F981620686F}">
  <ds:schemaRefs>
    <ds:schemaRef ds:uri="http://macabacus.com"/>
  </ds:schemaRefs>
</ds:datastoreItem>
</file>

<file path=customXml/itemProps119.xml><?xml version="1.0" encoding="utf-8"?>
<ds:datastoreItem xmlns:ds="http://schemas.openxmlformats.org/officeDocument/2006/customXml" ds:itemID="{B78937B7-6CED-4967-98F1-9C295EB845E6}">
  <ds:schemaRefs>
    <ds:schemaRef ds:uri="http://macabacus.com"/>
  </ds:schemaRefs>
</ds:datastoreItem>
</file>

<file path=customXml/itemProps120.xml><?xml version="1.0" encoding="utf-8"?>
<ds:datastoreItem xmlns:ds="http://schemas.openxmlformats.org/officeDocument/2006/customXml" ds:itemID="{21E277FB-74C8-4098-A891-DC180DA11D66}">
  <ds:schemaRefs>
    <ds:schemaRef ds:uri="http://macabacus.com"/>
  </ds:schemaRefs>
</ds:datastoreItem>
</file>

<file path=customXml/itemProps121.xml><?xml version="1.0" encoding="utf-8"?>
<ds:datastoreItem xmlns:ds="http://schemas.openxmlformats.org/officeDocument/2006/customXml" ds:itemID="{92F0377E-6BE3-4967-93F5-C4476410128A}">
  <ds:schemaRefs>
    <ds:schemaRef ds:uri="http://macabacus.com"/>
  </ds:schemaRefs>
</ds:datastoreItem>
</file>

<file path=customXml/itemProps122.xml><?xml version="1.0" encoding="utf-8"?>
<ds:datastoreItem xmlns:ds="http://schemas.openxmlformats.org/officeDocument/2006/customXml" ds:itemID="{8F3F4184-DC13-4E48-BF95-83D24BFDCB59}">
  <ds:schemaRefs>
    <ds:schemaRef ds:uri="http://macabacus.com"/>
  </ds:schemaRefs>
</ds:datastoreItem>
</file>

<file path=customXml/itemProps123.xml><?xml version="1.0" encoding="utf-8"?>
<ds:datastoreItem xmlns:ds="http://schemas.openxmlformats.org/officeDocument/2006/customXml" ds:itemID="{1A046D5D-7BC6-41BE-A417-A350A80DE7B6}">
  <ds:schemaRefs>
    <ds:schemaRef ds:uri="http://macabacus.com"/>
  </ds:schemaRefs>
</ds:datastoreItem>
</file>

<file path=customXml/itemProps124.xml><?xml version="1.0" encoding="utf-8"?>
<ds:datastoreItem xmlns:ds="http://schemas.openxmlformats.org/officeDocument/2006/customXml" ds:itemID="{27FD3BE9-08A7-4951-A451-96DA79C01D23}">
  <ds:schemaRefs>
    <ds:schemaRef ds:uri="http://macabacus.com"/>
  </ds:schemaRefs>
</ds:datastoreItem>
</file>

<file path=customXml/itemProps125.xml><?xml version="1.0" encoding="utf-8"?>
<ds:datastoreItem xmlns:ds="http://schemas.openxmlformats.org/officeDocument/2006/customXml" ds:itemID="{2947A6FC-801D-4412-81BD-980A26BD6B9E}">
  <ds:schemaRefs>
    <ds:schemaRef ds:uri="http://macabacus.com"/>
  </ds:schemaRefs>
</ds:datastoreItem>
</file>

<file path=customXml/itemProps126.xml><?xml version="1.0" encoding="utf-8"?>
<ds:datastoreItem xmlns:ds="http://schemas.openxmlformats.org/officeDocument/2006/customXml" ds:itemID="{FBE8E12C-3C30-40AF-9586-C1FC9B237C0C}">
  <ds:schemaRefs>
    <ds:schemaRef ds:uri="http://schemas.microsoft.com/sharepoint/v3/contenttype/forms"/>
  </ds:schemaRefs>
</ds:datastoreItem>
</file>

<file path=customXml/itemProps127.xml><?xml version="1.0" encoding="utf-8"?>
<ds:datastoreItem xmlns:ds="http://schemas.openxmlformats.org/officeDocument/2006/customXml" ds:itemID="{D4CE0D74-51D8-4935-96E3-E94815FD372F}">
  <ds:schemaRefs>
    <ds:schemaRef ds:uri="http://macabacus.com"/>
  </ds:schemaRefs>
</ds:datastoreItem>
</file>

<file path=customXml/itemProps128.xml><?xml version="1.0" encoding="utf-8"?>
<ds:datastoreItem xmlns:ds="http://schemas.openxmlformats.org/officeDocument/2006/customXml" ds:itemID="{69ED915A-16BA-4162-AB93-F9B3D20274A1}">
  <ds:schemaRefs>
    <ds:schemaRef ds:uri="http://macabacus.com"/>
  </ds:schemaRefs>
</ds:datastoreItem>
</file>

<file path=customXml/itemProps129.xml><?xml version="1.0" encoding="utf-8"?>
<ds:datastoreItem xmlns:ds="http://schemas.openxmlformats.org/officeDocument/2006/customXml" ds:itemID="{6FD65DFD-96EE-47DE-9ECE-92962A30AE8E}">
  <ds:schemaRefs>
    <ds:schemaRef ds:uri="http://macabacus.com"/>
  </ds:schemaRefs>
</ds:datastoreItem>
</file>

<file path=customXml/itemProps130.xml><?xml version="1.0" encoding="utf-8"?>
<ds:datastoreItem xmlns:ds="http://schemas.openxmlformats.org/officeDocument/2006/customXml" ds:itemID="{84176A60-C5CE-4096-A469-0ABB795F69FC}">
  <ds:schemaRefs>
    <ds:schemaRef ds:uri="http://macabacus.com"/>
  </ds:schemaRefs>
</ds:datastoreItem>
</file>

<file path=customXml/itemProps131.xml><?xml version="1.0" encoding="utf-8"?>
<ds:datastoreItem xmlns:ds="http://schemas.openxmlformats.org/officeDocument/2006/customXml" ds:itemID="{C6570A7B-ECCB-43C6-B7D2-0928F7217E2E}">
  <ds:schemaRefs>
    <ds:schemaRef ds:uri="http://macabacus.com"/>
  </ds:schemaRefs>
</ds:datastoreItem>
</file>

<file path=customXml/itemProps132.xml><?xml version="1.0" encoding="utf-8"?>
<ds:datastoreItem xmlns:ds="http://schemas.openxmlformats.org/officeDocument/2006/customXml" ds:itemID="{52A03F70-6738-43CD-A349-996DE52D49CF}">
  <ds:schemaRefs>
    <ds:schemaRef ds:uri="http://macabacus.com"/>
  </ds:schemaRefs>
</ds:datastoreItem>
</file>

<file path=customXml/itemProps133.xml><?xml version="1.0" encoding="utf-8"?>
<ds:datastoreItem xmlns:ds="http://schemas.openxmlformats.org/officeDocument/2006/customXml" ds:itemID="{6D06D0E4-067B-4C5E-9C1B-EB0284B77838}">
  <ds:schemaRefs>
    <ds:schemaRef ds:uri="http://macabacus.com"/>
  </ds:schemaRefs>
</ds:datastoreItem>
</file>

<file path=docProps/app.xml><?xml version="1.0" encoding="utf-8"?>
<Properties xmlns="http://schemas.openxmlformats.org/officeDocument/2006/extended-properties" xmlns:vt="http://schemas.openxmlformats.org/officeDocument/2006/docPropsVTypes">
  <Template/>
  <TotalTime>1227</TotalTime>
  <Words>556</Words>
  <Application>Microsoft Office PowerPoint</Application>
  <PresentationFormat>On-screen Show (4:3)</PresentationFormat>
  <Paragraphs>84</Paragraphs>
  <Slides>5</Slides>
  <Notes>3</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5</vt:i4>
      </vt:variant>
    </vt:vector>
  </HeadingPairs>
  <TitlesOfParts>
    <vt:vector size="15" baseType="lpstr">
      <vt:lpstr>Aharoni</vt:lpstr>
      <vt:lpstr>Arial</vt:lpstr>
      <vt:lpstr>Calibri</vt:lpstr>
      <vt:lpstr>Century Gothic</vt:lpstr>
      <vt:lpstr>Corbel</vt:lpstr>
      <vt:lpstr>Palatino Linotype</vt:lpstr>
      <vt:lpstr>Wingdings</vt:lpstr>
      <vt:lpstr>Office Theme</vt:lpstr>
      <vt:lpstr>2_Custom Design</vt:lpstr>
      <vt:lpstr>3_Custom Design</vt:lpstr>
      <vt:lpstr>PowerPoint Presentation</vt:lpstr>
      <vt:lpstr>[Client Name] Overview</vt:lpstr>
      <vt:lpstr>[Client Name] Q[x] 202[x] Earnings Summary</vt:lpstr>
      <vt:lpstr>Disclaimer</vt:lpstr>
      <vt:lpstr>Contact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Joey Shaw</dc:creator>
  <cp:lastModifiedBy>Tate Wilson</cp:lastModifiedBy>
  <cp:revision>23</cp:revision>
  <cp:lastPrinted>2024-05-01T20:13:45Z</cp:lastPrinted>
  <dcterms:created xsi:type="dcterms:W3CDTF">2017-07-31T13:36:44Z</dcterms:created>
  <dcterms:modified xsi:type="dcterms:W3CDTF">2026-04-23T15:32:10Z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0x0101001CC90450323BF944A056C05D9632F2E1</vt:lpwstr>
  </property>
</Properties>
</file>